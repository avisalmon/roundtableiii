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0"/>
  </p:notesMasterIdLst>
  <p:sldIdLst>
    <p:sldId id="256" r:id="rId5"/>
    <p:sldId id="269" r:id="rId6"/>
    <p:sldId id="257" r:id="rId7"/>
    <p:sldId id="267"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E5D"/>
    <a:srgbClr val="88081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451" autoAdjust="0"/>
  </p:normalViewPr>
  <p:slideViewPr>
    <p:cSldViewPr>
      <p:cViewPr varScale="1">
        <p:scale>
          <a:sx n="72" d="100"/>
          <a:sy n="72" d="100"/>
        </p:scale>
        <p:origin x="110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ar Dayan" userId="2338586c-a48f-4e39-900d-f8bccc397993" providerId="ADAL" clId="{3D967E0B-1195-4699-A2D5-741BE8EA1AC4}"/>
    <pc:docChg chg="custSel modSld">
      <pc:chgData name="Tamar Dayan" userId="2338586c-a48f-4e39-900d-f8bccc397993" providerId="ADAL" clId="{3D967E0B-1195-4699-A2D5-741BE8EA1AC4}" dt="2026-05-27T10:40:07.791" v="39"/>
      <pc:docMkLst>
        <pc:docMk/>
      </pc:docMkLst>
      <pc:sldChg chg="modSp mod">
        <pc:chgData name="Tamar Dayan" userId="2338586c-a48f-4e39-900d-f8bccc397993" providerId="ADAL" clId="{3D967E0B-1195-4699-A2D5-741BE8EA1AC4}" dt="2026-05-27T10:35:03.940" v="5" actId="20577"/>
        <pc:sldMkLst>
          <pc:docMk/>
          <pc:sldMk cId="4093981861" sldId="256"/>
        </pc:sldMkLst>
        <pc:spChg chg="mod">
          <ac:chgData name="Tamar Dayan" userId="2338586c-a48f-4e39-900d-f8bccc397993" providerId="ADAL" clId="{3D967E0B-1195-4699-A2D5-741BE8EA1AC4}" dt="2026-05-27T10:35:03.940" v="5" actId="20577"/>
          <ac:spMkLst>
            <pc:docMk/>
            <pc:sldMk cId="4093981861" sldId="256"/>
            <ac:spMk id="3" creationId="{F57198FC-974E-2891-0E1F-3F89FFF8D05C}"/>
          </ac:spMkLst>
        </pc:spChg>
      </pc:sldChg>
      <pc:sldChg chg="modSp mod">
        <pc:chgData name="Tamar Dayan" userId="2338586c-a48f-4e39-900d-f8bccc397993" providerId="ADAL" clId="{3D967E0B-1195-4699-A2D5-741BE8EA1AC4}" dt="2026-05-27T10:40:07.791" v="39"/>
        <pc:sldMkLst>
          <pc:docMk/>
          <pc:sldMk cId="277688667" sldId="257"/>
        </pc:sldMkLst>
        <pc:graphicFrameChg chg="mod modGraphic">
          <ac:chgData name="Tamar Dayan" userId="2338586c-a48f-4e39-900d-f8bccc397993" providerId="ADAL" clId="{3D967E0B-1195-4699-A2D5-741BE8EA1AC4}" dt="2026-05-27T10:40:07.791" v="39"/>
          <ac:graphicFrameMkLst>
            <pc:docMk/>
            <pc:sldMk cId="277688667" sldId="257"/>
            <ac:graphicFrameMk id="7" creationId="{42A66666-1229-F1E5-D94F-A88CA550E8B9}"/>
          </ac:graphicFrameMkLst>
        </pc:graphicFrameChg>
      </pc:sldChg>
      <pc:sldChg chg="addSp delSp modSp mod modClrScheme chgLayout">
        <pc:chgData name="Tamar Dayan" userId="2338586c-a48f-4e39-900d-f8bccc397993" providerId="ADAL" clId="{3D967E0B-1195-4699-A2D5-741BE8EA1AC4}" dt="2026-05-27T10:37:41.887" v="12" actId="120"/>
        <pc:sldMkLst>
          <pc:docMk/>
          <pc:sldMk cId="2998426485" sldId="269"/>
        </pc:sldMkLst>
        <pc:spChg chg="mod">
          <ac:chgData name="Tamar Dayan" userId="2338586c-a48f-4e39-900d-f8bccc397993" providerId="ADAL" clId="{3D967E0B-1195-4699-A2D5-741BE8EA1AC4}" dt="2026-05-27T10:37:41.887" v="12" actId="120"/>
          <ac:spMkLst>
            <pc:docMk/>
            <pc:sldMk cId="2998426485" sldId="269"/>
            <ac:spMk id="3" creationId="{A5B6978A-CB92-F347-D1C9-FA52A40DF2D0}"/>
          </ac:spMkLst>
        </pc:spChg>
        <pc:spChg chg="mod ord">
          <ac:chgData name="Tamar Dayan" userId="2338586c-a48f-4e39-900d-f8bccc397993" providerId="ADAL" clId="{3D967E0B-1195-4699-A2D5-741BE8EA1AC4}" dt="2026-05-27T10:37:34.181" v="11" actId="26606"/>
          <ac:spMkLst>
            <pc:docMk/>
            <pc:sldMk cId="2998426485" sldId="269"/>
            <ac:spMk id="4" creationId="{211BEF2B-31B6-2519-7B88-788084CD94FB}"/>
          </ac:spMkLst>
        </pc:spChg>
        <pc:spChg chg="mod">
          <ac:chgData name="Tamar Dayan" userId="2338586c-a48f-4e39-900d-f8bccc397993" providerId="ADAL" clId="{3D967E0B-1195-4699-A2D5-741BE8EA1AC4}" dt="2026-05-27T10:37:34.181" v="11" actId="26606"/>
          <ac:spMkLst>
            <pc:docMk/>
            <pc:sldMk cId="2998426485" sldId="269"/>
            <ac:spMk id="5" creationId="{C72143AA-AFBB-5267-46CD-D984039AD466}"/>
          </ac:spMkLst>
        </pc:spChg>
        <pc:picChg chg="add mod">
          <ac:chgData name="Tamar Dayan" userId="2338586c-a48f-4e39-900d-f8bccc397993" providerId="ADAL" clId="{3D967E0B-1195-4699-A2D5-741BE8EA1AC4}" dt="2026-05-27T10:37:34.181" v="11" actId="26606"/>
          <ac:picMkLst>
            <pc:docMk/>
            <pc:sldMk cId="2998426485" sldId="269"/>
            <ac:picMk id="9" creationId="{166E3B66-5ACA-6ACA-68C4-A9810590BBB0}"/>
          </ac:picMkLst>
        </pc:picChg>
      </pc:sldChg>
    </pc:docChg>
  </pc:docChgLst>
  <pc:docChgLst>
    <pc:chgData name="Tamar Dayan" userId="2338586c-a48f-4e39-900d-f8bccc397993" providerId="ADAL" clId="{838E9003-4237-4504-9D1B-6567D790A2A9}"/>
    <pc:docChg chg="modSld">
      <pc:chgData name="Tamar Dayan" userId="2338586c-a48f-4e39-900d-f8bccc397993" providerId="ADAL" clId="{838E9003-4237-4504-9D1B-6567D790A2A9}" dt="2026-06-09T12:14:20.715" v="0" actId="404"/>
      <pc:docMkLst>
        <pc:docMk/>
      </pc:docMkLst>
      <pc:sldChg chg="modSp mod">
        <pc:chgData name="Tamar Dayan" userId="2338586c-a48f-4e39-900d-f8bccc397993" providerId="ADAL" clId="{838E9003-4237-4504-9D1B-6567D790A2A9}" dt="2026-06-09T12:14:20.715" v="0" actId="404"/>
        <pc:sldMkLst>
          <pc:docMk/>
          <pc:sldMk cId="277688667" sldId="257"/>
        </pc:sldMkLst>
        <pc:graphicFrameChg chg="modGraphic">
          <ac:chgData name="Tamar Dayan" userId="2338586c-a48f-4e39-900d-f8bccc397993" providerId="ADAL" clId="{838E9003-4237-4504-9D1B-6567D790A2A9}" dt="2026-06-09T12:14:20.715" v="0" actId="404"/>
          <ac:graphicFrameMkLst>
            <pc:docMk/>
            <pc:sldMk cId="277688667" sldId="257"/>
            <ac:graphicFrameMk id="7" creationId="{42A66666-1229-F1E5-D94F-A88CA550E8B9}"/>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43FCFF-2447-42C6-A720-548DA700F05A}" type="datetimeFigureOut">
              <a:rPr lang="en-US" smtClean="0"/>
              <a:t>6/9/2026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933EDD-5149-413A-B7DC-452283297163}" type="slidenum">
              <a:rPr lang="en-US" smtClean="0"/>
              <a:t>‹#›</a:t>
            </a:fld>
            <a:endParaRPr lang="en-US"/>
          </a:p>
        </p:txBody>
      </p:sp>
    </p:spTree>
    <p:extLst>
      <p:ext uri="{BB962C8B-B14F-4D97-AF65-F5344CB8AC3E}">
        <p14:creationId xmlns:p14="http://schemas.microsoft.com/office/powerpoint/2010/main" val="1135152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933EDD-5149-413A-B7DC-452283297163}" type="slidenum">
              <a:rPr lang="en-US" smtClean="0"/>
              <a:t>1</a:t>
            </a:fld>
            <a:endParaRPr lang="en-US"/>
          </a:p>
        </p:txBody>
      </p:sp>
    </p:spTree>
    <p:extLst>
      <p:ext uri="{BB962C8B-B14F-4D97-AF65-F5344CB8AC3E}">
        <p14:creationId xmlns:p14="http://schemas.microsoft.com/office/powerpoint/2010/main" val="376866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19933EDD-5149-413A-B7DC-452283297163}" type="slidenum">
              <a:rPr lang="en-US" smtClean="0"/>
              <a:t>2</a:t>
            </a:fld>
            <a:endParaRPr lang="en-US"/>
          </a:p>
        </p:txBody>
      </p:sp>
    </p:spTree>
    <p:extLst>
      <p:ext uri="{BB962C8B-B14F-4D97-AF65-F5344CB8AC3E}">
        <p14:creationId xmlns:p14="http://schemas.microsoft.com/office/powerpoint/2010/main" val="4104540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19933EDD-5149-413A-B7DC-452283297163}" type="slidenum">
              <a:rPr lang="en-US" smtClean="0"/>
              <a:t>3</a:t>
            </a:fld>
            <a:endParaRPr lang="en-US"/>
          </a:p>
        </p:txBody>
      </p:sp>
    </p:spTree>
    <p:extLst>
      <p:ext uri="{BB962C8B-B14F-4D97-AF65-F5344CB8AC3E}">
        <p14:creationId xmlns:p14="http://schemas.microsoft.com/office/powerpoint/2010/main" val="2354296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fld id="{19933EDD-5149-413A-B7DC-452283297163}" type="slidenum">
              <a:rPr lang="en-US" smtClean="0"/>
              <a:t>4</a:t>
            </a:fld>
            <a:endParaRPr lang="en-US"/>
          </a:p>
        </p:txBody>
      </p:sp>
    </p:spTree>
    <p:extLst>
      <p:ext uri="{BB962C8B-B14F-4D97-AF65-F5344CB8AC3E}">
        <p14:creationId xmlns:p14="http://schemas.microsoft.com/office/powerpoint/2010/main" val="27708376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8476E-EDF2-1544-B7AF-438E73FFED2F}"/>
              </a:ext>
            </a:extLst>
          </p:cNvPr>
          <p:cNvSpPr>
            <a:spLocks noGrp="1"/>
          </p:cNvSpPr>
          <p:nvPr>
            <p:ph type="ctrTitle"/>
          </p:nvPr>
        </p:nvSpPr>
        <p:spPr>
          <a:xfrm>
            <a:off x="4672484" y="1474939"/>
            <a:ext cx="7519516"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9CFB00-4F93-2C54-AB8E-E2A25BFDEAF9}"/>
              </a:ext>
            </a:extLst>
          </p:cNvPr>
          <p:cNvSpPr>
            <a:spLocks noGrp="1"/>
          </p:cNvSpPr>
          <p:nvPr>
            <p:ph type="subTitle" idx="1"/>
          </p:nvPr>
        </p:nvSpPr>
        <p:spPr>
          <a:xfrm>
            <a:off x="4672484" y="4091138"/>
            <a:ext cx="751951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5A846BC-16B2-ACF5-930B-4BDB2EA1B43A}"/>
              </a:ext>
            </a:extLst>
          </p:cNvPr>
          <p:cNvSpPr>
            <a:spLocks noGrp="1"/>
          </p:cNvSpPr>
          <p:nvPr>
            <p:ph type="dt" sz="half" idx="10"/>
          </p:nvPr>
        </p:nvSpPr>
        <p:spPr>
          <a:xfrm>
            <a:off x="152400" y="6950073"/>
            <a:ext cx="2743200" cy="365125"/>
          </a:xfrm>
        </p:spPr>
        <p:txBody>
          <a:bodyPr/>
          <a:lstStyle/>
          <a:p>
            <a:fld id="{120EAF35-D199-4889-8897-C1383BC9217F}" type="datetime1">
              <a:rPr lang="en-US" smtClean="0"/>
              <a:t>6/9/2026</a:t>
            </a:fld>
            <a:endParaRPr lang="en-US"/>
          </a:p>
        </p:txBody>
      </p:sp>
      <p:sp>
        <p:nvSpPr>
          <p:cNvPr id="5" name="Footer Placeholder 4">
            <a:extLst>
              <a:ext uri="{FF2B5EF4-FFF2-40B4-BE49-F238E27FC236}">
                <a16:creationId xmlns:a16="http://schemas.microsoft.com/office/drawing/2014/main" id="{C58EFF59-9A7C-68FF-DB8A-181EA022E3EE}"/>
              </a:ext>
            </a:extLst>
          </p:cNvPr>
          <p:cNvSpPr>
            <a:spLocks noGrp="1"/>
          </p:cNvSpPr>
          <p:nvPr>
            <p:ph type="ftr" sz="quarter" idx="11"/>
          </p:nvPr>
        </p:nvSpPr>
        <p:spPr>
          <a:xfrm>
            <a:off x="2209800" y="6356350"/>
            <a:ext cx="8077200" cy="365125"/>
          </a:xfrm>
        </p:spPr>
        <p:txBody>
          <a:bodyPr/>
          <a:lstStyle/>
          <a:p>
            <a:endParaRPr lang="en-US" dirty="0"/>
          </a:p>
        </p:txBody>
      </p:sp>
      <p:pic>
        <p:nvPicPr>
          <p:cNvPr id="17" name="Picture 16">
            <a:extLst>
              <a:ext uri="{FF2B5EF4-FFF2-40B4-BE49-F238E27FC236}">
                <a16:creationId xmlns:a16="http://schemas.microsoft.com/office/drawing/2014/main" id="{493B064B-A8CC-50E1-41F8-C2B28202A7E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882800" y="283789"/>
            <a:ext cx="4185000" cy="777019"/>
          </a:xfrm>
          <a:prstGeom prst="rect">
            <a:avLst/>
          </a:prstGeom>
        </p:spPr>
      </p:pic>
      <p:pic>
        <p:nvPicPr>
          <p:cNvPr id="14" name="Picture 13" descr="Teacher helping student with model wind turbine">
            <a:extLst>
              <a:ext uri="{FF2B5EF4-FFF2-40B4-BE49-F238E27FC236}">
                <a16:creationId xmlns:a16="http://schemas.microsoft.com/office/drawing/2014/main" id="{FF6AA070-65E2-9112-DAB9-8C6B5E4DE5A1}"/>
              </a:ext>
            </a:extLst>
          </p:cNvPr>
          <p:cNvPicPr>
            <a:picLocks noChangeAspect="1"/>
          </p:cNvPicPr>
          <p:nvPr userDrawn="1"/>
        </p:nvPicPr>
        <p:blipFill>
          <a:blip r:embed="rId3">
            <a:extLst>
              <a:ext uri="{28A0092B-C50C-407E-A947-70E740481C1C}">
                <a14:useLocalDpi xmlns:a14="http://schemas.microsoft.com/office/drawing/2010/main" val="0"/>
              </a:ext>
            </a:extLst>
          </a:blip>
          <a:srcRect l="27278" r="27278"/>
          <a:stretch/>
        </p:blipFill>
        <p:spPr>
          <a:xfrm>
            <a:off x="0" y="0"/>
            <a:ext cx="4672484" cy="6858000"/>
          </a:xfrm>
          <a:prstGeom prst="rect">
            <a:avLst/>
          </a:prstGeom>
        </p:spPr>
      </p:pic>
    </p:spTree>
    <p:extLst>
      <p:ext uri="{BB962C8B-B14F-4D97-AF65-F5344CB8AC3E}">
        <p14:creationId xmlns:p14="http://schemas.microsoft.com/office/powerpoint/2010/main" val="24200172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30F27E-A8D9-8746-8A29-8DC9AE2974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5">
            <a:extLst>
              <a:ext uri="{FF2B5EF4-FFF2-40B4-BE49-F238E27FC236}">
                <a16:creationId xmlns:a16="http://schemas.microsoft.com/office/drawing/2014/main" id="{BA1B63F6-C3F7-9483-E0A5-A1D1D6C5A97D}"/>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9" name="Picture 8" descr="A black and white logo&#10;&#10;AI-generated content may be incorrect.">
            <a:extLst>
              <a:ext uri="{FF2B5EF4-FFF2-40B4-BE49-F238E27FC236}">
                <a16:creationId xmlns:a16="http://schemas.microsoft.com/office/drawing/2014/main" id="{E48C31A5-AB87-0E69-C3C7-5621BBED5ED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1516590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_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p:txBody>
          <a:bodyPr/>
          <a:lstStyle/>
          <a:p>
            <a:r>
              <a:rPr lang="en-US"/>
              <a:t>Click to edit Master title style</a:t>
            </a:r>
          </a:p>
        </p:txBody>
      </p:sp>
      <p:sp>
        <p:nvSpPr>
          <p:cNvPr id="5" name="Slide Number Placeholder 5">
            <a:extLst>
              <a:ext uri="{FF2B5EF4-FFF2-40B4-BE49-F238E27FC236}">
                <a16:creationId xmlns:a16="http://schemas.microsoft.com/office/drawing/2014/main" id="{3B573727-DCEF-6E46-1AD8-71A33D267F2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7" name="Picture 6" descr="A black and white logo&#10;&#10;AI-generated content may be incorrect.">
            <a:extLst>
              <a:ext uri="{FF2B5EF4-FFF2-40B4-BE49-F238E27FC236}">
                <a16:creationId xmlns:a16="http://schemas.microsoft.com/office/drawing/2014/main" id="{B5F95512-6FBF-C762-7C29-9A1AF8D930D0}"/>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493989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0D492B44-5232-1DD5-0A75-FF15899E1622}"/>
              </a:ext>
            </a:extLst>
          </p:cNvPr>
          <p:cNvSpPr>
            <a:spLocks noGrp="1"/>
          </p:cNvSpPr>
          <p:nvPr>
            <p:ph sz="quarter" idx="13"/>
          </p:nvPr>
        </p:nvSpPr>
        <p:spPr>
          <a:xfrm>
            <a:off x="838200" y="1905000"/>
            <a:ext cx="7772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8686800" y="1905000"/>
            <a:ext cx="2667000" cy="4267200"/>
          </a:xfrm>
        </p:spPr>
        <p:txBody>
          <a:bodyPr/>
          <a:lstStyle/>
          <a:p>
            <a:r>
              <a:rPr lang="en-US"/>
              <a:t>Click icon to add picture</a:t>
            </a:r>
          </a:p>
        </p:txBody>
      </p:sp>
      <p:sp>
        <p:nvSpPr>
          <p:cNvPr id="4" name="Slide Number Placeholder 5">
            <a:extLst>
              <a:ext uri="{FF2B5EF4-FFF2-40B4-BE49-F238E27FC236}">
                <a16:creationId xmlns:a16="http://schemas.microsoft.com/office/drawing/2014/main" id="{0498A34B-BBAC-F1FD-31B0-46DDA1383EFB}"/>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6" name="Picture 5" descr="A black and white logo&#10;&#10;AI-generated content may be incorrect.">
            <a:extLst>
              <a:ext uri="{FF2B5EF4-FFF2-40B4-BE49-F238E27FC236}">
                <a16:creationId xmlns:a16="http://schemas.microsoft.com/office/drawing/2014/main" id="{94883771-6D34-B904-74C5-26441C232F8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6896513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p:txBody>
          <a:bodyPr/>
          <a:lstStyle/>
          <a:p>
            <a:r>
              <a:rPr lang="en-US"/>
              <a:t>Click to edit Master title style</a:t>
            </a:r>
          </a:p>
        </p:txBody>
      </p:sp>
      <p:sp>
        <p:nvSpPr>
          <p:cNvPr id="7" name="Content Placeholder 6">
            <a:extLst>
              <a:ext uri="{FF2B5EF4-FFF2-40B4-BE49-F238E27FC236}">
                <a16:creationId xmlns:a16="http://schemas.microsoft.com/office/drawing/2014/main" id="{0D492B44-5232-1DD5-0A75-FF15899E1622}"/>
              </a:ext>
            </a:extLst>
          </p:cNvPr>
          <p:cNvSpPr>
            <a:spLocks noGrp="1"/>
          </p:cNvSpPr>
          <p:nvPr>
            <p:ph sz="quarter" idx="13"/>
          </p:nvPr>
        </p:nvSpPr>
        <p:spPr>
          <a:xfrm>
            <a:off x="3581400" y="1916628"/>
            <a:ext cx="77724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838200" y="1909713"/>
            <a:ext cx="2667000" cy="4267200"/>
          </a:xfrm>
        </p:spPr>
        <p:txBody>
          <a:bodyPr/>
          <a:lstStyle/>
          <a:p>
            <a:r>
              <a:rPr lang="en-US"/>
              <a:t>Click icon to add picture</a:t>
            </a:r>
          </a:p>
        </p:txBody>
      </p:sp>
      <p:sp>
        <p:nvSpPr>
          <p:cNvPr id="4" name="Slide Number Placeholder 5">
            <a:extLst>
              <a:ext uri="{FF2B5EF4-FFF2-40B4-BE49-F238E27FC236}">
                <a16:creationId xmlns:a16="http://schemas.microsoft.com/office/drawing/2014/main" id="{9AFF8E0E-9EB5-998E-946E-76BB8424E5DC}"/>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6" name="Picture 5" descr="A black and white logo&#10;&#10;AI-generated content may be incorrect.">
            <a:extLst>
              <a:ext uri="{FF2B5EF4-FFF2-40B4-BE49-F238E27FC236}">
                <a16:creationId xmlns:a16="http://schemas.microsoft.com/office/drawing/2014/main" id="{49B04E87-5DE6-6EED-51DD-2F800FC448A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18209915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pter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0"/>
            <a:ext cx="12192000" cy="6858001"/>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22" y="-18475"/>
            <a:ext cx="3260436" cy="6858001"/>
          </a:xfrm>
        </p:spPr>
        <p:txBody>
          <a:bodyPr/>
          <a:lstStyle>
            <a:lvl1pPr marL="0" indent="0">
              <a:buNone/>
              <a:defRPr>
                <a:solidFill>
                  <a:schemeClr val="tx1"/>
                </a:solidFill>
              </a:defRPr>
            </a:lvl1pPr>
          </a:lstStyle>
          <a:p>
            <a:r>
              <a:rPr lang="en-US"/>
              <a:t>Click icon to add picture</a:t>
            </a:r>
            <a:endParaRPr lang="en-US" dirty="0"/>
          </a:p>
        </p:txBody>
      </p:sp>
      <p:pic>
        <p:nvPicPr>
          <p:cNvPr id="7" name="Picture 6">
            <a:extLst>
              <a:ext uri="{FF2B5EF4-FFF2-40B4-BE49-F238E27FC236}">
                <a16:creationId xmlns:a16="http://schemas.microsoft.com/office/drawing/2014/main" id="{4671E658-0E46-2B9B-2582-595466D76C2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
        <p:nvSpPr>
          <p:cNvPr id="8" name="Slide Number Placeholder 5">
            <a:extLst>
              <a:ext uri="{FF2B5EF4-FFF2-40B4-BE49-F238E27FC236}">
                <a16:creationId xmlns:a16="http://schemas.microsoft.com/office/drawing/2014/main" id="{88DC59A3-E944-E529-CAA8-342028D51BC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36419171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hapter_Teal">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0"/>
            <a:ext cx="12192000" cy="6858001"/>
          </a:xfrm>
          <a:prstGeom prst="rect">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22" y="-18475"/>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8" name="Slide Number Placeholder 5">
            <a:extLst>
              <a:ext uri="{FF2B5EF4-FFF2-40B4-BE49-F238E27FC236}">
                <a16:creationId xmlns:a16="http://schemas.microsoft.com/office/drawing/2014/main" id="{5ADC28AC-C37A-A326-166C-F51BB5FCCBE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1" name="Picture 10">
            <a:extLst>
              <a:ext uri="{FF2B5EF4-FFF2-40B4-BE49-F238E27FC236}">
                <a16:creationId xmlns:a16="http://schemas.microsoft.com/office/drawing/2014/main" id="{237B599A-FC13-CE80-0F9F-48FED298EBE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116125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hapter_Re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16164" y="-18474"/>
            <a:ext cx="12175836" cy="6858001"/>
          </a:xfrm>
          <a:prstGeom prst="rect">
            <a:avLst/>
          </a:prstGeom>
          <a:solidFill>
            <a:srgbClr val="88081A"/>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8" name="Slide Number Placeholder 5">
            <a:extLst>
              <a:ext uri="{FF2B5EF4-FFF2-40B4-BE49-F238E27FC236}">
                <a16:creationId xmlns:a16="http://schemas.microsoft.com/office/drawing/2014/main" id="{4DA253ED-95A2-81B1-ED5F-FB73F93B5ACA}"/>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3" name="Picture 12">
            <a:extLst>
              <a:ext uri="{FF2B5EF4-FFF2-40B4-BE49-F238E27FC236}">
                <a16:creationId xmlns:a16="http://schemas.microsoft.com/office/drawing/2014/main" id="{CF89E0D9-CE95-F2DD-8F66-4600AA0D9D0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406256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hapter_Yellow">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741F36E-CC5D-D401-E81F-519A29E0DCF6}"/>
              </a:ext>
            </a:extLst>
          </p:cNvPr>
          <p:cNvSpPr/>
          <p:nvPr/>
        </p:nvSpPr>
        <p:spPr>
          <a:xfrm>
            <a:off x="0" y="-18474"/>
            <a:ext cx="12192000" cy="6858001"/>
          </a:xfrm>
          <a:prstGeom prst="rect">
            <a:avLst/>
          </a:prstGeom>
          <a:solidFill>
            <a:srgbClr val="464E5D"/>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bg1"/>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sp>
        <p:nvSpPr>
          <p:cNvPr id="7" name="Slide Number Placeholder 5">
            <a:extLst>
              <a:ext uri="{FF2B5EF4-FFF2-40B4-BE49-F238E27FC236}">
                <a16:creationId xmlns:a16="http://schemas.microsoft.com/office/drawing/2014/main" id="{B6BF6A3C-3B41-4712-1AF4-94674B4D19A7}"/>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2" name="Picture 11">
            <a:extLst>
              <a:ext uri="{FF2B5EF4-FFF2-40B4-BE49-F238E27FC236}">
                <a16:creationId xmlns:a16="http://schemas.microsoft.com/office/drawing/2014/main" id="{E0753346-5838-A4A1-22CD-EB63C81D8DC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465962" y="457200"/>
            <a:ext cx="2520633" cy="468000"/>
          </a:xfrm>
          <a:prstGeom prst="rect">
            <a:avLst/>
          </a:prstGeom>
        </p:spPr>
      </p:pic>
    </p:spTree>
    <p:extLst>
      <p:ext uri="{BB962C8B-B14F-4D97-AF65-F5344CB8AC3E}">
        <p14:creationId xmlns:p14="http://schemas.microsoft.com/office/powerpoint/2010/main" val="1379604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hapter_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989F-D0ED-64A5-3009-E2D6C3491686}"/>
              </a:ext>
            </a:extLst>
          </p:cNvPr>
          <p:cNvSpPr>
            <a:spLocks noGrp="1"/>
          </p:cNvSpPr>
          <p:nvPr>
            <p:ph type="title"/>
          </p:nvPr>
        </p:nvSpPr>
        <p:spPr>
          <a:xfrm>
            <a:off x="4648200" y="304799"/>
            <a:ext cx="6248400" cy="6287443"/>
          </a:xfrm>
          <a:noFill/>
        </p:spPr>
        <p:txBody>
          <a:bodyPr lIns="108000" rIns="108000"/>
          <a:lstStyle>
            <a:lvl1pPr algn="ctr">
              <a:tabLst>
                <a:tab pos="2152650" algn="l"/>
              </a:tabLst>
              <a:defRPr>
                <a:solidFill>
                  <a:schemeClr val="tx2"/>
                </a:solidFill>
              </a:defRPr>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28D4ACF6-7FE7-1583-1A5F-3ACB3FF9EBC4}"/>
              </a:ext>
            </a:extLst>
          </p:cNvPr>
          <p:cNvSpPr>
            <a:spLocks noGrp="1"/>
          </p:cNvSpPr>
          <p:nvPr>
            <p:ph type="pic" sz="quarter" idx="14"/>
          </p:nvPr>
        </p:nvSpPr>
        <p:spPr>
          <a:xfrm>
            <a:off x="16164" y="-1"/>
            <a:ext cx="3260436" cy="6858001"/>
          </a:xfrm>
        </p:spPr>
        <p:txBody>
          <a:bodyPr/>
          <a:lstStyle>
            <a:lvl1pPr marL="0" indent="0">
              <a:buNone/>
              <a:defRPr>
                <a:solidFill>
                  <a:schemeClr val="tx1"/>
                </a:solidFill>
              </a:defRPr>
            </a:lvl1pPr>
          </a:lstStyle>
          <a:p>
            <a:r>
              <a:rPr lang="en-US"/>
              <a:t>Click icon to add picture</a:t>
            </a:r>
            <a:endParaRPr lang="en-US" dirty="0"/>
          </a:p>
        </p:txBody>
      </p:sp>
      <p:pic>
        <p:nvPicPr>
          <p:cNvPr id="7" name="Picture 6">
            <a:extLst>
              <a:ext uri="{FF2B5EF4-FFF2-40B4-BE49-F238E27FC236}">
                <a16:creationId xmlns:a16="http://schemas.microsoft.com/office/drawing/2014/main" id="{D3B7B792-5FF4-5C68-FA2E-0994840440B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934201" y="720674"/>
            <a:ext cx="1676398" cy="311252"/>
          </a:xfrm>
          <a:prstGeom prst="rect">
            <a:avLst/>
          </a:prstGeom>
        </p:spPr>
      </p:pic>
      <p:sp>
        <p:nvSpPr>
          <p:cNvPr id="6" name="Slide Number Placeholder 5">
            <a:extLst>
              <a:ext uri="{FF2B5EF4-FFF2-40B4-BE49-F238E27FC236}">
                <a16:creationId xmlns:a16="http://schemas.microsoft.com/office/drawing/2014/main" id="{DB610B6A-4633-AE65-3110-A621B475F600}"/>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575598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op_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DC2A-D376-216E-28BD-DAAC55ACEF00}"/>
              </a:ext>
            </a:extLst>
          </p:cNvPr>
          <p:cNvSpPr>
            <a:spLocks noGrp="1"/>
          </p:cNvSpPr>
          <p:nvPr>
            <p:ph type="title"/>
          </p:nvPr>
        </p:nvSpPr>
        <p:spPr>
          <a:xfrm>
            <a:off x="838200" y="808183"/>
            <a:ext cx="10515600" cy="882505"/>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9930F27E-A8D9-8746-8A29-8DC9AE2974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FE70DFF8-E636-AFD4-DAD5-773E8F027846}"/>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DFFC0DF7-B0C4-69DF-C4AD-3EEA7704BF54}"/>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03633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957F1-3648-DB5F-97F4-B9FBC8DC67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0C53A5-2062-3B7C-A051-27F1199B07A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5C0E74-ADF4-DCCB-C6CD-A58B512CE58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31A8B9B-F01D-207D-54C0-8B87FD86B518}"/>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4B802B0A-DE82-4B11-A6CE-0DE69858AC9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3339435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5039A-3B0B-E85F-8166-16A2048317A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F53EC1B-93DC-092B-2D6C-FF134E2554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A13C23-1020-2963-208F-A81F04EA8E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0AAE526-E798-E209-7B72-459D9E2FFE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3513C4-4256-180A-85CB-CE7F19089C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a:extLst>
              <a:ext uri="{FF2B5EF4-FFF2-40B4-BE49-F238E27FC236}">
                <a16:creationId xmlns:a16="http://schemas.microsoft.com/office/drawing/2014/main" id="{61818BCF-9747-1253-84A7-75119A3A77F8}"/>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10" name="Picture 9" descr="A black and white logo&#10;&#10;AI-generated content may be incorrect.">
            <a:extLst>
              <a:ext uri="{FF2B5EF4-FFF2-40B4-BE49-F238E27FC236}">
                <a16:creationId xmlns:a16="http://schemas.microsoft.com/office/drawing/2014/main" id="{CB7976A7-3787-C8FC-2A42-7B6CC30AA2D8}"/>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20724029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Title_Subtest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F7DC9-D9CF-D501-888C-4512E28F5D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5BE1F1-4040-0AEC-5A66-4141936D10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9F7032-1DEE-F250-EC74-DE75E76A91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57B95571-714F-8ECB-5873-89ABBA8D1C05}"/>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75FC3573-1645-C26D-5202-AD5D26D8620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73057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Title_Subtitle_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561BE-2AEE-257C-6F98-4FE6E56287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F0548F-0B2F-5364-35DF-74F78DC13D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8AF310-636F-D5D9-8635-5BA05E05E4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09090EEF-5623-A808-4B48-2E281F16E5D2}"/>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pic>
        <p:nvPicPr>
          <p:cNvPr id="8" name="Picture 7" descr="A black and white logo&#10;&#10;AI-generated content may be incorrect.">
            <a:extLst>
              <a:ext uri="{FF2B5EF4-FFF2-40B4-BE49-F238E27FC236}">
                <a16:creationId xmlns:a16="http://schemas.microsoft.com/office/drawing/2014/main" id="{F73E908B-1DED-1D13-1CDC-6528AFCFD58C}"/>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9701668" y="6406667"/>
            <a:ext cx="1938948" cy="360000"/>
          </a:xfrm>
          <a:prstGeom prst="rect">
            <a:avLst/>
          </a:prstGeom>
        </p:spPr>
      </p:pic>
    </p:spTree>
    <p:extLst>
      <p:ext uri="{BB962C8B-B14F-4D97-AF65-F5344CB8AC3E}">
        <p14:creationId xmlns:p14="http://schemas.microsoft.com/office/powerpoint/2010/main" val="43414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Ending_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8476E-EDF2-1544-B7AF-438E73FFED2F}"/>
              </a:ext>
            </a:extLst>
          </p:cNvPr>
          <p:cNvSpPr>
            <a:spLocks noGrp="1"/>
          </p:cNvSpPr>
          <p:nvPr>
            <p:ph type="ctrTitle"/>
          </p:nvPr>
        </p:nvSpPr>
        <p:spPr>
          <a:xfrm>
            <a:off x="1524000" y="1054768"/>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9CFB00-4F93-2C54-AB8E-E2A25BFDEAF9}"/>
              </a:ext>
            </a:extLst>
          </p:cNvPr>
          <p:cNvSpPr>
            <a:spLocks noGrp="1"/>
          </p:cNvSpPr>
          <p:nvPr>
            <p:ph type="subTitle" idx="1"/>
          </p:nvPr>
        </p:nvSpPr>
        <p:spPr>
          <a:xfrm>
            <a:off x="1524000" y="3670967"/>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5A846BC-16B2-ACF5-930B-4BDB2EA1B43A}"/>
              </a:ext>
            </a:extLst>
          </p:cNvPr>
          <p:cNvSpPr>
            <a:spLocks noGrp="1"/>
          </p:cNvSpPr>
          <p:nvPr>
            <p:ph type="dt" sz="half" idx="10"/>
          </p:nvPr>
        </p:nvSpPr>
        <p:spPr>
          <a:xfrm>
            <a:off x="152400" y="6950073"/>
            <a:ext cx="2743200" cy="365125"/>
          </a:xfrm>
        </p:spPr>
        <p:txBody>
          <a:bodyPr/>
          <a:lstStyle/>
          <a:p>
            <a:fld id="{5FCC242A-3EBF-42DB-A5EC-5EF22DE786FE}" type="datetime1">
              <a:rPr lang="en-US" smtClean="0"/>
              <a:t>6/9/2026</a:t>
            </a:fld>
            <a:endParaRPr lang="en-US"/>
          </a:p>
        </p:txBody>
      </p:sp>
      <p:pic>
        <p:nvPicPr>
          <p:cNvPr id="21" name="Picture 20">
            <a:extLst>
              <a:ext uri="{FF2B5EF4-FFF2-40B4-BE49-F238E27FC236}">
                <a16:creationId xmlns:a16="http://schemas.microsoft.com/office/drawing/2014/main" id="{1E80EEC5-F03A-63C8-A620-BA619168E7C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606621" y="361342"/>
            <a:ext cx="2978759" cy="553058"/>
          </a:xfrm>
          <a:prstGeom prst="rect">
            <a:avLst/>
          </a:prstGeom>
        </p:spPr>
      </p:pic>
      <p:sp>
        <p:nvSpPr>
          <p:cNvPr id="7" name="Slide Number Placeholder 5">
            <a:extLst>
              <a:ext uri="{FF2B5EF4-FFF2-40B4-BE49-F238E27FC236}">
                <a16:creationId xmlns:a16="http://schemas.microsoft.com/office/drawing/2014/main" id="{AB7D3E97-2543-B2FE-EB9B-7328C11CF39B}"/>
              </a:ext>
            </a:extLst>
          </p:cNvPr>
          <p:cNvSpPr>
            <a:spLocks noGrp="1"/>
          </p:cNvSpPr>
          <p:nvPr>
            <p:ph type="sldNum" sz="quarter" idx="12"/>
          </p:nvPr>
        </p:nvSpPr>
        <p:spPr>
          <a:xfrm>
            <a:off x="11496599" y="6453336"/>
            <a:ext cx="555235" cy="365125"/>
          </a:xfrm>
        </p:spPr>
        <p:txBody>
          <a:bodyPr/>
          <a:lstStyle>
            <a:lvl1pPr algn="r">
              <a:defRPr sz="1400"/>
            </a:lvl1pPr>
          </a:lstStyle>
          <a:p>
            <a:fld id="{4935F444-AADB-4D9B-8467-07BFB92FF6EF}" type="slidenum">
              <a:rPr lang="en-US" smtClean="0"/>
              <a:pPr/>
              <a:t>‹#›</a:t>
            </a:fld>
            <a:endParaRPr lang="en-US"/>
          </a:p>
        </p:txBody>
      </p:sp>
    </p:spTree>
    <p:extLst>
      <p:ext uri="{BB962C8B-B14F-4D97-AF65-F5344CB8AC3E}">
        <p14:creationId xmlns:p14="http://schemas.microsoft.com/office/powerpoint/2010/main" val="3976304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653B8F-9FAA-39F9-159B-4813C9B5DAE0}"/>
              </a:ext>
            </a:extLst>
          </p:cNvPr>
          <p:cNvSpPr>
            <a:spLocks noGrp="1"/>
          </p:cNvSpPr>
          <p:nvPr>
            <p:ph type="dt" sz="half" idx="10"/>
          </p:nvPr>
        </p:nvSpPr>
        <p:spPr/>
        <p:txBody>
          <a:bodyPr/>
          <a:lstStyle/>
          <a:p>
            <a:fld id="{C177D000-41D0-41CD-9A91-CDEFE871900F}" type="datetime1">
              <a:rPr lang="en-US" smtClean="0"/>
              <a:t>6/9/2026</a:t>
            </a:fld>
            <a:endParaRPr lang="en-US"/>
          </a:p>
        </p:txBody>
      </p:sp>
      <p:sp>
        <p:nvSpPr>
          <p:cNvPr id="3" name="Footer Placeholder 2">
            <a:extLst>
              <a:ext uri="{FF2B5EF4-FFF2-40B4-BE49-F238E27FC236}">
                <a16:creationId xmlns:a16="http://schemas.microsoft.com/office/drawing/2014/main" id="{928CF75D-2253-3A6A-9FD1-3FF6424DA03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D786E9-D3A7-2EBB-099F-53D8E2EBFDB4}"/>
              </a:ext>
            </a:extLst>
          </p:cNvPr>
          <p:cNvSpPr>
            <a:spLocks noGrp="1"/>
          </p:cNvSpPr>
          <p:nvPr>
            <p:ph type="sldNum" sz="quarter" idx="12"/>
          </p:nvPr>
        </p:nvSpPr>
        <p:spPr/>
        <p:txBody>
          <a:bodyPr/>
          <a:lstStyle/>
          <a:p>
            <a:fld id="{A567A572-EA38-4C6F-B3D6-D7B2AD31BA64}" type="slidenum">
              <a:rPr lang="en-US" smtClean="0"/>
              <a:t>‹#›</a:t>
            </a:fld>
            <a:endParaRPr lang="en-US"/>
          </a:p>
        </p:txBody>
      </p:sp>
    </p:spTree>
    <p:extLst>
      <p:ext uri="{BB962C8B-B14F-4D97-AF65-F5344CB8AC3E}">
        <p14:creationId xmlns:p14="http://schemas.microsoft.com/office/powerpoint/2010/main" val="1752304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61CB2D-B1B9-DFD7-45E0-0F0BB5E4CB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54E112-FBFA-5989-6409-91558EC809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605348-9053-9365-413F-D6574C828F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A99746-4F4C-4165-8B9E-84011A243CAC}" type="datetime1">
              <a:rPr lang="en-US" smtClean="0"/>
              <a:t>6/9/2026</a:t>
            </a:fld>
            <a:endParaRPr lang="en-US"/>
          </a:p>
        </p:txBody>
      </p:sp>
      <p:sp>
        <p:nvSpPr>
          <p:cNvPr id="5" name="Footer Placeholder 4">
            <a:extLst>
              <a:ext uri="{FF2B5EF4-FFF2-40B4-BE49-F238E27FC236}">
                <a16:creationId xmlns:a16="http://schemas.microsoft.com/office/drawing/2014/main" id="{4E01EE6B-315C-382C-F115-B408E4A0A7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B88D83A-1F13-466A-935B-C7EE0303CE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67A572-EA38-4C6F-B3D6-D7B2AD31BA64}" type="slidenum">
              <a:rPr lang="en-US" smtClean="0"/>
              <a:t>‹#›</a:t>
            </a:fld>
            <a:endParaRPr lang="en-US"/>
          </a:p>
        </p:txBody>
      </p:sp>
    </p:spTree>
    <p:extLst>
      <p:ext uri="{BB962C8B-B14F-4D97-AF65-F5344CB8AC3E}">
        <p14:creationId xmlns:p14="http://schemas.microsoft.com/office/powerpoint/2010/main" val="24039847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6" r:id="rId4"/>
    <p:sldLayoutId id="2147483667" r:id="rId5"/>
    <p:sldLayoutId id="2147483679" r:id="rId6"/>
    <p:sldLayoutId id="2147483668" r:id="rId7"/>
    <p:sldLayoutId id="2147483669" r:id="rId8"/>
    <p:sldLayoutId id="2147483670" r:id="rId9"/>
    <p:sldLayoutId id="2147483678" r:id="rId10"/>
    <p:sldLayoutId id="2147483680" r:id="rId11"/>
    <p:sldLayoutId id="2147483671" r:id="rId12"/>
    <p:sldLayoutId id="2147483672" r:id="rId13"/>
    <p:sldLayoutId id="2147483675" r:id="rId14"/>
    <p:sldLayoutId id="2147483676" r:id="rId15"/>
    <p:sldLayoutId id="2147483677" r:id="rId16"/>
    <p:sldLayoutId id="2147483674" r:id="rId17"/>
  </p:sldLayoutIdLst>
  <p:hf hdr="0" ftr="0" dt="0"/>
  <p:txStyles>
    <p:titleStyle>
      <a:lvl1pPr algn="l" defTabSz="914400" rtl="1" eaLnBrk="1" latinLnBrk="0" hangingPunct="1">
        <a:lnSpc>
          <a:spcPct val="90000"/>
        </a:lnSpc>
        <a:spcBef>
          <a:spcPct val="0"/>
        </a:spcBef>
        <a:buNone/>
        <a:defRPr sz="4400" kern="1200">
          <a:solidFill>
            <a:schemeClr val="tx2"/>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neaman.org.il/" TargetMode="External"/><Relationship Id="rId2" Type="http://schemas.openxmlformats.org/officeDocument/2006/relationships/hyperlink" Target="mailto:elieizenberg@gmail.com" TargetMode="Externa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93C6A-8D53-7C78-356B-60A6247122FB}"/>
              </a:ext>
            </a:extLst>
          </p:cNvPr>
          <p:cNvSpPr>
            <a:spLocks noGrp="1"/>
          </p:cNvSpPr>
          <p:nvPr>
            <p:ph type="ctrTitle"/>
          </p:nvPr>
        </p:nvSpPr>
        <p:spPr>
          <a:xfrm>
            <a:off x="4672484" y="1474939"/>
            <a:ext cx="7519516" cy="2387600"/>
          </a:xfrm>
        </p:spPr>
        <p:txBody>
          <a:bodyPr>
            <a:normAutofit fontScale="90000"/>
          </a:bodyPr>
          <a:lstStyle/>
          <a:p>
            <a:r>
              <a:rPr lang="en-US" dirty="0"/>
              <a:t>International STEM Skills Round Table Phase III</a:t>
            </a:r>
          </a:p>
        </p:txBody>
      </p:sp>
      <p:sp>
        <p:nvSpPr>
          <p:cNvPr id="3" name="Subtitle 2">
            <a:extLst>
              <a:ext uri="{FF2B5EF4-FFF2-40B4-BE49-F238E27FC236}">
                <a16:creationId xmlns:a16="http://schemas.microsoft.com/office/drawing/2014/main" id="{F57198FC-974E-2891-0E1F-3F89FFF8D05C}"/>
              </a:ext>
            </a:extLst>
          </p:cNvPr>
          <p:cNvSpPr>
            <a:spLocks noGrp="1"/>
          </p:cNvSpPr>
          <p:nvPr>
            <p:ph type="subTitle" idx="1"/>
          </p:nvPr>
        </p:nvSpPr>
        <p:spPr>
          <a:xfrm>
            <a:off x="4672484" y="4091138"/>
            <a:ext cx="7519516" cy="1655762"/>
          </a:xfrm>
        </p:spPr>
        <p:txBody>
          <a:bodyPr>
            <a:normAutofit/>
          </a:bodyPr>
          <a:lstStyle/>
          <a:p>
            <a:pPr lvl="2"/>
            <a:r>
              <a:rPr lang="en-US" sz="2400" dirty="0"/>
              <a:t>5th meeting</a:t>
            </a:r>
            <a:endParaRPr lang="he-IL" sz="2400" dirty="0"/>
          </a:p>
          <a:p>
            <a:pPr lvl="2"/>
            <a:r>
              <a:rPr lang="en-US" dirty="0"/>
              <a:t>09.06.2026</a:t>
            </a:r>
          </a:p>
        </p:txBody>
      </p:sp>
    </p:spTree>
    <p:extLst>
      <p:ext uri="{BB962C8B-B14F-4D97-AF65-F5344CB8AC3E}">
        <p14:creationId xmlns:p14="http://schemas.microsoft.com/office/powerpoint/2010/main" val="4093981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C72143AA-AFBB-5267-46CD-D984039AD466}"/>
              </a:ext>
            </a:extLst>
          </p:cNvPr>
          <p:cNvSpPr>
            <a:spLocks noGrp="1" noChangeArrowheads="1"/>
          </p:cNvSpPr>
          <p:nvPr>
            <p:ph type="title"/>
          </p:nvPr>
        </p:nvSpPr>
        <p:spPr bwMode="auto">
          <a:xfrm>
            <a:off x="838200" y="365125"/>
            <a:ext cx="10515600" cy="132556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r>
              <a:rPr lang="en-US" dirty="0"/>
              <a:t>Topic/Dilemma</a:t>
            </a:r>
          </a:p>
        </p:txBody>
      </p:sp>
      <p:sp>
        <p:nvSpPr>
          <p:cNvPr id="3" name="Content Placeholder 2">
            <a:extLst>
              <a:ext uri="{FF2B5EF4-FFF2-40B4-BE49-F238E27FC236}">
                <a16:creationId xmlns:a16="http://schemas.microsoft.com/office/drawing/2014/main" id="{A5B6978A-CB92-F347-D1C9-FA52A40DF2D0}"/>
              </a:ext>
            </a:extLst>
          </p:cNvPr>
          <p:cNvSpPr>
            <a:spLocks noGrp="1"/>
          </p:cNvSpPr>
          <p:nvPr>
            <p:ph sz="quarter" idx="13"/>
          </p:nvPr>
        </p:nvSpPr>
        <p:spPr>
          <a:xfrm>
            <a:off x="3581400" y="1916628"/>
            <a:ext cx="7772400" cy="4267200"/>
          </a:xfrm>
        </p:spPr>
        <p:txBody>
          <a:bodyPr>
            <a:normAutofit/>
          </a:bodyPr>
          <a:lstStyle/>
          <a:p>
            <a:pPr algn="l" rtl="0">
              <a:spcBef>
                <a:spcPts val="600"/>
              </a:spcBef>
              <a:spcAft>
                <a:spcPts val="600"/>
              </a:spcAft>
              <a:buNone/>
            </a:pPr>
            <a:r>
              <a:rPr lang="en-US" dirty="0"/>
              <a:t>How can the professional development of lecturers and teachers be ensured? Who holds the responsibility and the capacity to sustain such development systematically and continuously over time (for example: centers for advancing teaching and learning, a national center for skills development, teacher educators…)?</a:t>
            </a:r>
          </a:p>
        </p:txBody>
      </p:sp>
      <p:pic>
        <p:nvPicPr>
          <p:cNvPr id="9" name="Content Placeholder 8" descr="Businesswoman brainstorming at board in office">
            <a:extLst>
              <a:ext uri="{FF2B5EF4-FFF2-40B4-BE49-F238E27FC236}">
                <a16:creationId xmlns:a16="http://schemas.microsoft.com/office/drawing/2014/main" id="{166E3B66-5ACA-6ACA-68C4-A9810590BBB0}"/>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37078" r="21203"/>
          <a:stretch>
            <a:fillRect/>
          </a:stretch>
        </p:blipFill>
        <p:spPr>
          <a:xfrm>
            <a:off x="838200" y="1909713"/>
            <a:ext cx="2667000" cy="4267200"/>
          </a:xfrm>
          <a:noFill/>
        </p:spPr>
      </p:pic>
      <p:sp>
        <p:nvSpPr>
          <p:cNvPr id="4" name="Slide Number Placeholder 3">
            <a:extLst>
              <a:ext uri="{FF2B5EF4-FFF2-40B4-BE49-F238E27FC236}">
                <a16:creationId xmlns:a16="http://schemas.microsoft.com/office/drawing/2014/main" id="{211BEF2B-31B6-2519-7B88-788084CD94FB}"/>
              </a:ext>
            </a:extLst>
          </p:cNvPr>
          <p:cNvSpPr>
            <a:spLocks noGrp="1"/>
          </p:cNvSpPr>
          <p:nvPr>
            <p:ph type="sldNum" sz="quarter" idx="12"/>
          </p:nvPr>
        </p:nvSpPr>
        <p:spPr>
          <a:xfrm>
            <a:off x="11496599" y="6453336"/>
            <a:ext cx="555235" cy="365125"/>
          </a:xfrm>
        </p:spPr>
        <p:txBody>
          <a:bodyPr anchor="ctr">
            <a:normAutofit/>
          </a:bodyPr>
          <a:lstStyle/>
          <a:p>
            <a:pPr>
              <a:spcAft>
                <a:spcPts val="600"/>
              </a:spcAft>
            </a:pPr>
            <a:fld id="{4935F444-AADB-4D9B-8467-07BFB92FF6EF}" type="slidenum">
              <a:rPr lang="en-US" smtClean="0"/>
              <a:pPr>
                <a:spcAft>
                  <a:spcPts val="600"/>
                </a:spcAft>
              </a:pPr>
              <a:t>2</a:t>
            </a:fld>
            <a:endParaRPr lang="en-US"/>
          </a:p>
        </p:txBody>
      </p:sp>
    </p:spTree>
    <p:extLst>
      <p:ext uri="{BB962C8B-B14F-4D97-AF65-F5344CB8AC3E}">
        <p14:creationId xmlns:p14="http://schemas.microsoft.com/office/powerpoint/2010/main" val="2998426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30380D5-1DDC-47A0-926E-C9595E1F565B}"/>
              </a:ext>
            </a:extLst>
          </p:cNvPr>
          <p:cNvSpPr>
            <a:spLocks noGrp="1"/>
          </p:cNvSpPr>
          <p:nvPr>
            <p:ph type="title"/>
          </p:nvPr>
        </p:nvSpPr>
        <p:spPr/>
        <p:txBody>
          <a:bodyPr/>
          <a:lstStyle/>
          <a:p>
            <a:r>
              <a:rPr lang="en-US" dirty="0"/>
              <a:t>Program </a:t>
            </a:r>
            <a:r>
              <a:rPr lang="en-US" dirty="0">
                <a:solidFill>
                  <a:srgbClr val="242424"/>
                </a:solidFill>
                <a:latin typeface="Segoe UI" panose="020B0502040204020203" pitchFamily="34" charset="0"/>
              </a:rPr>
              <a:t>Outline</a:t>
            </a:r>
            <a:endParaRPr lang="en-US" dirty="0"/>
          </a:p>
        </p:txBody>
      </p:sp>
      <p:sp>
        <p:nvSpPr>
          <p:cNvPr id="2" name="Slide Number Placeholder 1">
            <a:extLst>
              <a:ext uri="{FF2B5EF4-FFF2-40B4-BE49-F238E27FC236}">
                <a16:creationId xmlns:a16="http://schemas.microsoft.com/office/drawing/2014/main" id="{9CFF8584-43AF-1D11-F3FF-D637658EF4F0}"/>
              </a:ext>
            </a:extLst>
          </p:cNvPr>
          <p:cNvSpPr>
            <a:spLocks noGrp="1"/>
          </p:cNvSpPr>
          <p:nvPr>
            <p:ph type="sldNum" sz="quarter" idx="12"/>
          </p:nvPr>
        </p:nvSpPr>
        <p:spPr/>
        <p:txBody>
          <a:bodyPr/>
          <a:lstStyle/>
          <a:p>
            <a:fld id="{4935F444-AADB-4D9B-8467-07BFB92FF6EF}" type="slidenum">
              <a:rPr lang="en-US" smtClean="0"/>
              <a:pPr/>
              <a:t>3</a:t>
            </a:fld>
            <a:endParaRPr lang="en-US"/>
          </a:p>
        </p:txBody>
      </p:sp>
      <p:graphicFrame>
        <p:nvGraphicFramePr>
          <p:cNvPr id="7" name="Content Placeholder 6">
            <a:extLst>
              <a:ext uri="{FF2B5EF4-FFF2-40B4-BE49-F238E27FC236}">
                <a16:creationId xmlns:a16="http://schemas.microsoft.com/office/drawing/2014/main" id="{42A66666-1229-F1E5-D94F-A88CA550E8B9}"/>
              </a:ext>
            </a:extLst>
          </p:cNvPr>
          <p:cNvGraphicFramePr>
            <a:graphicFrameLocks noGrp="1"/>
          </p:cNvGraphicFramePr>
          <p:nvPr>
            <p:ph idx="1"/>
            <p:extLst>
              <p:ext uri="{D42A27DB-BD31-4B8C-83A1-F6EECF244321}">
                <p14:modId xmlns:p14="http://schemas.microsoft.com/office/powerpoint/2010/main" val="575475948"/>
              </p:ext>
            </p:extLst>
          </p:nvPr>
        </p:nvGraphicFramePr>
        <p:xfrm>
          <a:off x="767408" y="1556792"/>
          <a:ext cx="9577064" cy="3820598"/>
        </p:xfrm>
        <a:graphic>
          <a:graphicData uri="http://schemas.openxmlformats.org/drawingml/2006/table">
            <a:tbl>
              <a:tblPr>
                <a:tableStyleId>{BC89EF96-8CEA-46FF-86C4-4CE0E7609802}</a:tableStyleId>
              </a:tblPr>
              <a:tblGrid>
                <a:gridCol w="1560015">
                  <a:extLst>
                    <a:ext uri="{9D8B030D-6E8A-4147-A177-3AD203B41FA5}">
                      <a16:colId xmlns:a16="http://schemas.microsoft.com/office/drawing/2014/main" val="1427717784"/>
                    </a:ext>
                  </a:extLst>
                </a:gridCol>
                <a:gridCol w="4973158">
                  <a:extLst>
                    <a:ext uri="{9D8B030D-6E8A-4147-A177-3AD203B41FA5}">
                      <a16:colId xmlns:a16="http://schemas.microsoft.com/office/drawing/2014/main" val="311437033"/>
                    </a:ext>
                  </a:extLst>
                </a:gridCol>
                <a:gridCol w="3043891">
                  <a:extLst>
                    <a:ext uri="{9D8B030D-6E8A-4147-A177-3AD203B41FA5}">
                      <a16:colId xmlns:a16="http://schemas.microsoft.com/office/drawing/2014/main" val="1859181180"/>
                    </a:ext>
                  </a:extLst>
                </a:gridCol>
              </a:tblGrid>
              <a:tr h="508620">
                <a:tc>
                  <a:txBody>
                    <a:bodyPr/>
                    <a:lstStyle/>
                    <a:p>
                      <a:pPr algn="l" rtl="0" fontAlgn="t">
                        <a:spcAft>
                          <a:spcPts val="800"/>
                        </a:spcAft>
                        <a:buNone/>
                      </a:pPr>
                      <a:r>
                        <a:rPr lang="en-US" sz="1600" b="1">
                          <a:solidFill>
                            <a:srgbClr val="000000"/>
                          </a:solidFill>
                          <a:effectLst/>
                          <a:latin typeface="+mn-lt"/>
                        </a:rPr>
                        <a:t>Time</a:t>
                      </a:r>
                      <a:endParaRPr lang="en-US" sz="1600">
                        <a:solidFill>
                          <a:srgbClr val="000000"/>
                        </a:solidFill>
                        <a:effectLst/>
                        <a:latin typeface="+mn-lt"/>
                      </a:endParaRPr>
                    </a:p>
                  </a:txBody>
                  <a:tcPr marL="68580" marR="68580" marT="0" marB="0" anchor="ctr"/>
                </a:tc>
                <a:tc>
                  <a:txBody>
                    <a:bodyPr/>
                    <a:lstStyle/>
                    <a:p>
                      <a:pPr algn="l" rtl="0" fontAlgn="t">
                        <a:spcAft>
                          <a:spcPts val="800"/>
                        </a:spcAft>
                        <a:buNone/>
                      </a:pPr>
                      <a:r>
                        <a:rPr lang="en-US" sz="1600" b="1">
                          <a:solidFill>
                            <a:srgbClr val="000000"/>
                          </a:solidFill>
                          <a:effectLst/>
                          <a:latin typeface="+mn-lt"/>
                        </a:rPr>
                        <a:t>Topic</a:t>
                      </a:r>
                      <a:endParaRPr lang="en-US" sz="1600">
                        <a:solidFill>
                          <a:srgbClr val="000000"/>
                        </a:solidFill>
                        <a:effectLst/>
                        <a:latin typeface="+mn-lt"/>
                      </a:endParaRPr>
                    </a:p>
                  </a:txBody>
                  <a:tcPr marL="68580" marR="68580" marT="0" marB="0" anchor="ctr"/>
                </a:tc>
                <a:tc>
                  <a:txBody>
                    <a:bodyPr/>
                    <a:lstStyle/>
                    <a:p>
                      <a:pPr algn="l" rtl="0" fontAlgn="t">
                        <a:spcAft>
                          <a:spcPts val="800"/>
                        </a:spcAft>
                        <a:buNone/>
                      </a:pPr>
                      <a:r>
                        <a:rPr lang="en-US" sz="1600" b="1">
                          <a:solidFill>
                            <a:srgbClr val="000000"/>
                          </a:solidFill>
                          <a:effectLst/>
                          <a:latin typeface="+mn-lt"/>
                        </a:rPr>
                        <a:t>Speakers</a:t>
                      </a:r>
                      <a:endParaRPr lang="en-US" sz="1600">
                        <a:solidFill>
                          <a:srgbClr val="000000"/>
                        </a:solidFill>
                        <a:effectLst/>
                        <a:latin typeface="+mn-lt"/>
                      </a:endParaRPr>
                    </a:p>
                  </a:txBody>
                  <a:tcPr marL="68580" marR="68580" marT="0" marB="0" anchor="ctr"/>
                </a:tc>
                <a:extLst>
                  <a:ext uri="{0D108BD9-81ED-4DB2-BD59-A6C34878D82A}">
                    <a16:rowId xmlns:a16="http://schemas.microsoft.com/office/drawing/2014/main" val="2069978650"/>
                  </a:ext>
                </a:extLst>
              </a:tr>
              <a:tr h="370719">
                <a:tc>
                  <a:txBody>
                    <a:bodyPr/>
                    <a:lstStyle/>
                    <a:p>
                      <a:pPr algn="l" rtl="0" fontAlgn="t">
                        <a:spcAft>
                          <a:spcPts val="800"/>
                        </a:spcAft>
                        <a:buNone/>
                      </a:pPr>
                      <a:r>
                        <a:rPr lang="en-IL" sz="1600" b="1" dirty="0">
                          <a:solidFill>
                            <a:srgbClr val="000000"/>
                          </a:solidFill>
                          <a:effectLst/>
                          <a:latin typeface="+mn-lt"/>
                        </a:rPr>
                        <a:t>15:00 - 15:1</a:t>
                      </a:r>
                      <a:r>
                        <a:rPr lang="he-IL" sz="1600" b="1" dirty="0">
                          <a:solidFill>
                            <a:srgbClr val="000000"/>
                          </a:solidFill>
                          <a:effectLst/>
                          <a:latin typeface="+mn-lt"/>
                        </a:rPr>
                        <a:t>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Opening remarks</a:t>
                      </a:r>
                    </a:p>
                  </a:txBody>
                  <a:tcPr marL="68580" marR="68580" marT="0" marB="0" anchor="ctr"/>
                </a:tc>
                <a:tc>
                  <a:txBody>
                    <a:bodyPr/>
                    <a:lstStyle/>
                    <a:p>
                      <a:pPr algn="l" rtl="0" fontAlgn="t">
                        <a:spcAft>
                          <a:spcPts val="800"/>
                        </a:spcAft>
                        <a:buNone/>
                      </a:pPr>
                      <a:r>
                        <a:rPr lang="en-US" sz="1600">
                          <a:solidFill>
                            <a:srgbClr val="000000"/>
                          </a:solidFill>
                          <a:effectLst/>
                          <a:latin typeface="+mn-lt"/>
                        </a:rPr>
                        <a:t>Dr. Eli Eisenberg</a:t>
                      </a:r>
                    </a:p>
                  </a:txBody>
                  <a:tcPr marL="68580" marR="68580" marT="0" marB="0" anchor="ctr"/>
                </a:tc>
                <a:extLst>
                  <a:ext uri="{0D108BD9-81ED-4DB2-BD59-A6C34878D82A}">
                    <a16:rowId xmlns:a16="http://schemas.microsoft.com/office/drawing/2014/main" val="3535265726"/>
                  </a:ext>
                </a:extLst>
              </a:tr>
              <a:tr h="329202">
                <a:tc>
                  <a:txBody>
                    <a:bodyPr/>
                    <a:lstStyle/>
                    <a:p>
                      <a:pPr algn="l" rtl="0" fontAlgn="t">
                        <a:spcAft>
                          <a:spcPts val="800"/>
                        </a:spcAft>
                        <a:buNone/>
                      </a:pPr>
                      <a:r>
                        <a:rPr lang="en-IL" sz="1600" b="1" dirty="0">
                          <a:solidFill>
                            <a:srgbClr val="000000"/>
                          </a:solidFill>
                          <a:effectLst/>
                          <a:latin typeface="+mn-lt"/>
                        </a:rPr>
                        <a:t>15:</a:t>
                      </a:r>
                      <a:r>
                        <a:rPr lang="en-US" sz="1600" b="1" dirty="0">
                          <a:solidFill>
                            <a:srgbClr val="000000"/>
                          </a:solidFill>
                          <a:effectLst/>
                          <a:latin typeface="+mn-lt"/>
                        </a:rPr>
                        <a:t>15</a:t>
                      </a:r>
                      <a:r>
                        <a:rPr lang="en-IL" sz="1600" b="1" dirty="0">
                          <a:solidFill>
                            <a:srgbClr val="000000"/>
                          </a:solidFill>
                          <a:effectLst/>
                          <a:latin typeface="+mn-lt"/>
                        </a:rPr>
                        <a:t> - 15:35</a:t>
                      </a:r>
                      <a:endParaRPr lang="en-IL" sz="1600" dirty="0">
                        <a:solidFill>
                          <a:srgbClr val="000000"/>
                        </a:solidFill>
                        <a:effectLst/>
                        <a:latin typeface="+mn-lt"/>
                      </a:endParaRPr>
                    </a:p>
                  </a:txBody>
                  <a:tcPr marL="68580" marR="68580" marT="0" marB="0" anchor="ctr"/>
                </a:tc>
                <a:tc>
                  <a:txBody>
                    <a:bodyPr/>
                    <a:lstStyle/>
                    <a:p>
                      <a:pPr algn="l" rtl="0" fontAlgn="t">
                        <a:buNone/>
                      </a:pPr>
                      <a:r>
                        <a:rPr lang="en-US" sz="1600" dirty="0">
                          <a:solidFill>
                            <a:srgbClr val="000000"/>
                          </a:solidFill>
                          <a:effectLst/>
                          <a:latin typeface="+mn-lt"/>
                        </a:rPr>
                        <a:t>Addressing the dilemma of this meeting</a:t>
                      </a:r>
                    </a:p>
                  </a:txBody>
                  <a:tcPr marL="68580" marR="68580" marT="0" marB="0" anchor="ctr"/>
                </a:tc>
                <a:tc>
                  <a:txBody>
                    <a:bodyPr/>
                    <a:lstStyle/>
                    <a:p>
                      <a:pPr algn="l" rtl="0" fontAlgn="t">
                        <a:spcAft>
                          <a:spcPts val="800"/>
                        </a:spcAft>
                        <a:buNone/>
                      </a:pPr>
                      <a:r>
                        <a:rPr lang="en-US" sz="1600" kern="1200" dirty="0">
                          <a:solidFill>
                            <a:srgbClr val="000000"/>
                          </a:solidFill>
                          <a:effectLst/>
                          <a:latin typeface="+mn-lt"/>
                          <a:ea typeface="+mn-ea"/>
                          <a:cs typeface="+mn-cs"/>
                        </a:rPr>
                        <a:t>Prof. Russell Tytler</a:t>
                      </a:r>
                    </a:p>
                  </a:txBody>
                  <a:tcPr marL="68580" marR="68580" marT="0" marB="0" anchor="ctr"/>
                </a:tc>
                <a:extLst>
                  <a:ext uri="{0D108BD9-81ED-4DB2-BD59-A6C34878D82A}">
                    <a16:rowId xmlns:a16="http://schemas.microsoft.com/office/drawing/2014/main" val="1838234950"/>
                  </a:ext>
                </a:extLst>
              </a:tr>
              <a:tr h="355497">
                <a:tc>
                  <a:txBody>
                    <a:bodyPr/>
                    <a:lstStyle/>
                    <a:p>
                      <a:pPr algn="l" rtl="0" fontAlgn="t">
                        <a:spcAft>
                          <a:spcPts val="800"/>
                        </a:spcAft>
                        <a:buNone/>
                      </a:pPr>
                      <a:r>
                        <a:rPr lang="en-IL" sz="1600" b="1" dirty="0">
                          <a:solidFill>
                            <a:srgbClr val="000000"/>
                          </a:solidFill>
                          <a:effectLst/>
                          <a:latin typeface="+mn-lt"/>
                        </a:rPr>
                        <a:t>15:35</a:t>
                      </a:r>
                      <a:r>
                        <a:rPr lang="en-US" sz="1600" b="1" dirty="0">
                          <a:solidFill>
                            <a:srgbClr val="000000"/>
                          </a:solidFill>
                          <a:effectLst/>
                          <a:latin typeface="+mn-lt"/>
                        </a:rPr>
                        <a:t> </a:t>
                      </a:r>
                      <a:r>
                        <a:rPr lang="en-IL" sz="1600" b="1" dirty="0">
                          <a:solidFill>
                            <a:srgbClr val="000000"/>
                          </a:solidFill>
                          <a:effectLst/>
                          <a:latin typeface="+mn-lt"/>
                        </a:rPr>
                        <a:t>- 15:40</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Q&amp;A</a:t>
                      </a:r>
                    </a:p>
                  </a:txBody>
                  <a:tcPr marL="68580" marR="68580" marT="0" marB="0" anchor="ctr"/>
                </a:tc>
                <a:tc>
                  <a:txBody>
                    <a:bodyPr/>
                    <a:lstStyle/>
                    <a:p>
                      <a:pPr algn="l" rtl="0" fontAlgn="t">
                        <a:buNone/>
                      </a:pPr>
                      <a:r>
                        <a:rPr lang="en-US" sz="1600" dirty="0">
                          <a:solidFill>
                            <a:srgbClr val="000000"/>
                          </a:solidFill>
                          <a:effectLst/>
                          <a:latin typeface="+mn-lt"/>
                        </a:rPr>
                        <a:t>Moderated by Prof. Arnon Bentur</a:t>
                      </a:r>
                    </a:p>
                  </a:txBody>
                  <a:tcPr marL="68580" marR="68580" marT="0" marB="0" anchor="ctr"/>
                </a:tc>
                <a:extLst>
                  <a:ext uri="{0D108BD9-81ED-4DB2-BD59-A6C34878D82A}">
                    <a16:rowId xmlns:a16="http://schemas.microsoft.com/office/drawing/2014/main" val="2230924673"/>
                  </a:ext>
                </a:extLst>
              </a:tr>
              <a:tr h="336692">
                <a:tc>
                  <a:txBody>
                    <a:bodyPr/>
                    <a:lstStyle/>
                    <a:p>
                      <a:pPr algn="l" rtl="0" fontAlgn="t">
                        <a:spcAft>
                          <a:spcPts val="800"/>
                        </a:spcAft>
                        <a:buNone/>
                      </a:pPr>
                      <a:r>
                        <a:rPr lang="en-IL" sz="1600" b="1" dirty="0">
                          <a:solidFill>
                            <a:srgbClr val="000000"/>
                          </a:solidFill>
                          <a:effectLst/>
                          <a:latin typeface="+mn-lt"/>
                        </a:rPr>
                        <a:t>15:40 </a:t>
                      </a:r>
                      <a:r>
                        <a:rPr lang="en-US" sz="1600" b="1" dirty="0">
                          <a:solidFill>
                            <a:srgbClr val="000000"/>
                          </a:solidFill>
                          <a:effectLst/>
                          <a:latin typeface="+mn-lt"/>
                        </a:rPr>
                        <a:t>–</a:t>
                      </a:r>
                      <a:r>
                        <a:rPr lang="en-IL" sz="1600" b="1" dirty="0">
                          <a:solidFill>
                            <a:srgbClr val="000000"/>
                          </a:solidFill>
                          <a:effectLst/>
                          <a:latin typeface="+mn-lt"/>
                        </a:rPr>
                        <a:t> </a:t>
                      </a:r>
                      <a:r>
                        <a:rPr lang="en-US" sz="1600" b="1" dirty="0">
                          <a:solidFill>
                            <a:srgbClr val="000000"/>
                          </a:solidFill>
                          <a:effectLst/>
                          <a:latin typeface="+mn-lt"/>
                        </a:rPr>
                        <a:t>16:00</a:t>
                      </a:r>
                      <a:endParaRPr lang="en-IL" sz="1600" dirty="0">
                        <a:solidFill>
                          <a:srgbClr val="000000"/>
                        </a:solidFill>
                        <a:effectLst/>
                        <a:latin typeface="+mn-lt"/>
                      </a:endParaRPr>
                    </a:p>
                  </a:txBody>
                  <a:tcPr marL="68580" marR="68580" marT="0" marB="0" anchor="ctr"/>
                </a:tc>
                <a:tc>
                  <a:txBody>
                    <a:bodyPr/>
                    <a:lstStyle/>
                    <a:p>
                      <a:pPr algn="l" rtl="0" fontAlgn="t">
                        <a:buNone/>
                      </a:pPr>
                      <a:r>
                        <a:rPr lang="en-US" sz="1600" dirty="0">
                          <a:solidFill>
                            <a:srgbClr val="000000"/>
                          </a:solidFill>
                          <a:effectLst/>
                          <a:latin typeface="+mn-lt"/>
                        </a:rPr>
                        <a:t>Addressing the dilemma of this meeting</a:t>
                      </a:r>
                    </a:p>
                  </a:txBody>
                  <a:tcPr marL="68580" marR="68580" marT="0" marB="0" anchor="ctr"/>
                </a:tc>
                <a:tc>
                  <a:txBody>
                    <a:bodyPr/>
                    <a:lstStyle/>
                    <a:p>
                      <a:pPr algn="l" rtl="0" fontAlgn="t">
                        <a:spcAft>
                          <a:spcPts val="800"/>
                        </a:spcAft>
                        <a:buNone/>
                      </a:pPr>
                      <a:r>
                        <a:rPr lang="en-US" sz="1600" kern="1200" dirty="0">
                          <a:solidFill>
                            <a:schemeClr val="tx1"/>
                          </a:solidFill>
                          <a:effectLst/>
                          <a:latin typeface="+mn-lt"/>
                          <a:ea typeface="+mn-ea"/>
                          <a:cs typeface="+mn-cs"/>
                        </a:rPr>
                        <a:t>Dr. Yael Granot-Bein</a:t>
                      </a:r>
                      <a:endParaRPr lang="en-US" sz="1400" dirty="0">
                        <a:solidFill>
                          <a:srgbClr val="000000"/>
                        </a:solidFill>
                        <a:effectLst/>
                        <a:latin typeface="+mn-lt"/>
                      </a:endParaRPr>
                    </a:p>
                  </a:txBody>
                  <a:tcPr marL="68580" marR="68580" marT="0" marB="0" anchor="ctr"/>
                </a:tc>
                <a:extLst>
                  <a:ext uri="{0D108BD9-81ED-4DB2-BD59-A6C34878D82A}">
                    <a16:rowId xmlns:a16="http://schemas.microsoft.com/office/drawing/2014/main" val="1661762525"/>
                  </a:ext>
                </a:extLst>
              </a:tr>
              <a:tr h="338497">
                <a:tc>
                  <a:txBody>
                    <a:bodyPr/>
                    <a:lstStyle/>
                    <a:p>
                      <a:pPr algn="l" rtl="0" fontAlgn="t">
                        <a:spcAft>
                          <a:spcPts val="800"/>
                        </a:spcAft>
                        <a:buNone/>
                      </a:pPr>
                      <a:r>
                        <a:rPr lang="en-US" sz="1600" b="1" dirty="0">
                          <a:solidFill>
                            <a:srgbClr val="000000"/>
                          </a:solidFill>
                          <a:effectLst/>
                          <a:latin typeface="+mn-lt"/>
                        </a:rPr>
                        <a:t>16:00 </a:t>
                      </a:r>
                      <a:r>
                        <a:rPr lang="en-IL" sz="1600" b="1" dirty="0">
                          <a:solidFill>
                            <a:srgbClr val="000000"/>
                          </a:solidFill>
                          <a:effectLst/>
                          <a:latin typeface="+mn-lt"/>
                        </a:rPr>
                        <a:t>–</a:t>
                      </a:r>
                      <a:r>
                        <a:rPr lang="en-US" sz="1600" b="1" dirty="0">
                          <a:solidFill>
                            <a:srgbClr val="000000"/>
                          </a:solidFill>
                          <a:effectLst/>
                          <a:latin typeface="+mn-lt"/>
                        </a:rPr>
                        <a:t> 16:05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Q&amp;A</a:t>
                      </a:r>
                    </a:p>
                  </a:txBody>
                  <a:tcPr marL="68580" marR="68580" marT="0" marB="0" anchor="ctr"/>
                </a:tc>
                <a:tc>
                  <a:txBody>
                    <a:bodyPr/>
                    <a:lstStyle/>
                    <a:p>
                      <a:pPr algn="l" rtl="0" fontAlgn="t">
                        <a:buNone/>
                      </a:pPr>
                      <a:r>
                        <a:rPr lang="en-US" sz="1600" dirty="0">
                          <a:solidFill>
                            <a:srgbClr val="000000"/>
                          </a:solidFill>
                          <a:effectLst/>
                          <a:latin typeface="+mn-lt"/>
                        </a:rPr>
                        <a:t>Moderated by Prof. Arnon Bentur</a:t>
                      </a:r>
                    </a:p>
                  </a:txBody>
                  <a:tcPr marL="68580" marR="68580" marT="0" marB="0" anchor="ctr"/>
                </a:tc>
                <a:extLst>
                  <a:ext uri="{0D108BD9-81ED-4DB2-BD59-A6C34878D82A}">
                    <a16:rowId xmlns:a16="http://schemas.microsoft.com/office/drawing/2014/main" val="3578430218"/>
                  </a:ext>
                </a:extLst>
              </a:tr>
              <a:tr h="434348">
                <a:tc>
                  <a:txBody>
                    <a:bodyPr/>
                    <a:lstStyle/>
                    <a:p>
                      <a:pPr algn="l" rtl="0" fontAlgn="t">
                        <a:spcAft>
                          <a:spcPts val="800"/>
                        </a:spcAft>
                        <a:buNone/>
                      </a:pPr>
                      <a:r>
                        <a:rPr lang="en-IL" sz="1600" b="1" dirty="0">
                          <a:solidFill>
                            <a:srgbClr val="000000"/>
                          </a:solidFill>
                          <a:effectLst/>
                          <a:latin typeface="+mn-lt"/>
                        </a:rPr>
                        <a:t>16:</a:t>
                      </a:r>
                      <a:r>
                        <a:rPr lang="en-US" sz="1600" b="1" dirty="0">
                          <a:solidFill>
                            <a:srgbClr val="000000"/>
                          </a:solidFill>
                          <a:effectLst/>
                          <a:latin typeface="+mn-lt"/>
                        </a:rPr>
                        <a:t>05 </a:t>
                      </a:r>
                      <a:r>
                        <a:rPr lang="en-IL" sz="1600" b="1" dirty="0">
                          <a:solidFill>
                            <a:srgbClr val="000000"/>
                          </a:solidFill>
                          <a:effectLst/>
                          <a:latin typeface="+mn-lt"/>
                        </a:rPr>
                        <a:t>-</a:t>
                      </a:r>
                      <a:r>
                        <a:rPr lang="en-US" sz="1600" b="1" dirty="0">
                          <a:solidFill>
                            <a:srgbClr val="000000"/>
                          </a:solidFill>
                          <a:effectLst/>
                          <a:latin typeface="+mn-lt"/>
                        </a:rPr>
                        <a:t> </a:t>
                      </a:r>
                      <a:r>
                        <a:rPr lang="en-IL" sz="1600" b="1" dirty="0">
                          <a:solidFill>
                            <a:srgbClr val="000000"/>
                          </a:solidFill>
                          <a:effectLst/>
                          <a:latin typeface="+mn-lt"/>
                        </a:rPr>
                        <a:t>16:45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dirty="0">
                          <a:solidFill>
                            <a:srgbClr val="000000"/>
                          </a:solidFill>
                          <a:effectLst/>
                          <a:latin typeface="+mn-lt"/>
                        </a:rPr>
                        <a:t>Discussion</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Moderated by </a:t>
                      </a:r>
                      <a:r>
                        <a:rPr lang="en-US" sz="1600" kern="1200" dirty="0">
                          <a:solidFill>
                            <a:schemeClr val="tx1"/>
                          </a:solidFill>
                          <a:effectLst/>
                          <a:latin typeface="+mn-lt"/>
                          <a:ea typeface="+mn-ea"/>
                          <a:cs typeface="+mn-cs"/>
                        </a:rPr>
                        <a:t>Dr. Revital </a:t>
                      </a:r>
                      <a:r>
                        <a:rPr lang="en-US" sz="1600" kern="1200" dirty="0" err="1">
                          <a:solidFill>
                            <a:schemeClr val="tx1"/>
                          </a:solidFill>
                          <a:effectLst/>
                          <a:latin typeface="+mn-lt"/>
                          <a:ea typeface="+mn-ea"/>
                          <a:cs typeface="+mn-cs"/>
                        </a:rPr>
                        <a:t>Duek</a:t>
                      </a:r>
                      <a:endParaRPr lang="en-US" sz="1600" dirty="0">
                        <a:solidFill>
                          <a:srgbClr val="000000"/>
                        </a:solidFill>
                        <a:effectLst/>
                        <a:latin typeface="+mn-lt"/>
                      </a:endParaRPr>
                    </a:p>
                  </a:txBody>
                  <a:tcPr marL="68580" marR="68580" marT="0" marB="0" anchor="ctr"/>
                </a:tc>
                <a:extLst>
                  <a:ext uri="{0D108BD9-81ED-4DB2-BD59-A6C34878D82A}">
                    <a16:rowId xmlns:a16="http://schemas.microsoft.com/office/drawing/2014/main" val="1494327148"/>
                  </a:ext>
                </a:extLst>
              </a:tr>
              <a:tr h="448624">
                <a:tc>
                  <a:txBody>
                    <a:bodyPr/>
                    <a:lstStyle/>
                    <a:p>
                      <a:pPr algn="l" rtl="0" fontAlgn="t">
                        <a:spcAft>
                          <a:spcPts val="800"/>
                        </a:spcAft>
                        <a:buNone/>
                      </a:pPr>
                      <a:r>
                        <a:rPr lang="en-IL" sz="1600" b="1" dirty="0">
                          <a:solidFill>
                            <a:srgbClr val="000000"/>
                          </a:solidFill>
                          <a:effectLst/>
                          <a:latin typeface="+mn-lt"/>
                        </a:rPr>
                        <a:t>16:45 </a:t>
                      </a:r>
                      <a:r>
                        <a:rPr lang="en-US" sz="1600" b="1" dirty="0">
                          <a:solidFill>
                            <a:srgbClr val="000000"/>
                          </a:solidFill>
                          <a:effectLst/>
                          <a:latin typeface="+mn-lt"/>
                        </a:rPr>
                        <a:t>-</a:t>
                      </a:r>
                      <a:r>
                        <a:rPr lang="en-IL" sz="1600" b="1" dirty="0">
                          <a:solidFill>
                            <a:srgbClr val="000000"/>
                          </a:solidFill>
                          <a:effectLst/>
                          <a:latin typeface="+mn-lt"/>
                        </a:rPr>
                        <a:t> 16:55</a:t>
                      </a:r>
                      <a:endParaRPr lang="en-IL" sz="1600" dirty="0">
                        <a:solidFill>
                          <a:srgbClr val="000000"/>
                        </a:solidFill>
                        <a:effectLst/>
                        <a:latin typeface="+mn-lt"/>
                      </a:endParaRPr>
                    </a:p>
                  </a:txBody>
                  <a:tcPr marL="68580" marR="68580" marT="0" marB="0" anchor="ctr"/>
                </a:tc>
                <a:tc>
                  <a:txBody>
                    <a:bodyPr/>
                    <a:lstStyle/>
                    <a:p>
                      <a:pPr algn="l" rtl="0" fontAlgn="t">
                        <a:spcAft>
                          <a:spcPts val="800"/>
                        </a:spcAft>
                        <a:buNone/>
                      </a:pPr>
                      <a:r>
                        <a:rPr lang="en-US" sz="1600">
                          <a:solidFill>
                            <a:srgbClr val="000000"/>
                          </a:solidFill>
                          <a:effectLst/>
                          <a:latin typeface="+mn-lt"/>
                        </a:rPr>
                        <a:t>Summary of the meeting</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Dr. Avigdor Zonnenshain</a:t>
                      </a:r>
                    </a:p>
                  </a:txBody>
                  <a:tcPr marL="68580" marR="68580" marT="0" marB="0" anchor="ctr"/>
                </a:tc>
                <a:extLst>
                  <a:ext uri="{0D108BD9-81ED-4DB2-BD59-A6C34878D82A}">
                    <a16:rowId xmlns:a16="http://schemas.microsoft.com/office/drawing/2014/main" val="2129809873"/>
                  </a:ext>
                </a:extLst>
              </a:tr>
              <a:tr h="417033">
                <a:tc>
                  <a:txBody>
                    <a:bodyPr/>
                    <a:lstStyle/>
                    <a:p>
                      <a:pPr algn="l" rtl="0" fontAlgn="t">
                        <a:spcAft>
                          <a:spcPts val="800"/>
                        </a:spcAft>
                        <a:buNone/>
                      </a:pPr>
                      <a:r>
                        <a:rPr lang="en-IL" sz="1600" b="1" dirty="0">
                          <a:solidFill>
                            <a:srgbClr val="000000"/>
                          </a:solidFill>
                          <a:effectLst/>
                          <a:latin typeface="+mn-lt"/>
                        </a:rPr>
                        <a:t>16:55 </a:t>
                      </a:r>
                      <a:r>
                        <a:rPr lang="en-US" sz="1600" b="1" dirty="0">
                          <a:solidFill>
                            <a:srgbClr val="000000"/>
                          </a:solidFill>
                          <a:effectLst/>
                          <a:latin typeface="+mn-lt"/>
                        </a:rPr>
                        <a:t>-</a:t>
                      </a:r>
                      <a:r>
                        <a:rPr lang="en-IL" sz="1600" b="1" dirty="0">
                          <a:solidFill>
                            <a:srgbClr val="000000"/>
                          </a:solidFill>
                          <a:effectLst/>
                          <a:latin typeface="+mn-lt"/>
                        </a:rPr>
                        <a:t> 17:00</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Introducing the topic/dilemma of the next meeting</a:t>
                      </a:r>
                    </a:p>
                  </a:txBody>
                  <a:tcPr marL="68580" marR="68580" marT="0" marB="0" anchor="ctr"/>
                </a:tc>
                <a:tc>
                  <a:txBody>
                    <a:bodyPr/>
                    <a:lstStyle/>
                    <a:p>
                      <a:pPr algn="l" rtl="0" fontAlgn="t">
                        <a:spcAft>
                          <a:spcPts val="800"/>
                        </a:spcAft>
                        <a:buNone/>
                      </a:pPr>
                      <a:r>
                        <a:rPr lang="en-US" sz="1600" dirty="0">
                          <a:solidFill>
                            <a:srgbClr val="000000"/>
                          </a:solidFill>
                          <a:effectLst/>
                          <a:latin typeface="+mn-lt"/>
                        </a:rPr>
                        <a:t>Dr. Eli Eisenberg</a:t>
                      </a:r>
                    </a:p>
                  </a:txBody>
                  <a:tcPr marL="68580" marR="68580" marT="0" marB="0" anchor="ctr"/>
                </a:tc>
                <a:extLst>
                  <a:ext uri="{0D108BD9-81ED-4DB2-BD59-A6C34878D82A}">
                    <a16:rowId xmlns:a16="http://schemas.microsoft.com/office/drawing/2014/main" val="59888836"/>
                  </a:ext>
                </a:extLst>
              </a:tr>
            </a:tbl>
          </a:graphicData>
        </a:graphic>
      </p:graphicFrame>
    </p:spTree>
    <p:extLst>
      <p:ext uri="{BB962C8B-B14F-4D97-AF65-F5344CB8AC3E}">
        <p14:creationId xmlns:p14="http://schemas.microsoft.com/office/powerpoint/2010/main" val="277688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399E1-63AC-7DC0-C831-87AF703FD93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671D31E-A2D9-6228-0450-63C8DB280142}"/>
              </a:ext>
            </a:extLst>
          </p:cNvPr>
          <p:cNvSpPr>
            <a:spLocks noGrp="1"/>
          </p:cNvSpPr>
          <p:nvPr>
            <p:ph type="title"/>
          </p:nvPr>
        </p:nvSpPr>
        <p:spPr/>
        <p:txBody>
          <a:bodyPr/>
          <a:lstStyle/>
          <a:p>
            <a:r>
              <a:rPr lang="en-US" dirty="0"/>
              <a:t> </a:t>
            </a:r>
            <a:r>
              <a:rPr lang="en-US" sz="4000" dirty="0"/>
              <a:t>The Issues to be Discussed in the Meetings</a:t>
            </a:r>
            <a:endParaRPr lang="en-US" dirty="0"/>
          </a:p>
        </p:txBody>
      </p:sp>
      <p:sp>
        <p:nvSpPr>
          <p:cNvPr id="2" name="Slide Number Placeholder 1">
            <a:extLst>
              <a:ext uri="{FF2B5EF4-FFF2-40B4-BE49-F238E27FC236}">
                <a16:creationId xmlns:a16="http://schemas.microsoft.com/office/drawing/2014/main" id="{DC63F0B1-A4C8-FDE7-8FB4-B392EDE5B521}"/>
              </a:ext>
            </a:extLst>
          </p:cNvPr>
          <p:cNvSpPr>
            <a:spLocks noGrp="1"/>
          </p:cNvSpPr>
          <p:nvPr>
            <p:ph type="sldNum" sz="quarter" idx="12"/>
          </p:nvPr>
        </p:nvSpPr>
        <p:spPr/>
        <p:txBody>
          <a:bodyPr/>
          <a:lstStyle/>
          <a:p>
            <a:fld id="{4935F444-AADB-4D9B-8467-07BFB92FF6EF}" type="slidenum">
              <a:rPr lang="en-US" smtClean="0"/>
              <a:pPr/>
              <a:t>4</a:t>
            </a:fld>
            <a:endParaRPr lang="en-US"/>
          </a:p>
        </p:txBody>
      </p:sp>
      <p:graphicFrame>
        <p:nvGraphicFramePr>
          <p:cNvPr id="7" name="Content Placeholder 6">
            <a:extLst>
              <a:ext uri="{FF2B5EF4-FFF2-40B4-BE49-F238E27FC236}">
                <a16:creationId xmlns:a16="http://schemas.microsoft.com/office/drawing/2014/main" id="{053337F3-BA6B-769E-052B-3D04801E8974}"/>
              </a:ext>
            </a:extLst>
          </p:cNvPr>
          <p:cNvGraphicFramePr>
            <a:graphicFrameLocks noGrp="1"/>
          </p:cNvGraphicFramePr>
          <p:nvPr>
            <p:ph idx="1"/>
            <p:extLst>
              <p:ext uri="{D42A27DB-BD31-4B8C-83A1-F6EECF244321}">
                <p14:modId xmlns:p14="http://schemas.microsoft.com/office/powerpoint/2010/main" val="149575944"/>
              </p:ext>
            </p:extLst>
          </p:nvPr>
        </p:nvGraphicFramePr>
        <p:xfrm>
          <a:off x="443372" y="1451322"/>
          <a:ext cx="11305256" cy="5184576"/>
        </p:xfrm>
        <a:graphic>
          <a:graphicData uri="http://schemas.openxmlformats.org/drawingml/2006/table">
            <a:tbl>
              <a:tblPr firstRow="1" firstCol="1" bandRow="1">
                <a:tableStyleId>{72833802-FEF1-4C79-8D5D-14CF1EAF98D9}</a:tableStyleId>
              </a:tblPr>
              <a:tblGrid>
                <a:gridCol w="1049773">
                  <a:extLst>
                    <a:ext uri="{9D8B030D-6E8A-4147-A177-3AD203B41FA5}">
                      <a16:colId xmlns:a16="http://schemas.microsoft.com/office/drawing/2014/main" val="1602745924"/>
                    </a:ext>
                  </a:extLst>
                </a:gridCol>
                <a:gridCol w="1615037">
                  <a:extLst>
                    <a:ext uri="{9D8B030D-6E8A-4147-A177-3AD203B41FA5}">
                      <a16:colId xmlns:a16="http://schemas.microsoft.com/office/drawing/2014/main" val="1790423547"/>
                    </a:ext>
                  </a:extLst>
                </a:gridCol>
                <a:gridCol w="8640446">
                  <a:extLst>
                    <a:ext uri="{9D8B030D-6E8A-4147-A177-3AD203B41FA5}">
                      <a16:colId xmlns:a16="http://schemas.microsoft.com/office/drawing/2014/main" val="3452019273"/>
                    </a:ext>
                  </a:extLst>
                </a:gridCol>
              </a:tblGrid>
              <a:tr h="503088">
                <a:tc>
                  <a:txBody>
                    <a:bodyPr/>
                    <a:lstStyle/>
                    <a:p>
                      <a:pPr algn="ctr" rtl="0">
                        <a:lnSpc>
                          <a:spcPct val="115000"/>
                        </a:lnSpc>
                        <a:spcBef>
                          <a:spcPts val="600"/>
                        </a:spcBef>
                        <a:spcAft>
                          <a:spcPts val="600"/>
                        </a:spcAft>
                        <a:buNone/>
                      </a:pPr>
                      <a:r>
                        <a:rPr lang="en-US" sz="1400">
                          <a:effectLst/>
                        </a:rPr>
                        <a:t>Meeting No.</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Date</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Content</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123332899"/>
                  </a:ext>
                </a:extLst>
              </a:tr>
              <a:tr h="555717">
                <a:tc>
                  <a:txBody>
                    <a:bodyPr/>
                    <a:lstStyle/>
                    <a:p>
                      <a:pPr algn="ctr" rtl="0">
                        <a:lnSpc>
                          <a:spcPct val="115000"/>
                        </a:lnSpc>
                        <a:spcBef>
                          <a:spcPts val="600"/>
                        </a:spcBef>
                        <a:spcAft>
                          <a:spcPts val="600"/>
                        </a:spcAft>
                        <a:buNone/>
                      </a:pPr>
                      <a:r>
                        <a:rPr lang="en-US" sz="1400">
                          <a:effectLst/>
                        </a:rPr>
                        <a:t>1</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02.12.2025</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l" rtl="0">
                        <a:lnSpc>
                          <a:spcPct val="115000"/>
                        </a:lnSpc>
                        <a:spcBef>
                          <a:spcPts val="600"/>
                        </a:spcBef>
                        <a:spcAft>
                          <a:spcPts val="600"/>
                        </a:spcAft>
                        <a:buNone/>
                      </a:pPr>
                      <a:r>
                        <a:rPr lang="en-US" sz="1400" kern="1200" dirty="0">
                          <a:solidFill>
                            <a:schemeClr val="dk1"/>
                          </a:solidFill>
                          <a:effectLst/>
                        </a:rPr>
                        <a:t>Introduction, Presentation of roundtable participants, Lecture and Discussion on “Skills and Competencies in the Era of Artificial Intelligence".</a:t>
                      </a:r>
                      <a:endParaRPr lang="en-US" sz="1400" kern="1200" dirty="0">
                        <a:solidFill>
                          <a:schemeClr val="dk1"/>
                        </a:solidFill>
                        <a:effectLst/>
                        <a:latin typeface="+mn-lt"/>
                        <a:ea typeface="+mn-ea"/>
                        <a:cs typeface="+mn-cs"/>
                      </a:endParaRPr>
                    </a:p>
                  </a:txBody>
                  <a:tcPr marL="50921" marR="50921" marT="0" marB="0"/>
                </a:tc>
                <a:extLst>
                  <a:ext uri="{0D108BD9-81ED-4DB2-BD59-A6C34878D82A}">
                    <a16:rowId xmlns:a16="http://schemas.microsoft.com/office/drawing/2014/main" val="2597466034"/>
                  </a:ext>
                </a:extLst>
              </a:tr>
              <a:tr h="758801">
                <a:tc>
                  <a:txBody>
                    <a:bodyPr/>
                    <a:lstStyle/>
                    <a:p>
                      <a:pPr algn="ctr" rtl="0">
                        <a:lnSpc>
                          <a:spcPct val="115000"/>
                        </a:lnSpc>
                        <a:spcBef>
                          <a:spcPts val="600"/>
                        </a:spcBef>
                        <a:spcAft>
                          <a:spcPts val="600"/>
                        </a:spcAft>
                        <a:buNone/>
                      </a:pPr>
                      <a:r>
                        <a:rPr lang="en-US" sz="1400">
                          <a:effectLst/>
                        </a:rPr>
                        <a:t>2</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dirty="0">
                          <a:effectLst/>
                        </a:rPr>
                        <a:t>20.01.2026</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l" rtl="0">
                        <a:lnSpc>
                          <a:spcPct val="115000"/>
                        </a:lnSpc>
                        <a:spcBef>
                          <a:spcPts val="600"/>
                        </a:spcBef>
                        <a:spcAft>
                          <a:spcPts val="600"/>
                        </a:spcAft>
                        <a:buNone/>
                      </a:pPr>
                      <a:r>
                        <a:rPr lang="en-US" sz="1400" dirty="0">
                          <a:effectLst/>
                        </a:rPr>
                        <a:t>Should the profile of lecturers and teachers become uniform or similar, or should there be a diversity of lecturer and teacher profiles within higher education faculties and secondary schools?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3497664629"/>
                  </a:ext>
                </a:extLst>
              </a:tr>
              <a:tr h="758801">
                <a:tc>
                  <a:txBody>
                    <a:bodyPr/>
                    <a:lstStyle/>
                    <a:p>
                      <a:pPr algn="ctr" rtl="0">
                        <a:lnSpc>
                          <a:spcPct val="115000"/>
                        </a:lnSpc>
                        <a:spcBef>
                          <a:spcPts val="600"/>
                        </a:spcBef>
                        <a:spcAft>
                          <a:spcPts val="600"/>
                        </a:spcAft>
                        <a:buNone/>
                      </a:pPr>
                      <a:r>
                        <a:rPr lang="en-US" sz="1400">
                          <a:effectLst/>
                        </a:rPr>
                        <a:t>3</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10.03.2026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Should lecturers and teachers themselves possess the required skills and competencies, or should their primary expertise lie in the ability to cultivate these skills among their students and pupils?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808252787"/>
                  </a:ext>
                </a:extLst>
              </a:tr>
              <a:tr h="758801">
                <a:tc>
                  <a:txBody>
                    <a:bodyPr/>
                    <a:lstStyle/>
                    <a:p>
                      <a:pPr algn="ctr" rtl="0">
                        <a:lnSpc>
                          <a:spcPct val="115000"/>
                        </a:lnSpc>
                        <a:spcBef>
                          <a:spcPts val="600"/>
                        </a:spcBef>
                        <a:spcAft>
                          <a:spcPts val="600"/>
                        </a:spcAft>
                        <a:buNone/>
                      </a:pPr>
                      <a:r>
                        <a:rPr lang="en-US" sz="1400">
                          <a:effectLst/>
                        </a:rPr>
                        <a:t>4</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28.04.2026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Is the lecturer or teacher alone who should lead the educational process within their field of knowledge, or should an educational triangle be formed among the lecturer/teacher, the student/pupil and artificial intelligence?</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231707498"/>
                  </a:ext>
                </a:extLst>
              </a:tr>
              <a:tr h="1014515">
                <a:tc>
                  <a:txBody>
                    <a:bodyPr/>
                    <a:lstStyle/>
                    <a:p>
                      <a:pPr algn="ctr" rtl="0">
                        <a:lnSpc>
                          <a:spcPct val="115000"/>
                        </a:lnSpc>
                        <a:spcBef>
                          <a:spcPts val="600"/>
                        </a:spcBef>
                        <a:spcAft>
                          <a:spcPts val="600"/>
                        </a:spcAft>
                        <a:buNone/>
                      </a:pPr>
                      <a:r>
                        <a:rPr lang="en-US" sz="1400">
                          <a:effectLst/>
                        </a:rPr>
                        <a:t>5</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09.06.2026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a:effectLst/>
                        </a:rPr>
                        <a:t>How </a:t>
                      </a:r>
                      <a:r>
                        <a:rPr lang="en-US" sz="1400" dirty="0">
                          <a:effectLst/>
                        </a:rPr>
                        <a:t>can the professional development of lecturers and teachers be ensured? Who holds the responsibility and the capacity to sustain such development systematically and continuously over time (for example: centers for advancing teaching and learning, a national center for skills development, teacher educators…)?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3420820619"/>
                  </a:ext>
                </a:extLst>
              </a:tr>
              <a:tr h="834853">
                <a:tc>
                  <a:txBody>
                    <a:bodyPr/>
                    <a:lstStyle/>
                    <a:p>
                      <a:pPr algn="ctr" rtl="0">
                        <a:lnSpc>
                          <a:spcPct val="115000"/>
                        </a:lnSpc>
                        <a:spcBef>
                          <a:spcPts val="600"/>
                        </a:spcBef>
                        <a:spcAft>
                          <a:spcPts val="600"/>
                        </a:spcAft>
                        <a:buNone/>
                      </a:pPr>
                      <a:r>
                        <a:rPr lang="en-US" sz="1400">
                          <a:effectLst/>
                        </a:rPr>
                        <a:t>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ctr" rtl="0">
                        <a:lnSpc>
                          <a:spcPct val="115000"/>
                        </a:lnSpc>
                        <a:spcBef>
                          <a:spcPts val="600"/>
                        </a:spcBef>
                        <a:spcAft>
                          <a:spcPts val="600"/>
                        </a:spcAft>
                        <a:buNone/>
                      </a:pPr>
                      <a:r>
                        <a:rPr lang="en-US" sz="1400">
                          <a:effectLst/>
                        </a:rPr>
                        <a:t>21.07.2026</a:t>
                      </a:r>
                      <a:endParaRPr lang="en-US" sz="140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tc>
                  <a:txBody>
                    <a:bodyPr/>
                    <a:lstStyle/>
                    <a:p>
                      <a:pPr algn="just" rtl="0">
                        <a:lnSpc>
                          <a:spcPct val="115000"/>
                        </a:lnSpc>
                        <a:spcBef>
                          <a:spcPts val="600"/>
                        </a:spcBef>
                        <a:spcAft>
                          <a:spcPts val="600"/>
                        </a:spcAft>
                        <a:buNone/>
                      </a:pPr>
                      <a:r>
                        <a:rPr lang="en-US" sz="1400" dirty="0">
                          <a:effectLst/>
                        </a:rPr>
                        <a:t>What is the appropriate balance between physical environments and virtual ones (such as XR and VR)? What forms of experiential learning in relevant workplaces are most suitable, and how can mentors from industry be effectively integrated into the learning process?</a:t>
                      </a:r>
                      <a:endParaRPr lang="en-US" sz="1400" dirty="0">
                        <a:effectLst/>
                        <a:latin typeface="Segoe UI" panose="020B0502040204020203" pitchFamily="34" charset="0"/>
                        <a:ea typeface="Calibri" panose="020F0502020204030204" pitchFamily="34" charset="0"/>
                        <a:cs typeface="Segoe UI" panose="020B0502040204020203" pitchFamily="34" charset="0"/>
                      </a:endParaRPr>
                    </a:p>
                  </a:txBody>
                  <a:tcPr marL="50921" marR="50921" marT="0" marB="0"/>
                </a:tc>
                <a:extLst>
                  <a:ext uri="{0D108BD9-81ED-4DB2-BD59-A6C34878D82A}">
                    <a16:rowId xmlns:a16="http://schemas.microsoft.com/office/drawing/2014/main" val="1554231146"/>
                  </a:ext>
                </a:extLst>
              </a:tr>
            </a:tbl>
          </a:graphicData>
        </a:graphic>
      </p:graphicFrame>
    </p:spTree>
    <p:extLst>
      <p:ext uri="{BB962C8B-B14F-4D97-AF65-F5344CB8AC3E}">
        <p14:creationId xmlns:p14="http://schemas.microsoft.com/office/powerpoint/2010/main" val="11706260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8F8A26-45E8-AA58-41EE-AA2E0B219AA3}"/>
              </a:ext>
            </a:extLst>
          </p:cNvPr>
          <p:cNvSpPr txBox="1">
            <a:spLocks/>
          </p:cNvSpPr>
          <p:nvPr/>
        </p:nvSpPr>
        <p:spPr>
          <a:xfrm>
            <a:off x="0" y="1982530"/>
            <a:ext cx="12192000" cy="12241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000"/>
              <a:t>We appreciate your time and attention</a:t>
            </a:r>
            <a:endParaRPr lang="en-US" sz="5000" dirty="0"/>
          </a:p>
        </p:txBody>
      </p:sp>
      <p:sp>
        <p:nvSpPr>
          <p:cNvPr id="5" name="Text Placeholder 3">
            <a:extLst>
              <a:ext uri="{FF2B5EF4-FFF2-40B4-BE49-F238E27FC236}">
                <a16:creationId xmlns:a16="http://schemas.microsoft.com/office/drawing/2014/main" id="{D8FA2E58-4583-28E5-5B39-42BA5F26A7C7}"/>
              </a:ext>
            </a:extLst>
          </p:cNvPr>
          <p:cNvSpPr txBox="1">
            <a:spLocks/>
          </p:cNvSpPr>
          <p:nvPr/>
        </p:nvSpPr>
        <p:spPr>
          <a:xfrm>
            <a:off x="0" y="4263402"/>
            <a:ext cx="12192000" cy="15001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2"/>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2"/>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2"/>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2"/>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dirty="0"/>
              <a:t>For any questions or further discussion &gt;</a:t>
            </a:r>
            <a:r>
              <a:rPr lang="he-IL" sz="2800" dirty="0"/>
              <a:t> </a:t>
            </a:r>
            <a:r>
              <a:rPr lang="en-US" sz="2800" dirty="0">
                <a:hlinkClick r:id="rId2"/>
              </a:rPr>
              <a:t>elieizenberg@gmail.com</a:t>
            </a:r>
            <a:r>
              <a:rPr lang="he-IL" sz="2800" dirty="0"/>
              <a:t> </a:t>
            </a:r>
            <a:endParaRPr lang="en-US" sz="2800" dirty="0"/>
          </a:p>
          <a:p>
            <a:endParaRPr lang="en-US" sz="3000" dirty="0"/>
          </a:p>
          <a:p>
            <a:r>
              <a:rPr lang="en-US" sz="3000" dirty="0"/>
              <a:t>Explore our recent publications &gt; </a:t>
            </a:r>
            <a:r>
              <a:rPr lang="en-CA" sz="3000" u="sng" dirty="0">
                <a:hlinkClick r:id="rId3"/>
              </a:rPr>
              <a:t>www.neaman.org.il</a:t>
            </a:r>
            <a:endParaRPr lang="he-IL" sz="3000" u="sng" dirty="0"/>
          </a:p>
          <a:p>
            <a:endParaRPr lang="he-IL" sz="3000" dirty="0"/>
          </a:p>
        </p:txBody>
      </p:sp>
      <p:sp>
        <p:nvSpPr>
          <p:cNvPr id="6" name="Slide Number Placeholder 5">
            <a:extLst>
              <a:ext uri="{FF2B5EF4-FFF2-40B4-BE49-F238E27FC236}">
                <a16:creationId xmlns:a16="http://schemas.microsoft.com/office/drawing/2014/main" id="{48C6F1AA-7F1B-C8BB-812E-D954767DBFF8}"/>
              </a:ext>
            </a:extLst>
          </p:cNvPr>
          <p:cNvSpPr>
            <a:spLocks noGrp="1"/>
          </p:cNvSpPr>
          <p:nvPr>
            <p:ph type="sldNum" sz="quarter" idx="12"/>
          </p:nvPr>
        </p:nvSpPr>
        <p:spPr/>
        <p:txBody>
          <a:bodyPr/>
          <a:lstStyle/>
          <a:p>
            <a:fld id="{4935F444-AADB-4D9B-8467-07BFB92FF6EF}" type="slidenum">
              <a:rPr lang="en-US" smtClean="0"/>
              <a:pPr/>
              <a:t>5</a:t>
            </a:fld>
            <a:endParaRPr lang="en-US"/>
          </a:p>
        </p:txBody>
      </p:sp>
    </p:spTree>
    <p:extLst>
      <p:ext uri="{BB962C8B-B14F-4D97-AF65-F5344CB8AC3E}">
        <p14:creationId xmlns:p14="http://schemas.microsoft.com/office/powerpoint/2010/main" val="1279503842"/>
      </p:ext>
    </p:extLst>
  </p:cSld>
  <p:clrMapOvr>
    <a:masterClrMapping/>
  </p:clrMapOvr>
</p:sld>
</file>

<file path=ppt/theme/theme1.xml><?xml version="1.0" encoding="utf-8"?>
<a:theme xmlns:a="http://schemas.openxmlformats.org/drawingml/2006/main" name="SNI-pp">
  <a:themeElements>
    <a:clrScheme name="SNI Theme">
      <a:dk1>
        <a:sysClr val="windowText" lastClr="000000"/>
      </a:dk1>
      <a:lt1>
        <a:srgbClr val="FFFFFF"/>
      </a:lt1>
      <a:dk2>
        <a:srgbClr val="1A4B53"/>
      </a:dk2>
      <a:lt2>
        <a:srgbClr val="E7E6E6"/>
      </a:lt2>
      <a:accent1>
        <a:srgbClr val="08213F"/>
      </a:accent1>
      <a:accent2>
        <a:srgbClr val="1A5B5A"/>
      </a:accent2>
      <a:accent3>
        <a:srgbClr val="D1422F"/>
      </a:accent3>
      <a:accent4>
        <a:srgbClr val="F4AA5B"/>
      </a:accent4>
      <a:accent5>
        <a:srgbClr val="ABC8BE"/>
      </a:accent5>
      <a:accent6>
        <a:srgbClr val="8E7861"/>
      </a:accent6>
      <a:hlink>
        <a:srgbClr val="023160"/>
      </a:hlink>
      <a:folHlink>
        <a:srgbClr val="954F72"/>
      </a:folHlink>
    </a:clrScheme>
    <a:fontScheme name="SMI">
      <a:majorFont>
        <a:latin typeface="Heebo"/>
        <a:ea typeface=""/>
        <a:cs typeface="Heebo Medium"/>
      </a:majorFont>
      <a:minorFont>
        <a:latin typeface="Heebo"/>
        <a:ea typeface=""/>
        <a:cs typeface="Heebo"/>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NI-English Template  17.06.2024 (002)  -  Read-Only" id="{18ED639E-699A-4826-960B-EFE68D21593D}" vid="{21565CFD-B2A1-4836-9EE1-AF9CC16A34B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DBCC0738EEC624F9D360D04B21611FC" ma:contentTypeVersion="10" ma:contentTypeDescription="Create a new document." ma:contentTypeScope="" ma:versionID="828c8b696262cda1c9af7fd274053cec">
  <xsd:schema xmlns:xsd="http://www.w3.org/2001/XMLSchema" xmlns:xs="http://www.w3.org/2001/XMLSchema" xmlns:p="http://schemas.microsoft.com/office/2006/metadata/properties" xmlns:ns2="26245dc9-15bf-457b-b339-f3659df4a572" targetNamespace="http://schemas.microsoft.com/office/2006/metadata/properties" ma:root="true" ma:fieldsID="1df3aaf0a6983d0b626bd5c79f38f90f" ns2:_="">
    <xsd:import namespace="26245dc9-15bf-457b-b339-f3659df4a57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SearchPropertie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245dc9-15bf-457b-b339-f3659df4a5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693862-55F6-4691-9FEC-D5CDDC7D21B9}">
  <ds:schemaRefs>
    <ds:schemaRef ds:uri="http://schemas.microsoft.com/office/2006/metadata/properties"/>
    <ds:schemaRef ds:uri="http://schemas.microsoft.com/office/infopath/2007/PartnerControls"/>
    <ds:schemaRef ds:uri="43168679-1908-49e2-880d-afbaa5953d3f"/>
    <ds:schemaRef ds:uri="a70d96b3-98c6-4516-be39-fdf6db169683"/>
  </ds:schemaRefs>
</ds:datastoreItem>
</file>

<file path=customXml/itemProps2.xml><?xml version="1.0" encoding="utf-8"?>
<ds:datastoreItem xmlns:ds="http://schemas.openxmlformats.org/officeDocument/2006/customXml" ds:itemID="{9B91D255-BC18-40BC-8E93-E9A19A7F297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245dc9-15bf-457b-b339-f3659df4a5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80622CE-358F-496B-8090-97EB0CFB81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SNI English Template  2025</Template>
  <TotalTime>614</TotalTime>
  <Words>446</Words>
  <Application>Microsoft Office PowerPoint</Application>
  <PresentationFormat>Widescreen</PresentationFormat>
  <Paragraphs>67</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Arial</vt:lpstr>
      <vt:lpstr>Heebo</vt:lpstr>
      <vt:lpstr>Segoe UI</vt:lpstr>
      <vt:lpstr>SNI-pp</vt:lpstr>
      <vt:lpstr>International STEM Skills Round Table Phase III</vt:lpstr>
      <vt:lpstr>Topic/Dilemma</vt:lpstr>
      <vt:lpstr>Program Outline</vt:lpstr>
      <vt:lpstr> The Issues to be Discussed in the Meetings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Tamar Dayan</dc:creator>
  <cp:lastModifiedBy>Tamar Dayan</cp:lastModifiedBy>
  <cp:revision>1</cp:revision>
  <dcterms:created xsi:type="dcterms:W3CDTF">2025-11-27T08:50:44Z</dcterms:created>
  <dcterms:modified xsi:type="dcterms:W3CDTF">2026-06-09T12:14:27Z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713800</vt:r8>
  </property>
  <property fmtid="{D5CDD505-2E9C-101B-9397-08002B2CF9AE}" pid="3" name="xd_ProgID">
    <vt:lpwstr/>
  </property>
  <property fmtid="{D5CDD505-2E9C-101B-9397-08002B2CF9AE}" pid="4" name="MediaServiceImageTags">
    <vt:lpwstr/>
  </property>
  <property fmtid="{D5CDD505-2E9C-101B-9397-08002B2CF9AE}" pid="5" name="ContentTypeId">
    <vt:lpwstr>0x0101004DBCC0738EEC624F9D360D04B21611FC</vt:lpwstr>
  </property>
  <property fmtid="{D5CDD505-2E9C-101B-9397-08002B2CF9AE}" pid="6" name="_ColorHex">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_ColorTag">
    <vt:lpwstr/>
  </property>
  <property fmtid="{D5CDD505-2E9C-101B-9397-08002B2CF9AE}" pid="11" name="TriggerFlowInfo">
    <vt:lpwstr/>
  </property>
  <property fmtid="{D5CDD505-2E9C-101B-9397-08002B2CF9AE}" pid="12" name="xd_Signature">
    <vt:bool>false</vt:bool>
  </property>
  <property fmtid="{D5CDD505-2E9C-101B-9397-08002B2CF9AE}" pid="13" name="_Emoji">
    <vt:lpwstr/>
  </property>
</Properties>
</file>