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 r:id="rId5"/>
    <p:sldId id="269" r:id="rId6"/>
    <p:sldId id="257" r:id="rId7"/>
    <p:sldId id="267"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E5D"/>
    <a:srgbClr val="880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4D598-D86E-44FA-B85F-7E994CD5B5C0}" v="6" dt="2026-01-20T08:01:33.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p:cViewPr varScale="1">
        <p:scale>
          <a:sx n="88" d="100"/>
          <a:sy n="88" d="100"/>
        </p:scale>
        <p:origin x="147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r Dayan" userId="2338586c-a48f-4e39-900d-f8bccc397993" providerId="ADAL" clId="{3D967E0B-1195-4699-A2D5-741BE8EA1AC4}"/>
    <pc:docChg chg="undo custSel addSld delSld modSld">
      <pc:chgData name="Tamar Dayan" userId="2338586c-a48f-4e39-900d-f8bccc397993" providerId="ADAL" clId="{3D967E0B-1195-4699-A2D5-741BE8EA1AC4}" dt="2026-01-20T08:02:21.270" v="66" actId="1076"/>
      <pc:docMkLst>
        <pc:docMk/>
      </pc:docMkLst>
      <pc:sldChg chg="modSp mod">
        <pc:chgData name="Tamar Dayan" userId="2338586c-a48f-4e39-900d-f8bccc397993" providerId="ADAL" clId="{3D967E0B-1195-4699-A2D5-741BE8EA1AC4}" dt="2026-01-19T07:54:11.966" v="13" actId="20577"/>
        <pc:sldMkLst>
          <pc:docMk/>
          <pc:sldMk cId="4093981861" sldId="256"/>
        </pc:sldMkLst>
        <pc:spChg chg="mod">
          <ac:chgData name="Tamar Dayan" userId="2338586c-a48f-4e39-900d-f8bccc397993" providerId="ADAL" clId="{3D967E0B-1195-4699-A2D5-741BE8EA1AC4}" dt="2026-01-19T07:54:11.966" v="13" actId="20577"/>
          <ac:spMkLst>
            <pc:docMk/>
            <pc:sldMk cId="4093981861" sldId="256"/>
            <ac:spMk id="3" creationId="{F57198FC-974E-2891-0E1F-3F89FFF8D05C}"/>
          </ac:spMkLst>
        </pc:spChg>
      </pc:sldChg>
      <pc:sldChg chg="addSp delSp modSp mod">
        <pc:chgData name="Tamar Dayan" userId="2338586c-a48f-4e39-900d-f8bccc397993" providerId="ADAL" clId="{3D967E0B-1195-4699-A2D5-741BE8EA1AC4}" dt="2026-01-20T08:00:53.893" v="54" actId="6549"/>
        <pc:sldMkLst>
          <pc:docMk/>
          <pc:sldMk cId="277688667" sldId="257"/>
        </pc:sldMkLst>
        <pc:spChg chg="add del mod">
          <ac:chgData name="Tamar Dayan" userId="2338586c-a48f-4e39-900d-f8bccc397993" providerId="ADAL" clId="{3D967E0B-1195-4699-A2D5-741BE8EA1AC4}" dt="2026-01-19T08:05:44.652" v="39"/>
          <ac:spMkLst>
            <pc:docMk/>
            <pc:sldMk cId="277688667" sldId="257"/>
            <ac:spMk id="6" creationId="{B0757EBE-1F06-146A-2D2C-ECD3E4577377}"/>
          </ac:spMkLst>
        </pc:spChg>
        <pc:graphicFrameChg chg="del mod modGraphic">
          <ac:chgData name="Tamar Dayan" userId="2338586c-a48f-4e39-900d-f8bccc397993" providerId="ADAL" clId="{3D967E0B-1195-4699-A2D5-741BE8EA1AC4}" dt="2026-01-19T08:05:20.284" v="38" actId="478"/>
          <ac:graphicFrameMkLst>
            <pc:docMk/>
            <pc:sldMk cId="277688667" sldId="257"/>
            <ac:graphicFrameMk id="5" creationId="{8D1C7427-1AD5-B6DC-37E0-CC71A1DD9753}"/>
          </ac:graphicFrameMkLst>
        </pc:graphicFrameChg>
        <pc:graphicFrameChg chg="add mod modGraphic">
          <ac:chgData name="Tamar Dayan" userId="2338586c-a48f-4e39-900d-f8bccc397993" providerId="ADAL" clId="{3D967E0B-1195-4699-A2D5-741BE8EA1AC4}" dt="2026-01-20T08:00:53.893" v="54" actId="6549"/>
          <ac:graphicFrameMkLst>
            <pc:docMk/>
            <pc:sldMk cId="277688667" sldId="257"/>
            <ac:graphicFrameMk id="7" creationId="{42A66666-1229-F1E5-D94F-A88CA550E8B9}"/>
          </ac:graphicFrameMkLst>
        </pc:graphicFrameChg>
      </pc:sldChg>
      <pc:sldChg chg="modSp add del mod">
        <pc:chgData name="Tamar Dayan" userId="2338586c-a48f-4e39-900d-f8bccc397993" providerId="ADAL" clId="{3D967E0B-1195-4699-A2D5-741BE8EA1AC4}" dt="2026-01-20T08:02:21.270" v="66" actId="1076"/>
        <pc:sldMkLst>
          <pc:docMk/>
          <pc:sldMk cId="1170626003" sldId="267"/>
        </pc:sldMkLst>
        <pc:graphicFrameChg chg="mod modGraphic">
          <ac:chgData name="Tamar Dayan" userId="2338586c-a48f-4e39-900d-f8bccc397993" providerId="ADAL" clId="{3D967E0B-1195-4699-A2D5-741BE8EA1AC4}" dt="2026-01-20T08:02:21.270" v="66" actId="1076"/>
          <ac:graphicFrameMkLst>
            <pc:docMk/>
            <pc:sldMk cId="1170626003" sldId="267"/>
            <ac:graphicFrameMk id="7" creationId="{053337F3-BA6B-769E-052B-3D04801E8974}"/>
          </ac:graphicFrameMkLst>
        </pc:graphicFrameChg>
      </pc:sldChg>
      <pc:sldChg chg="del">
        <pc:chgData name="Tamar Dayan" userId="2338586c-a48f-4e39-900d-f8bccc397993" providerId="ADAL" clId="{3D967E0B-1195-4699-A2D5-741BE8EA1AC4}" dt="2026-01-19T08:02:32.751" v="34" actId="47"/>
        <pc:sldMkLst>
          <pc:docMk/>
          <pc:sldMk cId="3768982380" sldId="268"/>
        </pc:sldMkLst>
      </pc:sldChg>
      <pc:sldChg chg="addSp delSp modSp mod">
        <pc:chgData name="Tamar Dayan" userId="2338586c-a48f-4e39-900d-f8bccc397993" providerId="ADAL" clId="{3D967E0B-1195-4699-A2D5-741BE8EA1AC4}" dt="2026-01-19T08:02:21.065" v="32" actId="20577"/>
        <pc:sldMkLst>
          <pc:docMk/>
          <pc:sldMk cId="2998426485" sldId="269"/>
        </pc:sldMkLst>
        <pc:spChg chg="mod">
          <ac:chgData name="Tamar Dayan" userId="2338586c-a48f-4e39-900d-f8bccc397993" providerId="ADAL" clId="{3D967E0B-1195-4699-A2D5-741BE8EA1AC4}" dt="2026-01-19T08:00:23.832" v="15"/>
          <ac:spMkLst>
            <pc:docMk/>
            <pc:sldMk cId="2998426485" sldId="269"/>
            <ac:spMk id="3" creationId="{A5B6978A-CB92-F347-D1C9-FA52A40DF2D0}"/>
          </ac:spMkLst>
        </pc:spChg>
        <pc:spChg chg="mod">
          <ac:chgData name="Tamar Dayan" userId="2338586c-a48f-4e39-900d-f8bccc397993" providerId="ADAL" clId="{3D967E0B-1195-4699-A2D5-741BE8EA1AC4}" dt="2026-01-19T08:02:21.065" v="32" actId="20577"/>
          <ac:spMkLst>
            <pc:docMk/>
            <pc:sldMk cId="2998426485" sldId="269"/>
            <ac:spMk id="5" creationId="{C72143AA-AFBB-5267-46CD-D984039AD466}"/>
          </ac:spMkLst>
        </pc:spChg>
        <pc:spChg chg="add del mod">
          <ac:chgData name="Tamar Dayan" userId="2338586c-a48f-4e39-900d-f8bccc397993" providerId="ADAL" clId="{3D967E0B-1195-4699-A2D5-741BE8EA1AC4}" dt="2026-01-19T08:01:29.895" v="24" actId="931"/>
          <ac:spMkLst>
            <pc:docMk/>
            <pc:sldMk cId="2998426485" sldId="269"/>
            <ac:spMk id="6" creationId="{6E7E3B7F-A43A-7956-438E-70129E542AA6}"/>
          </ac:spMkLst>
        </pc:spChg>
        <pc:picChg chg="del">
          <ac:chgData name="Tamar Dayan" userId="2338586c-a48f-4e39-900d-f8bccc397993" providerId="ADAL" clId="{3D967E0B-1195-4699-A2D5-741BE8EA1AC4}" dt="2026-01-19T08:00:41.548" v="23" actId="478"/>
          <ac:picMkLst>
            <pc:docMk/>
            <pc:sldMk cId="2998426485" sldId="269"/>
            <ac:picMk id="7" creationId="{6BE5C75A-DCF3-F4D7-618F-B1316E69D2C3}"/>
          </ac:picMkLst>
        </pc:picChg>
        <pc:picChg chg="add mod">
          <ac:chgData name="Tamar Dayan" userId="2338586c-a48f-4e39-900d-f8bccc397993" providerId="ADAL" clId="{3D967E0B-1195-4699-A2D5-741BE8EA1AC4}" dt="2026-01-19T08:01:29.895" v="24" actId="931"/>
          <ac:picMkLst>
            <pc:docMk/>
            <pc:sldMk cId="2998426485" sldId="269"/>
            <ac:picMk id="9" creationId="{5A8DC76B-B9CB-C25B-6EF1-BDD72FABB82F}"/>
          </ac:picMkLst>
        </pc:picChg>
      </pc:sldChg>
      <pc:sldChg chg="del">
        <pc:chgData name="Tamar Dayan" userId="2338586c-a48f-4e39-900d-f8bccc397993" providerId="ADAL" clId="{3D967E0B-1195-4699-A2D5-741BE8EA1AC4}" dt="2026-01-19T07:54:20.287" v="14" actId="47"/>
        <pc:sldMkLst>
          <pc:docMk/>
          <pc:sldMk cId="325417002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3FCFF-2447-42C6-A720-548DA700F05A}"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933EDD-5149-413A-B7DC-452283297163}" type="slidenum">
              <a:rPr lang="en-US" smtClean="0"/>
              <a:t>‹#›</a:t>
            </a:fld>
            <a:endParaRPr lang="en-US"/>
          </a:p>
        </p:txBody>
      </p:sp>
    </p:spTree>
    <p:extLst>
      <p:ext uri="{BB962C8B-B14F-4D97-AF65-F5344CB8AC3E}">
        <p14:creationId xmlns:p14="http://schemas.microsoft.com/office/powerpoint/2010/main" val="1135152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2</a:t>
            </a:fld>
            <a:endParaRPr lang="en-US"/>
          </a:p>
        </p:txBody>
      </p:sp>
    </p:spTree>
    <p:extLst>
      <p:ext uri="{BB962C8B-B14F-4D97-AF65-F5344CB8AC3E}">
        <p14:creationId xmlns:p14="http://schemas.microsoft.com/office/powerpoint/2010/main" val="4104540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3</a:t>
            </a:fld>
            <a:endParaRPr lang="en-US"/>
          </a:p>
        </p:txBody>
      </p:sp>
    </p:spTree>
    <p:extLst>
      <p:ext uri="{BB962C8B-B14F-4D97-AF65-F5344CB8AC3E}">
        <p14:creationId xmlns:p14="http://schemas.microsoft.com/office/powerpoint/2010/main" val="2354296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4</a:t>
            </a:fld>
            <a:endParaRPr lang="en-US"/>
          </a:p>
        </p:txBody>
      </p:sp>
    </p:spTree>
    <p:extLst>
      <p:ext uri="{BB962C8B-B14F-4D97-AF65-F5344CB8AC3E}">
        <p14:creationId xmlns:p14="http://schemas.microsoft.com/office/powerpoint/2010/main" val="2770837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4672484" y="1474939"/>
            <a:ext cx="7519516"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4672484" y="4091138"/>
            <a:ext cx="75195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120EAF35-D199-4889-8897-C1383BC9217F}" type="datetime1">
              <a:rPr lang="en-US" smtClean="0"/>
              <a:t>1/20/2026</a:t>
            </a:fld>
            <a:endParaRPr lang="en-US"/>
          </a:p>
        </p:txBody>
      </p:sp>
      <p:sp>
        <p:nvSpPr>
          <p:cNvPr id="5" name="Footer Placeholder 4">
            <a:extLst>
              <a:ext uri="{FF2B5EF4-FFF2-40B4-BE49-F238E27FC236}">
                <a16:creationId xmlns:a16="http://schemas.microsoft.com/office/drawing/2014/main" id="{C58EFF59-9A7C-68FF-DB8A-181EA022E3EE}"/>
              </a:ext>
            </a:extLst>
          </p:cNvPr>
          <p:cNvSpPr>
            <a:spLocks noGrp="1"/>
          </p:cNvSpPr>
          <p:nvPr>
            <p:ph type="ftr" sz="quarter" idx="11"/>
          </p:nvPr>
        </p:nvSpPr>
        <p:spPr>
          <a:xfrm>
            <a:off x="2209800" y="6356350"/>
            <a:ext cx="8077200" cy="365125"/>
          </a:xfrm>
        </p:spPr>
        <p:txBody>
          <a:bodyPr/>
          <a:lstStyle/>
          <a:p>
            <a:endParaRPr lang="en-US" dirty="0"/>
          </a:p>
        </p:txBody>
      </p:sp>
      <p:pic>
        <p:nvPicPr>
          <p:cNvPr id="17" name="Picture 16">
            <a:extLst>
              <a:ext uri="{FF2B5EF4-FFF2-40B4-BE49-F238E27FC236}">
                <a16:creationId xmlns:a16="http://schemas.microsoft.com/office/drawing/2014/main" id="{493B064B-A8CC-50E1-41F8-C2B28202A7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82800" y="283789"/>
            <a:ext cx="4185000" cy="777019"/>
          </a:xfrm>
          <a:prstGeom prst="rect">
            <a:avLst/>
          </a:prstGeom>
        </p:spPr>
      </p:pic>
      <p:pic>
        <p:nvPicPr>
          <p:cNvPr id="14" name="Picture 13" descr="Teacher helping student with model wind turbine">
            <a:extLst>
              <a:ext uri="{FF2B5EF4-FFF2-40B4-BE49-F238E27FC236}">
                <a16:creationId xmlns:a16="http://schemas.microsoft.com/office/drawing/2014/main" id="{FF6AA070-65E2-9112-DAB9-8C6B5E4DE5A1}"/>
              </a:ext>
            </a:extLst>
          </p:cNvPr>
          <p:cNvPicPr>
            <a:picLocks noChangeAspect="1"/>
          </p:cNvPicPr>
          <p:nvPr userDrawn="1"/>
        </p:nvPicPr>
        <p:blipFill>
          <a:blip r:embed="rId3">
            <a:extLst>
              <a:ext uri="{28A0092B-C50C-407E-A947-70E740481C1C}">
                <a14:useLocalDpi xmlns:a14="http://schemas.microsoft.com/office/drawing/2010/main" val="0"/>
              </a:ext>
            </a:extLst>
          </a:blip>
          <a:srcRect l="27278" r="27278"/>
          <a:stretch/>
        </p:blipFill>
        <p:spPr>
          <a:xfrm>
            <a:off x="0" y="0"/>
            <a:ext cx="4672484" cy="6858000"/>
          </a:xfrm>
          <a:prstGeom prst="rect">
            <a:avLst/>
          </a:prstGeom>
        </p:spPr>
      </p:pic>
    </p:spTree>
    <p:extLst>
      <p:ext uri="{BB962C8B-B14F-4D97-AF65-F5344CB8AC3E}">
        <p14:creationId xmlns:p14="http://schemas.microsoft.com/office/powerpoint/2010/main" val="242001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A1B63F6-C3F7-9483-E0A5-A1D1D6C5A97D}"/>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9" name="Picture 8" descr="A black and white logo&#10;&#10;AI-generated content may be incorrect.">
            <a:extLst>
              <a:ext uri="{FF2B5EF4-FFF2-40B4-BE49-F238E27FC236}">
                <a16:creationId xmlns:a16="http://schemas.microsoft.com/office/drawing/2014/main" id="{E48C31A5-AB87-0E69-C3C7-5621BBED5ED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51659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5" name="Slide Number Placeholder 5">
            <a:extLst>
              <a:ext uri="{FF2B5EF4-FFF2-40B4-BE49-F238E27FC236}">
                <a16:creationId xmlns:a16="http://schemas.microsoft.com/office/drawing/2014/main" id="{3B573727-DCEF-6E46-1AD8-71A33D267F2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7" name="Picture 6" descr="A black and white logo&#10;&#10;AI-generated content may be incorrect.">
            <a:extLst>
              <a:ext uri="{FF2B5EF4-FFF2-40B4-BE49-F238E27FC236}">
                <a16:creationId xmlns:a16="http://schemas.microsoft.com/office/drawing/2014/main" id="{B5F95512-6FBF-C762-7C29-9A1AF8D930D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4939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838200" y="1905000"/>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686800" y="1905000"/>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0498A34B-BBAC-F1FD-31B0-46DDA1383EF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94883771-6D34-B904-74C5-26441C232F8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6896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3581400" y="1916628"/>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38200" y="1909713"/>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9AFF8E0E-9EB5-998E-946E-76BB8424E5DC}"/>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49B04E87-5DE6-6EED-51DD-2F800FC448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8209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4671E658-0E46-2B9B-2582-595466D76C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
        <p:nvSpPr>
          <p:cNvPr id="8" name="Slide Number Placeholder 5">
            <a:extLst>
              <a:ext uri="{FF2B5EF4-FFF2-40B4-BE49-F238E27FC236}">
                <a16:creationId xmlns:a16="http://schemas.microsoft.com/office/drawing/2014/main" id="{88DC59A3-E944-E529-CAA8-342028D51BC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6419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_Te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5ADC28AC-C37A-A326-166C-F51BB5FCCBE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1" name="Picture 10">
            <a:extLst>
              <a:ext uri="{FF2B5EF4-FFF2-40B4-BE49-F238E27FC236}">
                <a16:creationId xmlns:a16="http://schemas.microsoft.com/office/drawing/2014/main" id="{237B599A-FC13-CE80-0F9F-48FED298EB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11612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_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16164" y="-18474"/>
            <a:ext cx="12175836" cy="6858001"/>
          </a:xfrm>
          <a:prstGeom prst="rect">
            <a:avLst/>
          </a:prstGeom>
          <a:solidFill>
            <a:srgbClr val="88081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4DA253ED-95A2-81B1-ED5F-FB73F93B5ACA}"/>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3" name="Picture 12">
            <a:extLst>
              <a:ext uri="{FF2B5EF4-FFF2-40B4-BE49-F238E27FC236}">
                <a16:creationId xmlns:a16="http://schemas.microsoft.com/office/drawing/2014/main" id="{CF89E0D9-CE95-F2DD-8F66-4600AA0D9D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4062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_Yello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18474"/>
            <a:ext cx="12192000" cy="6858001"/>
          </a:xfrm>
          <a:prstGeom prst="rect">
            <a:avLst/>
          </a:prstGeom>
          <a:solidFill>
            <a:srgbClr val="464E5D"/>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B6BF6A3C-3B41-4712-1AF4-94674B4D19A7}"/>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2" name="Picture 11">
            <a:extLst>
              <a:ext uri="{FF2B5EF4-FFF2-40B4-BE49-F238E27FC236}">
                <a16:creationId xmlns:a16="http://schemas.microsoft.com/office/drawing/2014/main" id="{E0753346-5838-A4A1-22CD-EB63C81D8DC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37960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tx2"/>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D3B7B792-5FF4-5C68-FA2E-0994840440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934201" y="720674"/>
            <a:ext cx="1676398" cy="311252"/>
          </a:xfrm>
          <a:prstGeom prst="rect">
            <a:avLst/>
          </a:prstGeom>
        </p:spPr>
      </p:pic>
      <p:sp>
        <p:nvSpPr>
          <p:cNvPr id="6" name="Slide Number Placeholder 5">
            <a:extLst>
              <a:ext uri="{FF2B5EF4-FFF2-40B4-BE49-F238E27FC236}">
                <a16:creationId xmlns:a16="http://schemas.microsoft.com/office/drawing/2014/main" id="{DB610B6A-4633-AE65-3110-A621B475F600}"/>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57559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op_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a:xfrm>
            <a:off x="838200" y="808183"/>
            <a:ext cx="10515600" cy="8825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E70DFF8-E636-AFD4-DAD5-773E8F027846}"/>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DFFC0DF7-B0C4-69DF-C4AD-3EEA7704BF5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03633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57F1-3648-DB5F-97F4-B9FBC8DC6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C53A5-2062-3B7C-A051-27F1199B0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C0E74-ADF4-DCCB-C6CD-A58B512CE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31A8B9B-F01D-207D-54C0-8B87FD86B51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4B802B0A-DE82-4B11-A6CE-0DE69858AC9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339435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039A-3B0B-E85F-8166-16A204831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3EC1B-93DC-092B-2D6C-FF134E25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A13C23-1020-2963-208F-A81F04EA8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AAE526-E798-E209-7B72-459D9E2FF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513C4-4256-180A-85CB-CE7F19089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61818BCF-9747-1253-84A7-75119A3A77F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0" name="Picture 9" descr="A black and white logo&#10;&#10;AI-generated content may be incorrect.">
            <a:extLst>
              <a:ext uri="{FF2B5EF4-FFF2-40B4-BE49-F238E27FC236}">
                <a16:creationId xmlns:a16="http://schemas.microsoft.com/office/drawing/2014/main" id="{CB7976A7-3787-C8FC-2A42-7B6CC30AA2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207240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Title_Subtest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7DC9-D9CF-D501-888C-4512E28F5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5BE1F1-4040-0AEC-5A66-4141936D1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9F7032-1DEE-F250-EC74-DE75E76A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7B95571-714F-8ECB-5873-89ABBA8D1C0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75FC3573-1645-C26D-5202-AD5D26D8620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7305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itle_Sub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1BE-2AEE-257C-6F98-4FE6E562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0548F-0B2F-5364-35DF-74F78DC13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8AF310-636F-D5D9-8635-5BA05E05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09090EEF-5623-A808-4B48-2E281F16E5D2}"/>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F73E908B-1DED-1D13-1CDC-6528AFCFD58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43414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Ending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1524000" y="1054768"/>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1524000" y="36709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5FCC242A-3EBF-42DB-A5EC-5EF22DE786FE}" type="datetime1">
              <a:rPr lang="en-US" smtClean="0"/>
              <a:t>1/20/2026</a:t>
            </a:fld>
            <a:endParaRPr lang="en-US"/>
          </a:p>
        </p:txBody>
      </p:sp>
      <p:pic>
        <p:nvPicPr>
          <p:cNvPr id="21" name="Picture 20">
            <a:extLst>
              <a:ext uri="{FF2B5EF4-FFF2-40B4-BE49-F238E27FC236}">
                <a16:creationId xmlns:a16="http://schemas.microsoft.com/office/drawing/2014/main" id="{1E80EEC5-F03A-63C8-A620-BA619168E7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606621" y="361342"/>
            <a:ext cx="2978759" cy="553058"/>
          </a:xfrm>
          <a:prstGeom prst="rect">
            <a:avLst/>
          </a:prstGeom>
        </p:spPr>
      </p:pic>
      <p:sp>
        <p:nvSpPr>
          <p:cNvPr id="7" name="Slide Number Placeholder 5">
            <a:extLst>
              <a:ext uri="{FF2B5EF4-FFF2-40B4-BE49-F238E27FC236}">
                <a16:creationId xmlns:a16="http://schemas.microsoft.com/office/drawing/2014/main" id="{AB7D3E97-2543-B2FE-EB9B-7328C11CF39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976304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53B8F-9FAA-39F9-159B-4813C9B5DAE0}"/>
              </a:ext>
            </a:extLst>
          </p:cNvPr>
          <p:cNvSpPr>
            <a:spLocks noGrp="1"/>
          </p:cNvSpPr>
          <p:nvPr>
            <p:ph type="dt" sz="half" idx="10"/>
          </p:nvPr>
        </p:nvSpPr>
        <p:spPr/>
        <p:txBody>
          <a:bodyPr/>
          <a:lstStyle/>
          <a:p>
            <a:fld id="{C177D000-41D0-41CD-9A91-CDEFE871900F}" type="datetime1">
              <a:rPr lang="en-US" smtClean="0"/>
              <a:t>1/20/2026</a:t>
            </a:fld>
            <a:endParaRPr lang="en-US"/>
          </a:p>
        </p:txBody>
      </p:sp>
      <p:sp>
        <p:nvSpPr>
          <p:cNvPr id="3" name="Footer Placeholder 2">
            <a:extLst>
              <a:ext uri="{FF2B5EF4-FFF2-40B4-BE49-F238E27FC236}">
                <a16:creationId xmlns:a16="http://schemas.microsoft.com/office/drawing/2014/main" id="{928CF75D-2253-3A6A-9FD1-3FF6424DA0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786E9-D3A7-2EBB-099F-53D8E2EBFDB4}"/>
              </a:ext>
            </a:extLst>
          </p:cNvPr>
          <p:cNvSpPr>
            <a:spLocks noGrp="1"/>
          </p:cNvSpPr>
          <p:nvPr>
            <p:ph type="sldNum" sz="quarter" idx="12"/>
          </p:nvPr>
        </p:nvSpPr>
        <p:spPr/>
        <p:txBody>
          <a:bodyPr/>
          <a:lstStyle/>
          <a:p>
            <a:fld id="{A567A572-EA38-4C6F-B3D6-D7B2AD31BA64}" type="slidenum">
              <a:rPr lang="en-US" smtClean="0"/>
              <a:t>‹#›</a:t>
            </a:fld>
            <a:endParaRPr lang="en-US"/>
          </a:p>
        </p:txBody>
      </p:sp>
    </p:spTree>
    <p:extLst>
      <p:ext uri="{BB962C8B-B14F-4D97-AF65-F5344CB8AC3E}">
        <p14:creationId xmlns:p14="http://schemas.microsoft.com/office/powerpoint/2010/main" val="175230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61CB2D-B1B9-DFD7-45E0-0F0BB5E4C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54E112-FBFA-5989-6409-91558EC80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05348-9053-9365-413F-D6574C828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99746-4F4C-4165-8B9E-84011A243CAC}" type="datetime1">
              <a:rPr lang="en-US" smtClean="0"/>
              <a:t>1/20/2026</a:t>
            </a:fld>
            <a:endParaRPr lang="en-US"/>
          </a:p>
        </p:txBody>
      </p:sp>
      <p:sp>
        <p:nvSpPr>
          <p:cNvPr id="5" name="Footer Placeholder 4">
            <a:extLst>
              <a:ext uri="{FF2B5EF4-FFF2-40B4-BE49-F238E27FC236}">
                <a16:creationId xmlns:a16="http://schemas.microsoft.com/office/drawing/2014/main" id="{4E01EE6B-315C-382C-F115-B408E4A0A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88D83A-1F13-466A-935B-C7EE0303C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7A572-EA38-4C6F-B3D6-D7B2AD31BA64}" type="slidenum">
              <a:rPr lang="en-US" smtClean="0"/>
              <a:t>‹#›</a:t>
            </a:fld>
            <a:endParaRPr lang="en-US"/>
          </a:p>
        </p:txBody>
      </p:sp>
    </p:spTree>
    <p:extLst>
      <p:ext uri="{BB962C8B-B14F-4D97-AF65-F5344CB8AC3E}">
        <p14:creationId xmlns:p14="http://schemas.microsoft.com/office/powerpoint/2010/main" val="240398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79" r:id="rId6"/>
    <p:sldLayoutId id="2147483668" r:id="rId7"/>
    <p:sldLayoutId id="2147483669" r:id="rId8"/>
    <p:sldLayoutId id="2147483670" r:id="rId9"/>
    <p:sldLayoutId id="2147483678" r:id="rId10"/>
    <p:sldLayoutId id="2147483680" r:id="rId11"/>
    <p:sldLayoutId id="2147483671" r:id="rId12"/>
    <p:sldLayoutId id="2147483672" r:id="rId13"/>
    <p:sldLayoutId id="2147483675" r:id="rId14"/>
    <p:sldLayoutId id="2147483676" r:id="rId15"/>
    <p:sldLayoutId id="2147483677" r:id="rId16"/>
    <p:sldLayoutId id="2147483674" r:id="rId17"/>
  </p:sldLayoutIdLst>
  <p:hf hdr="0" ftr="0" dt="0"/>
  <p:txStyles>
    <p:titleStyle>
      <a:lvl1pPr algn="l" defTabSz="914400" rtl="1" eaLnBrk="1" latinLnBrk="0" hangingPunct="1">
        <a:lnSpc>
          <a:spcPct val="90000"/>
        </a:lnSpc>
        <a:spcBef>
          <a:spcPct val="0"/>
        </a:spcBef>
        <a:buNone/>
        <a:defRPr sz="440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neaman.org.il/" TargetMode="External"/><Relationship Id="rId2" Type="http://schemas.openxmlformats.org/officeDocument/2006/relationships/hyperlink" Target="mailto:elieizenberg@gmail.com"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3C6A-8D53-7C78-356B-60A6247122FB}"/>
              </a:ext>
            </a:extLst>
          </p:cNvPr>
          <p:cNvSpPr>
            <a:spLocks noGrp="1"/>
          </p:cNvSpPr>
          <p:nvPr>
            <p:ph type="ctrTitle"/>
          </p:nvPr>
        </p:nvSpPr>
        <p:spPr>
          <a:xfrm>
            <a:off x="4672484" y="1474939"/>
            <a:ext cx="7519516" cy="2387600"/>
          </a:xfrm>
        </p:spPr>
        <p:txBody>
          <a:bodyPr>
            <a:normAutofit fontScale="90000"/>
          </a:bodyPr>
          <a:lstStyle/>
          <a:p>
            <a:r>
              <a:rPr lang="en-US" dirty="0"/>
              <a:t>International STEM Skills Round Table Phase III</a:t>
            </a:r>
          </a:p>
        </p:txBody>
      </p:sp>
      <p:sp>
        <p:nvSpPr>
          <p:cNvPr id="3" name="Subtitle 2">
            <a:extLst>
              <a:ext uri="{FF2B5EF4-FFF2-40B4-BE49-F238E27FC236}">
                <a16:creationId xmlns:a16="http://schemas.microsoft.com/office/drawing/2014/main" id="{F57198FC-974E-2891-0E1F-3F89FFF8D05C}"/>
              </a:ext>
            </a:extLst>
          </p:cNvPr>
          <p:cNvSpPr>
            <a:spLocks noGrp="1"/>
          </p:cNvSpPr>
          <p:nvPr>
            <p:ph type="subTitle" idx="1"/>
          </p:nvPr>
        </p:nvSpPr>
        <p:spPr>
          <a:xfrm>
            <a:off x="4672484" y="4091138"/>
            <a:ext cx="7519516" cy="1655762"/>
          </a:xfrm>
        </p:spPr>
        <p:txBody>
          <a:bodyPr>
            <a:normAutofit/>
          </a:bodyPr>
          <a:lstStyle/>
          <a:p>
            <a:pPr lvl="2"/>
            <a:r>
              <a:rPr lang="en-US" sz="2400" dirty="0"/>
              <a:t>2nd meeting</a:t>
            </a:r>
            <a:endParaRPr lang="he-IL" sz="2400" dirty="0"/>
          </a:p>
          <a:p>
            <a:pPr lvl="2"/>
            <a:r>
              <a:rPr lang="en-US" dirty="0"/>
              <a:t>20.01.2026</a:t>
            </a:r>
          </a:p>
        </p:txBody>
      </p:sp>
    </p:spTree>
    <p:extLst>
      <p:ext uri="{BB962C8B-B14F-4D97-AF65-F5344CB8AC3E}">
        <p14:creationId xmlns:p14="http://schemas.microsoft.com/office/powerpoint/2010/main" val="4093981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72143AA-AFBB-5267-46CD-D984039AD466}"/>
              </a:ext>
            </a:extLst>
          </p:cNvPr>
          <p:cNvSpPr>
            <a:spLocks noGrp="1" noChangeArrowheads="1"/>
          </p:cNvSpPr>
          <p:nvPr>
            <p:ph type="title"/>
          </p:nvPr>
        </p:nvSpPr>
        <p:spPr bwMode="auto">
          <a:xfrm>
            <a:off x="838200" y="365125"/>
            <a:ext cx="10515600" cy="1325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r>
              <a:rPr lang="en-US" dirty="0"/>
              <a:t>Subject/Dilemma</a:t>
            </a:r>
          </a:p>
        </p:txBody>
      </p:sp>
      <p:sp>
        <p:nvSpPr>
          <p:cNvPr id="3" name="Content Placeholder 2">
            <a:extLst>
              <a:ext uri="{FF2B5EF4-FFF2-40B4-BE49-F238E27FC236}">
                <a16:creationId xmlns:a16="http://schemas.microsoft.com/office/drawing/2014/main" id="{A5B6978A-CB92-F347-D1C9-FA52A40DF2D0}"/>
              </a:ext>
            </a:extLst>
          </p:cNvPr>
          <p:cNvSpPr>
            <a:spLocks noGrp="1"/>
          </p:cNvSpPr>
          <p:nvPr>
            <p:ph sz="half" idx="1"/>
          </p:nvPr>
        </p:nvSpPr>
        <p:spPr>
          <a:xfrm>
            <a:off x="838200" y="1825625"/>
            <a:ext cx="5181600" cy="4351338"/>
          </a:xfrm>
        </p:spPr>
        <p:txBody>
          <a:bodyPr>
            <a:normAutofit/>
          </a:bodyPr>
          <a:lstStyle/>
          <a:p>
            <a:pPr marL="0" indent="0" algn="l" rtl="0">
              <a:buNone/>
            </a:pPr>
            <a:r>
              <a:rPr lang="en-US" sz="3200" dirty="0"/>
              <a:t>Should the profile of lecturers and teachers become uniform or similar, or should there be a diversity of lecturer and teacher profiles within higher education faculties and secondary schools?</a:t>
            </a:r>
          </a:p>
          <a:p>
            <a:pPr marL="0" indent="0" algn="l" rtl="0">
              <a:buNone/>
            </a:pPr>
            <a:endParaRPr lang="he-IL" dirty="0"/>
          </a:p>
        </p:txBody>
      </p:sp>
      <p:sp>
        <p:nvSpPr>
          <p:cNvPr id="4" name="Slide Number Placeholder 3">
            <a:extLst>
              <a:ext uri="{FF2B5EF4-FFF2-40B4-BE49-F238E27FC236}">
                <a16:creationId xmlns:a16="http://schemas.microsoft.com/office/drawing/2014/main" id="{211BEF2B-31B6-2519-7B88-788084CD94FB}"/>
              </a:ext>
            </a:extLst>
          </p:cNvPr>
          <p:cNvSpPr>
            <a:spLocks noGrp="1"/>
          </p:cNvSpPr>
          <p:nvPr>
            <p:ph type="sldNum" sz="quarter" idx="12"/>
          </p:nvPr>
        </p:nvSpPr>
        <p:spPr>
          <a:xfrm>
            <a:off x="11496599" y="6453336"/>
            <a:ext cx="555235" cy="365125"/>
          </a:xfrm>
        </p:spPr>
        <p:txBody>
          <a:bodyPr anchor="ctr">
            <a:normAutofit/>
          </a:bodyPr>
          <a:lstStyle/>
          <a:p>
            <a:pPr>
              <a:spcAft>
                <a:spcPts val="600"/>
              </a:spcAft>
            </a:pPr>
            <a:fld id="{4935F444-AADB-4D9B-8467-07BFB92FF6EF}" type="slidenum">
              <a:rPr lang="en-US" smtClean="0"/>
              <a:pPr>
                <a:spcAft>
                  <a:spcPts val="600"/>
                </a:spcAft>
              </a:pPr>
              <a:t>2</a:t>
            </a:fld>
            <a:endParaRPr lang="en-US"/>
          </a:p>
        </p:txBody>
      </p:sp>
      <p:pic>
        <p:nvPicPr>
          <p:cNvPr id="9" name="Content Placeholder 8" descr="Children learning outdoors">
            <a:extLst>
              <a:ext uri="{FF2B5EF4-FFF2-40B4-BE49-F238E27FC236}">
                <a16:creationId xmlns:a16="http://schemas.microsoft.com/office/drawing/2014/main" id="{5A8DC76B-B9CB-C25B-6EF1-BDD72FABB82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335746"/>
            <a:ext cx="5181600" cy="3331095"/>
          </a:xfrm>
        </p:spPr>
      </p:pic>
    </p:spTree>
    <p:extLst>
      <p:ext uri="{BB962C8B-B14F-4D97-AF65-F5344CB8AC3E}">
        <p14:creationId xmlns:p14="http://schemas.microsoft.com/office/powerpoint/2010/main" val="299842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0380D5-1DDC-47A0-926E-C9595E1F565B}"/>
              </a:ext>
            </a:extLst>
          </p:cNvPr>
          <p:cNvSpPr>
            <a:spLocks noGrp="1"/>
          </p:cNvSpPr>
          <p:nvPr>
            <p:ph type="title"/>
          </p:nvPr>
        </p:nvSpPr>
        <p:spPr/>
        <p:txBody>
          <a:bodyPr/>
          <a:lstStyle/>
          <a:p>
            <a:r>
              <a:rPr lang="en-US" dirty="0"/>
              <a:t>Program </a:t>
            </a:r>
            <a:r>
              <a:rPr lang="en-US" dirty="0">
                <a:solidFill>
                  <a:srgbClr val="242424"/>
                </a:solidFill>
                <a:latin typeface="Segoe UI" panose="020B0502040204020203" pitchFamily="34" charset="0"/>
              </a:rPr>
              <a:t>Outline</a:t>
            </a:r>
            <a:endParaRPr lang="en-US" dirty="0"/>
          </a:p>
        </p:txBody>
      </p:sp>
      <p:sp>
        <p:nvSpPr>
          <p:cNvPr id="2" name="Slide Number Placeholder 1">
            <a:extLst>
              <a:ext uri="{FF2B5EF4-FFF2-40B4-BE49-F238E27FC236}">
                <a16:creationId xmlns:a16="http://schemas.microsoft.com/office/drawing/2014/main" id="{9CFF8584-43AF-1D11-F3FF-D637658EF4F0}"/>
              </a:ext>
            </a:extLst>
          </p:cNvPr>
          <p:cNvSpPr>
            <a:spLocks noGrp="1"/>
          </p:cNvSpPr>
          <p:nvPr>
            <p:ph type="sldNum" sz="quarter" idx="12"/>
          </p:nvPr>
        </p:nvSpPr>
        <p:spPr/>
        <p:txBody>
          <a:bodyPr/>
          <a:lstStyle/>
          <a:p>
            <a:fld id="{4935F444-AADB-4D9B-8467-07BFB92FF6EF}" type="slidenum">
              <a:rPr lang="en-US" smtClean="0"/>
              <a:pPr/>
              <a:t>3</a:t>
            </a:fld>
            <a:endParaRPr lang="en-US"/>
          </a:p>
        </p:txBody>
      </p:sp>
      <p:graphicFrame>
        <p:nvGraphicFramePr>
          <p:cNvPr id="7" name="Content Placeholder 6">
            <a:extLst>
              <a:ext uri="{FF2B5EF4-FFF2-40B4-BE49-F238E27FC236}">
                <a16:creationId xmlns:a16="http://schemas.microsoft.com/office/drawing/2014/main" id="{42A66666-1229-F1E5-D94F-A88CA550E8B9}"/>
              </a:ext>
            </a:extLst>
          </p:cNvPr>
          <p:cNvGraphicFramePr>
            <a:graphicFrameLocks noGrp="1"/>
          </p:cNvGraphicFramePr>
          <p:nvPr>
            <p:ph idx="1"/>
            <p:extLst>
              <p:ext uri="{D42A27DB-BD31-4B8C-83A1-F6EECF244321}">
                <p14:modId xmlns:p14="http://schemas.microsoft.com/office/powerpoint/2010/main" val="2402892587"/>
              </p:ext>
            </p:extLst>
          </p:nvPr>
        </p:nvGraphicFramePr>
        <p:xfrm>
          <a:off x="767408" y="1556792"/>
          <a:ext cx="9577064" cy="4231357"/>
        </p:xfrm>
        <a:graphic>
          <a:graphicData uri="http://schemas.openxmlformats.org/drawingml/2006/table">
            <a:tbl>
              <a:tblPr>
                <a:tableStyleId>{BC89EF96-8CEA-46FF-86C4-4CE0E7609802}</a:tableStyleId>
              </a:tblPr>
              <a:tblGrid>
                <a:gridCol w="1560015">
                  <a:extLst>
                    <a:ext uri="{9D8B030D-6E8A-4147-A177-3AD203B41FA5}">
                      <a16:colId xmlns:a16="http://schemas.microsoft.com/office/drawing/2014/main" val="1427717784"/>
                    </a:ext>
                  </a:extLst>
                </a:gridCol>
                <a:gridCol w="4973158">
                  <a:extLst>
                    <a:ext uri="{9D8B030D-6E8A-4147-A177-3AD203B41FA5}">
                      <a16:colId xmlns:a16="http://schemas.microsoft.com/office/drawing/2014/main" val="311437033"/>
                    </a:ext>
                  </a:extLst>
                </a:gridCol>
                <a:gridCol w="3043891">
                  <a:extLst>
                    <a:ext uri="{9D8B030D-6E8A-4147-A177-3AD203B41FA5}">
                      <a16:colId xmlns:a16="http://schemas.microsoft.com/office/drawing/2014/main" val="1859181180"/>
                    </a:ext>
                  </a:extLst>
                </a:gridCol>
              </a:tblGrid>
              <a:tr h="508620">
                <a:tc>
                  <a:txBody>
                    <a:bodyPr/>
                    <a:lstStyle/>
                    <a:p>
                      <a:pPr algn="l" rtl="0" fontAlgn="t">
                        <a:spcAft>
                          <a:spcPts val="800"/>
                        </a:spcAft>
                        <a:buNone/>
                      </a:pPr>
                      <a:r>
                        <a:rPr lang="en-US" sz="1600" b="1">
                          <a:solidFill>
                            <a:srgbClr val="000000"/>
                          </a:solidFill>
                          <a:effectLst/>
                        </a:rPr>
                        <a:t>Time</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b="1">
                          <a:solidFill>
                            <a:srgbClr val="000000"/>
                          </a:solidFill>
                          <a:effectLst/>
                        </a:rPr>
                        <a:t>Topic</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b="1">
                          <a:solidFill>
                            <a:srgbClr val="000000"/>
                          </a:solidFill>
                          <a:effectLst/>
                        </a:rPr>
                        <a:t>Speakers</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2069978650"/>
                  </a:ext>
                </a:extLst>
              </a:tr>
              <a:tr h="370719">
                <a:tc>
                  <a:txBody>
                    <a:bodyPr/>
                    <a:lstStyle/>
                    <a:p>
                      <a:pPr algn="l" rtl="0" fontAlgn="t">
                        <a:spcAft>
                          <a:spcPts val="800"/>
                        </a:spcAft>
                        <a:buNone/>
                      </a:pPr>
                      <a:r>
                        <a:rPr lang="en-IL" sz="1600" b="1">
                          <a:solidFill>
                            <a:srgbClr val="000000"/>
                          </a:solidFill>
                          <a:effectLst/>
                        </a:rPr>
                        <a:t>15:00 - 15:10</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Opening remarks</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Dr. Eli Eisenberg</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3535265726"/>
                  </a:ext>
                </a:extLst>
              </a:tr>
              <a:tr h="638793">
                <a:tc>
                  <a:txBody>
                    <a:bodyPr/>
                    <a:lstStyle/>
                    <a:p>
                      <a:pPr algn="l" rtl="0" fontAlgn="t">
                        <a:spcAft>
                          <a:spcPts val="800"/>
                        </a:spcAft>
                        <a:buNone/>
                      </a:pPr>
                      <a:r>
                        <a:rPr lang="en-IL" sz="1600" b="1">
                          <a:solidFill>
                            <a:srgbClr val="000000"/>
                          </a:solidFill>
                          <a:effectLst/>
                        </a:rPr>
                        <a:t>15:10 - 15:20</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dirty="0">
                          <a:solidFill>
                            <a:srgbClr val="000000"/>
                          </a:solidFill>
                          <a:effectLst/>
                        </a:rPr>
                        <a:t>Presentation of Key Dilemmas/Topics of Phase III</a:t>
                      </a:r>
                      <a:endParaRPr lang="en-US" sz="1600"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Prof. Arnon Bentur</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2419037620"/>
                  </a:ext>
                </a:extLst>
              </a:tr>
              <a:tr h="329202">
                <a:tc>
                  <a:txBody>
                    <a:bodyPr/>
                    <a:lstStyle/>
                    <a:p>
                      <a:pPr algn="l" rtl="0" fontAlgn="t">
                        <a:spcAft>
                          <a:spcPts val="800"/>
                        </a:spcAft>
                        <a:buNone/>
                      </a:pPr>
                      <a:r>
                        <a:rPr lang="en-IL" sz="1600" b="1">
                          <a:solidFill>
                            <a:srgbClr val="000000"/>
                          </a:solidFill>
                          <a:effectLst/>
                        </a:rPr>
                        <a:t>15:20 - 15:35</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buNone/>
                      </a:pPr>
                      <a:r>
                        <a:rPr lang="en-US" sz="1600" dirty="0">
                          <a:solidFill>
                            <a:srgbClr val="000000"/>
                          </a:solidFill>
                          <a:effectLst/>
                        </a:rPr>
                        <a:t>Education System Perspective</a:t>
                      </a:r>
                      <a:endParaRPr lang="en-US" sz="1600"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Jan Morison</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1838234950"/>
                  </a:ext>
                </a:extLst>
              </a:tr>
              <a:tr h="355497">
                <a:tc>
                  <a:txBody>
                    <a:bodyPr/>
                    <a:lstStyle/>
                    <a:p>
                      <a:pPr algn="l" rtl="0" fontAlgn="t">
                        <a:spcAft>
                          <a:spcPts val="800"/>
                        </a:spcAft>
                        <a:buNone/>
                      </a:pPr>
                      <a:r>
                        <a:rPr lang="en-IL" sz="1600" b="1">
                          <a:solidFill>
                            <a:srgbClr val="000000"/>
                          </a:solidFill>
                          <a:effectLst/>
                        </a:rPr>
                        <a:t>15:35- 15:40</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Q&amp;A</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buNone/>
                      </a:pPr>
                      <a:r>
                        <a:rPr lang="en-US" sz="1600" dirty="0">
                          <a:solidFill>
                            <a:srgbClr val="000000"/>
                          </a:solidFill>
                          <a:effectLst/>
                        </a:rPr>
                        <a:t>Moderated by Dr. Eli Eisenberg</a:t>
                      </a:r>
                      <a:endParaRPr lang="en-US" sz="1600" dirty="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2230924673"/>
                  </a:ext>
                </a:extLst>
              </a:tr>
              <a:tr h="336692">
                <a:tc>
                  <a:txBody>
                    <a:bodyPr/>
                    <a:lstStyle/>
                    <a:p>
                      <a:pPr algn="l" rtl="0" fontAlgn="t">
                        <a:spcAft>
                          <a:spcPts val="800"/>
                        </a:spcAft>
                        <a:buNone/>
                      </a:pPr>
                      <a:r>
                        <a:rPr lang="en-IL" sz="1600" b="1">
                          <a:solidFill>
                            <a:srgbClr val="000000"/>
                          </a:solidFill>
                          <a:effectLst/>
                        </a:rPr>
                        <a:t>15:40 – 15:55</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buNone/>
                      </a:pPr>
                      <a:r>
                        <a:rPr lang="en-US" sz="1600" dirty="0">
                          <a:solidFill>
                            <a:srgbClr val="000000"/>
                          </a:solidFill>
                          <a:effectLst/>
                        </a:rPr>
                        <a:t>Higher Education Perspective</a:t>
                      </a:r>
                      <a:endParaRPr lang="en-US" sz="1600"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Dr. Gabi Shaft</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1661762525"/>
                  </a:ext>
                </a:extLst>
              </a:tr>
              <a:tr h="338497">
                <a:tc>
                  <a:txBody>
                    <a:bodyPr/>
                    <a:lstStyle/>
                    <a:p>
                      <a:pPr algn="l" rtl="0" fontAlgn="t">
                        <a:spcAft>
                          <a:spcPts val="800"/>
                        </a:spcAft>
                        <a:buNone/>
                      </a:pPr>
                      <a:r>
                        <a:rPr lang="en-IL" sz="1600" b="1">
                          <a:solidFill>
                            <a:srgbClr val="000000"/>
                          </a:solidFill>
                          <a:effectLst/>
                        </a:rPr>
                        <a:t>15:55-16:00</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Q&amp;A</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buNone/>
                      </a:pPr>
                      <a:r>
                        <a:rPr lang="en-US" sz="1600" dirty="0">
                          <a:solidFill>
                            <a:srgbClr val="000000"/>
                          </a:solidFill>
                          <a:effectLst/>
                        </a:rPr>
                        <a:t>Moderated by Dr. Eli Eisenberg</a:t>
                      </a:r>
                      <a:endParaRPr lang="en-US" sz="1600" dirty="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3578430218"/>
                  </a:ext>
                </a:extLst>
              </a:tr>
              <a:tr h="434348">
                <a:tc>
                  <a:txBody>
                    <a:bodyPr/>
                    <a:lstStyle/>
                    <a:p>
                      <a:pPr algn="l" rtl="0" fontAlgn="t">
                        <a:spcAft>
                          <a:spcPts val="800"/>
                        </a:spcAft>
                        <a:buNone/>
                      </a:pPr>
                      <a:r>
                        <a:rPr lang="en-IL" sz="1600" b="1">
                          <a:solidFill>
                            <a:srgbClr val="000000"/>
                          </a:solidFill>
                          <a:effectLst/>
                        </a:rPr>
                        <a:t>16:00-16:45</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dirty="0">
                          <a:solidFill>
                            <a:srgbClr val="000000"/>
                          </a:solidFill>
                          <a:effectLst/>
                        </a:rPr>
                        <a:t>Discussion</a:t>
                      </a:r>
                      <a:endParaRPr lang="en-US" sz="1600"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Moderated by Prof. Arnon Bentur</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1494327148"/>
                  </a:ext>
                </a:extLst>
              </a:tr>
              <a:tr h="448624">
                <a:tc>
                  <a:txBody>
                    <a:bodyPr/>
                    <a:lstStyle/>
                    <a:p>
                      <a:pPr algn="l" rtl="0" fontAlgn="t">
                        <a:spcAft>
                          <a:spcPts val="800"/>
                        </a:spcAft>
                        <a:buNone/>
                      </a:pPr>
                      <a:r>
                        <a:rPr lang="en-IL" sz="1600" b="1">
                          <a:solidFill>
                            <a:srgbClr val="000000"/>
                          </a:solidFill>
                          <a:effectLst/>
                        </a:rPr>
                        <a:t>16:45 – 16:55</a:t>
                      </a:r>
                      <a:endParaRPr lang="en-IL"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Summary of the meeting</a:t>
                      </a:r>
                      <a:endParaRPr lang="en-US" sz="160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a:solidFill>
                            <a:srgbClr val="000000"/>
                          </a:solidFill>
                          <a:effectLst/>
                        </a:rPr>
                        <a:t>Dr. Avigdor Zonnenshain</a:t>
                      </a:r>
                      <a:endParaRPr lang="en-US" sz="160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2129809873"/>
                  </a:ext>
                </a:extLst>
              </a:tr>
              <a:tr h="417033">
                <a:tc>
                  <a:txBody>
                    <a:bodyPr/>
                    <a:lstStyle/>
                    <a:p>
                      <a:pPr algn="l" rtl="0" fontAlgn="t">
                        <a:spcAft>
                          <a:spcPts val="800"/>
                        </a:spcAft>
                        <a:buNone/>
                      </a:pPr>
                      <a:r>
                        <a:rPr lang="en-IL" sz="1600" b="1" dirty="0">
                          <a:solidFill>
                            <a:srgbClr val="000000"/>
                          </a:solidFill>
                          <a:effectLst/>
                        </a:rPr>
                        <a:t>16:55 – 17:00</a:t>
                      </a:r>
                      <a:endParaRPr lang="en-IL" sz="1600" b="1"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dirty="0">
                          <a:solidFill>
                            <a:srgbClr val="000000"/>
                          </a:solidFill>
                          <a:effectLst/>
                        </a:rPr>
                        <a:t>Introducing the topic/dilemma of the next meeting</a:t>
                      </a:r>
                      <a:endParaRPr lang="en-US" sz="1600" dirty="0">
                        <a:solidFill>
                          <a:srgbClr val="000000"/>
                        </a:solidFill>
                        <a:effectLst/>
                        <a:latin typeface="Aptos" panose="020B0004020202020204" pitchFamily="34" charset="0"/>
                      </a:endParaRPr>
                    </a:p>
                  </a:txBody>
                  <a:tcPr marL="68580" marR="68580" marT="0" marB="0" anchor="ctr"/>
                </a:tc>
                <a:tc>
                  <a:txBody>
                    <a:bodyPr/>
                    <a:lstStyle/>
                    <a:p>
                      <a:pPr algn="l" rtl="0" fontAlgn="t">
                        <a:spcAft>
                          <a:spcPts val="800"/>
                        </a:spcAft>
                        <a:buNone/>
                      </a:pPr>
                      <a:r>
                        <a:rPr lang="en-US" sz="1600" dirty="0">
                          <a:solidFill>
                            <a:srgbClr val="000000"/>
                          </a:solidFill>
                          <a:effectLst/>
                        </a:rPr>
                        <a:t>Dr. Eli Eisenberg</a:t>
                      </a:r>
                      <a:endParaRPr lang="en-US" sz="1600" dirty="0">
                        <a:solidFill>
                          <a:srgbClr val="000000"/>
                        </a:solidFill>
                        <a:effectLst/>
                        <a:latin typeface="Aptos" panose="020B0004020202020204" pitchFamily="34" charset="0"/>
                      </a:endParaRPr>
                    </a:p>
                  </a:txBody>
                  <a:tcPr marL="68580" marR="68580" marT="0" marB="0" anchor="ctr"/>
                </a:tc>
                <a:extLst>
                  <a:ext uri="{0D108BD9-81ED-4DB2-BD59-A6C34878D82A}">
                    <a16:rowId xmlns:a16="http://schemas.microsoft.com/office/drawing/2014/main" val="59888836"/>
                  </a:ext>
                </a:extLst>
              </a:tr>
            </a:tbl>
          </a:graphicData>
        </a:graphic>
      </p:graphicFrame>
    </p:spTree>
    <p:extLst>
      <p:ext uri="{BB962C8B-B14F-4D97-AF65-F5344CB8AC3E}">
        <p14:creationId xmlns:p14="http://schemas.microsoft.com/office/powerpoint/2010/main" val="27768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99E1-63AC-7DC0-C831-87AF703FD9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1D31E-A2D9-6228-0450-63C8DB280142}"/>
              </a:ext>
            </a:extLst>
          </p:cNvPr>
          <p:cNvSpPr>
            <a:spLocks noGrp="1"/>
          </p:cNvSpPr>
          <p:nvPr>
            <p:ph type="title"/>
          </p:nvPr>
        </p:nvSpPr>
        <p:spPr/>
        <p:txBody>
          <a:bodyPr/>
          <a:lstStyle/>
          <a:p>
            <a:r>
              <a:rPr lang="en-US" dirty="0"/>
              <a:t> </a:t>
            </a:r>
            <a:r>
              <a:rPr lang="en-US" sz="4000" dirty="0"/>
              <a:t>The Issues to be Discussed in the Meetings</a:t>
            </a:r>
            <a:endParaRPr lang="en-US" dirty="0"/>
          </a:p>
        </p:txBody>
      </p:sp>
      <p:sp>
        <p:nvSpPr>
          <p:cNvPr id="2" name="Slide Number Placeholder 1">
            <a:extLst>
              <a:ext uri="{FF2B5EF4-FFF2-40B4-BE49-F238E27FC236}">
                <a16:creationId xmlns:a16="http://schemas.microsoft.com/office/drawing/2014/main" id="{DC63F0B1-A4C8-FDE7-8FB4-B392EDE5B521}"/>
              </a:ext>
            </a:extLst>
          </p:cNvPr>
          <p:cNvSpPr>
            <a:spLocks noGrp="1"/>
          </p:cNvSpPr>
          <p:nvPr>
            <p:ph type="sldNum" sz="quarter" idx="12"/>
          </p:nvPr>
        </p:nvSpPr>
        <p:spPr/>
        <p:txBody>
          <a:bodyPr/>
          <a:lstStyle/>
          <a:p>
            <a:fld id="{4935F444-AADB-4D9B-8467-07BFB92FF6EF}" type="slidenum">
              <a:rPr lang="en-US" smtClean="0"/>
              <a:pPr/>
              <a:t>4</a:t>
            </a:fld>
            <a:endParaRPr lang="en-US"/>
          </a:p>
        </p:txBody>
      </p:sp>
      <p:graphicFrame>
        <p:nvGraphicFramePr>
          <p:cNvPr id="7" name="Content Placeholder 6">
            <a:extLst>
              <a:ext uri="{FF2B5EF4-FFF2-40B4-BE49-F238E27FC236}">
                <a16:creationId xmlns:a16="http://schemas.microsoft.com/office/drawing/2014/main" id="{053337F3-BA6B-769E-052B-3D04801E8974}"/>
              </a:ext>
            </a:extLst>
          </p:cNvPr>
          <p:cNvGraphicFramePr>
            <a:graphicFrameLocks noGrp="1"/>
          </p:cNvGraphicFramePr>
          <p:nvPr>
            <p:ph idx="1"/>
            <p:extLst>
              <p:ext uri="{D42A27DB-BD31-4B8C-83A1-F6EECF244321}">
                <p14:modId xmlns:p14="http://schemas.microsoft.com/office/powerpoint/2010/main" val="4062172603"/>
              </p:ext>
            </p:extLst>
          </p:nvPr>
        </p:nvGraphicFramePr>
        <p:xfrm>
          <a:off x="443372" y="1451322"/>
          <a:ext cx="11305256" cy="5184576"/>
        </p:xfrm>
        <a:graphic>
          <a:graphicData uri="http://schemas.openxmlformats.org/drawingml/2006/table">
            <a:tbl>
              <a:tblPr firstRow="1" firstCol="1" bandRow="1">
                <a:tableStyleId>{72833802-FEF1-4C79-8D5D-14CF1EAF98D9}</a:tableStyleId>
              </a:tblPr>
              <a:tblGrid>
                <a:gridCol w="1049773">
                  <a:extLst>
                    <a:ext uri="{9D8B030D-6E8A-4147-A177-3AD203B41FA5}">
                      <a16:colId xmlns:a16="http://schemas.microsoft.com/office/drawing/2014/main" val="1602745924"/>
                    </a:ext>
                  </a:extLst>
                </a:gridCol>
                <a:gridCol w="1615037">
                  <a:extLst>
                    <a:ext uri="{9D8B030D-6E8A-4147-A177-3AD203B41FA5}">
                      <a16:colId xmlns:a16="http://schemas.microsoft.com/office/drawing/2014/main" val="1790423547"/>
                    </a:ext>
                  </a:extLst>
                </a:gridCol>
                <a:gridCol w="8640446">
                  <a:extLst>
                    <a:ext uri="{9D8B030D-6E8A-4147-A177-3AD203B41FA5}">
                      <a16:colId xmlns:a16="http://schemas.microsoft.com/office/drawing/2014/main" val="3452019273"/>
                    </a:ext>
                  </a:extLst>
                </a:gridCol>
              </a:tblGrid>
              <a:tr h="503088">
                <a:tc>
                  <a:txBody>
                    <a:bodyPr/>
                    <a:lstStyle/>
                    <a:p>
                      <a:pPr algn="ctr" rtl="0">
                        <a:lnSpc>
                          <a:spcPct val="115000"/>
                        </a:lnSpc>
                        <a:spcBef>
                          <a:spcPts val="600"/>
                        </a:spcBef>
                        <a:spcAft>
                          <a:spcPts val="600"/>
                        </a:spcAft>
                        <a:buNone/>
                      </a:pPr>
                      <a:r>
                        <a:rPr lang="en-US" sz="1400">
                          <a:effectLst/>
                        </a:rPr>
                        <a:t>Meeting No.</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Date</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Content</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123332899"/>
                  </a:ext>
                </a:extLst>
              </a:tr>
              <a:tr h="555717">
                <a:tc>
                  <a:txBody>
                    <a:bodyPr/>
                    <a:lstStyle/>
                    <a:p>
                      <a:pPr algn="ctr" rtl="0">
                        <a:lnSpc>
                          <a:spcPct val="115000"/>
                        </a:lnSpc>
                        <a:spcBef>
                          <a:spcPts val="600"/>
                        </a:spcBef>
                        <a:spcAft>
                          <a:spcPts val="600"/>
                        </a:spcAft>
                        <a:buNone/>
                      </a:pPr>
                      <a:r>
                        <a:rPr lang="en-US" sz="1400">
                          <a:effectLst/>
                        </a:rPr>
                        <a:t>1</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02.12.2025</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kern="1200" dirty="0">
                          <a:solidFill>
                            <a:schemeClr val="dk1"/>
                          </a:solidFill>
                          <a:effectLst/>
                        </a:rPr>
                        <a:t>Introduction, Presentation of roundtable participants, Lecture and Discussion on “Skills and Competencies in the Era of Artificial Intelligence".</a:t>
                      </a:r>
                      <a:endParaRPr lang="en-US" sz="1400" kern="1200" dirty="0">
                        <a:solidFill>
                          <a:schemeClr val="dk1"/>
                        </a:solidFill>
                        <a:effectLst/>
                        <a:latin typeface="+mn-lt"/>
                        <a:ea typeface="+mn-ea"/>
                        <a:cs typeface="+mn-cs"/>
                      </a:endParaRPr>
                    </a:p>
                  </a:txBody>
                  <a:tcPr marL="50921" marR="50921" marT="0" marB="0"/>
                </a:tc>
                <a:extLst>
                  <a:ext uri="{0D108BD9-81ED-4DB2-BD59-A6C34878D82A}">
                    <a16:rowId xmlns:a16="http://schemas.microsoft.com/office/drawing/2014/main" val="2597466034"/>
                  </a:ext>
                </a:extLst>
              </a:tr>
              <a:tr h="758801">
                <a:tc>
                  <a:txBody>
                    <a:bodyPr/>
                    <a:lstStyle/>
                    <a:p>
                      <a:pPr algn="ctr" rtl="0">
                        <a:lnSpc>
                          <a:spcPct val="115000"/>
                        </a:lnSpc>
                        <a:spcBef>
                          <a:spcPts val="600"/>
                        </a:spcBef>
                        <a:spcAft>
                          <a:spcPts val="600"/>
                        </a:spcAft>
                        <a:buNone/>
                      </a:pPr>
                      <a:r>
                        <a:rPr lang="en-US" sz="1400">
                          <a:effectLst/>
                        </a:rPr>
                        <a:t>2</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20.01.2026</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dirty="0">
                          <a:effectLst/>
                        </a:rPr>
                        <a:t>Should the profile of lecturers and teachers become uniform or similar, or should there be a diversity of lecturer and teacher profiles within higher education faculties and secondary schools?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97664629"/>
                  </a:ext>
                </a:extLst>
              </a:tr>
              <a:tr h="758801">
                <a:tc>
                  <a:txBody>
                    <a:bodyPr/>
                    <a:lstStyle/>
                    <a:p>
                      <a:pPr algn="ctr" rtl="0">
                        <a:lnSpc>
                          <a:spcPct val="115000"/>
                        </a:lnSpc>
                        <a:spcBef>
                          <a:spcPts val="600"/>
                        </a:spcBef>
                        <a:spcAft>
                          <a:spcPts val="600"/>
                        </a:spcAft>
                        <a:buNone/>
                      </a:pPr>
                      <a:r>
                        <a:rPr lang="en-US" sz="1400">
                          <a:effectLst/>
                        </a:rPr>
                        <a:t>3</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10.03.2026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Should lecturers and teachers themselves possess the required skills and competencies, or should their primary expertise lie in the ability to cultivate these skills among their students and pupils?</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808252787"/>
                  </a:ext>
                </a:extLst>
              </a:tr>
              <a:tr h="758801">
                <a:tc>
                  <a:txBody>
                    <a:bodyPr/>
                    <a:lstStyle/>
                    <a:p>
                      <a:pPr algn="ctr" rtl="0">
                        <a:lnSpc>
                          <a:spcPct val="115000"/>
                        </a:lnSpc>
                        <a:spcBef>
                          <a:spcPts val="600"/>
                        </a:spcBef>
                        <a:spcAft>
                          <a:spcPts val="600"/>
                        </a:spcAft>
                        <a:buNone/>
                      </a:pPr>
                      <a:r>
                        <a:rPr lang="en-US" sz="1400">
                          <a:effectLst/>
                        </a:rPr>
                        <a:t>4</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28.04.2026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Is it the lecturer or teacher alone who should lead the educational process within their field of knowledge, or should an educational triangle be formed among the lecturer/teacher, the student/pupil and artificial intelligence?</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231707498"/>
                  </a:ext>
                </a:extLst>
              </a:tr>
              <a:tr h="1014515">
                <a:tc>
                  <a:txBody>
                    <a:bodyPr/>
                    <a:lstStyle/>
                    <a:p>
                      <a:pPr algn="ctr" rtl="0">
                        <a:lnSpc>
                          <a:spcPct val="115000"/>
                        </a:lnSpc>
                        <a:spcBef>
                          <a:spcPts val="600"/>
                        </a:spcBef>
                        <a:spcAft>
                          <a:spcPts val="600"/>
                        </a:spcAft>
                        <a:buNone/>
                      </a:pPr>
                      <a:r>
                        <a:rPr lang="en-US" sz="1400">
                          <a:effectLst/>
                        </a:rPr>
                        <a:t>5</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09.06.2026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How </a:t>
                      </a:r>
                      <a:r>
                        <a:rPr lang="en-US" sz="1400" dirty="0">
                          <a:effectLst/>
                        </a:rPr>
                        <a:t>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20820619"/>
                  </a:ext>
                </a:extLst>
              </a:tr>
              <a:tr h="834853">
                <a:tc>
                  <a:txBody>
                    <a:bodyPr/>
                    <a:lstStyle/>
                    <a:p>
                      <a:pPr algn="ctr" rtl="0">
                        <a:lnSpc>
                          <a:spcPct val="115000"/>
                        </a:lnSpc>
                        <a:spcBef>
                          <a:spcPts val="600"/>
                        </a:spcBef>
                        <a:spcAft>
                          <a:spcPts val="600"/>
                        </a:spcAft>
                        <a:buNone/>
                      </a:pPr>
                      <a:r>
                        <a:rPr lang="en-US" sz="1400">
                          <a:effectLst/>
                        </a:rPr>
                        <a:t>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21.07.2026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554231146"/>
                  </a:ext>
                </a:extLst>
              </a:tr>
            </a:tbl>
          </a:graphicData>
        </a:graphic>
      </p:graphicFrame>
    </p:spTree>
    <p:extLst>
      <p:ext uri="{BB962C8B-B14F-4D97-AF65-F5344CB8AC3E}">
        <p14:creationId xmlns:p14="http://schemas.microsoft.com/office/powerpoint/2010/main" val="11706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8F8A26-45E8-AA58-41EE-AA2E0B219AA3}"/>
              </a:ext>
            </a:extLst>
          </p:cNvPr>
          <p:cNvSpPr txBox="1">
            <a:spLocks/>
          </p:cNvSpPr>
          <p:nvPr/>
        </p:nvSpPr>
        <p:spPr>
          <a:xfrm>
            <a:off x="0" y="1982530"/>
            <a:ext cx="12192000" cy="12241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a:t>We appreciate your time and attention</a:t>
            </a:r>
            <a:endParaRPr lang="en-US" sz="5000" dirty="0"/>
          </a:p>
        </p:txBody>
      </p:sp>
      <p:sp>
        <p:nvSpPr>
          <p:cNvPr id="5" name="Text Placeholder 3">
            <a:extLst>
              <a:ext uri="{FF2B5EF4-FFF2-40B4-BE49-F238E27FC236}">
                <a16:creationId xmlns:a16="http://schemas.microsoft.com/office/drawing/2014/main" id="{D8FA2E58-4583-28E5-5B39-42BA5F26A7C7}"/>
              </a:ext>
            </a:extLst>
          </p:cNvPr>
          <p:cNvSpPr txBox="1">
            <a:spLocks/>
          </p:cNvSpPr>
          <p:nvPr/>
        </p:nvSpPr>
        <p:spPr>
          <a:xfrm>
            <a:off x="0" y="4263402"/>
            <a:ext cx="12192000" cy="1500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For any questions or further discussion &gt;</a:t>
            </a:r>
            <a:r>
              <a:rPr lang="he-IL" sz="2800" dirty="0"/>
              <a:t> </a:t>
            </a:r>
            <a:r>
              <a:rPr lang="en-US" sz="2800" dirty="0">
                <a:hlinkClick r:id="rId2"/>
              </a:rPr>
              <a:t>elieizenberg@gmail.com</a:t>
            </a:r>
            <a:r>
              <a:rPr lang="he-IL" sz="2800" dirty="0"/>
              <a:t> </a:t>
            </a:r>
            <a:endParaRPr lang="en-US" sz="2800" dirty="0"/>
          </a:p>
          <a:p>
            <a:endParaRPr lang="en-US" sz="3000" dirty="0"/>
          </a:p>
          <a:p>
            <a:r>
              <a:rPr lang="en-US" sz="3000" dirty="0"/>
              <a:t>Explore our recent publications &gt; </a:t>
            </a:r>
            <a:r>
              <a:rPr lang="en-CA" sz="3000" u="sng" dirty="0">
                <a:hlinkClick r:id="rId3"/>
              </a:rPr>
              <a:t>www.neaman.org.il</a:t>
            </a:r>
            <a:endParaRPr lang="he-IL" sz="3000" u="sng" dirty="0"/>
          </a:p>
          <a:p>
            <a:endParaRPr lang="he-IL" sz="3000" dirty="0"/>
          </a:p>
        </p:txBody>
      </p:sp>
      <p:sp>
        <p:nvSpPr>
          <p:cNvPr id="6" name="Slide Number Placeholder 5">
            <a:extLst>
              <a:ext uri="{FF2B5EF4-FFF2-40B4-BE49-F238E27FC236}">
                <a16:creationId xmlns:a16="http://schemas.microsoft.com/office/drawing/2014/main" id="{48C6F1AA-7F1B-C8BB-812E-D954767DBFF8}"/>
              </a:ext>
            </a:extLst>
          </p:cNvPr>
          <p:cNvSpPr>
            <a:spLocks noGrp="1"/>
          </p:cNvSpPr>
          <p:nvPr>
            <p:ph type="sldNum" sz="quarter" idx="12"/>
          </p:nvPr>
        </p:nvSpPr>
        <p:spPr/>
        <p:txBody>
          <a:bodyPr/>
          <a:lstStyle/>
          <a:p>
            <a:fld id="{4935F444-AADB-4D9B-8467-07BFB92FF6EF}" type="slidenum">
              <a:rPr lang="en-US" smtClean="0"/>
              <a:pPr/>
              <a:t>5</a:t>
            </a:fld>
            <a:endParaRPr lang="en-US"/>
          </a:p>
        </p:txBody>
      </p:sp>
    </p:spTree>
    <p:extLst>
      <p:ext uri="{BB962C8B-B14F-4D97-AF65-F5344CB8AC3E}">
        <p14:creationId xmlns:p14="http://schemas.microsoft.com/office/powerpoint/2010/main" val="1279503842"/>
      </p:ext>
    </p:extLst>
  </p:cSld>
  <p:clrMapOvr>
    <a:masterClrMapping/>
  </p:clrMapOvr>
</p:sld>
</file>

<file path=ppt/theme/theme1.xml><?xml version="1.0" encoding="utf-8"?>
<a:theme xmlns:a="http://schemas.openxmlformats.org/drawingml/2006/main" name="SNI-pp">
  <a:themeElements>
    <a:clrScheme name="SNI Theme">
      <a:dk1>
        <a:sysClr val="windowText" lastClr="000000"/>
      </a:dk1>
      <a:lt1>
        <a:srgbClr val="FFFFFF"/>
      </a:lt1>
      <a:dk2>
        <a:srgbClr val="1A4B53"/>
      </a:dk2>
      <a:lt2>
        <a:srgbClr val="E7E6E6"/>
      </a:lt2>
      <a:accent1>
        <a:srgbClr val="08213F"/>
      </a:accent1>
      <a:accent2>
        <a:srgbClr val="1A5B5A"/>
      </a:accent2>
      <a:accent3>
        <a:srgbClr val="D1422F"/>
      </a:accent3>
      <a:accent4>
        <a:srgbClr val="F4AA5B"/>
      </a:accent4>
      <a:accent5>
        <a:srgbClr val="ABC8BE"/>
      </a:accent5>
      <a:accent6>
        <a:srgbClr val="8E7861"/>
      </a:accent6>
      <a:hlink>
        <a:srgbClr val="023160"/>
      </a:hlink>
      <a:folHlink>
        <a:srgbClr val="954F72"/>
      </a:folHlink>
    </a:clrScheme>
    <a:fontScheme name="SMI">
      <a:majorFont>
        <a:latin typeface="Heebo"/>
        <a:ea typeface=""/>
        <a:cs typeface="Heebo Medium"/>
      </a:majorFont>
      <a:minorFont>
        <a:latin typeface="Heebo"/>
        <a:ea typeface=""/>
        <a:cs typeface="Heeb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I-English Template  17.06.2024 (002)  -  Read-Only" id="{18ED639E-699A-4826-960B-EFE68D21593D}" vid="{21565CFD-B2A1-4836-9EE1-AF9CC16A3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693862-55F6-4691-9FEC-D5CDDC7D21B9}">
  <ds:schemaRefs>
    <ds:schemaRef ds:uri="http://schemas.microsoft.com/office/2006/metadata/properties"/>
    <ds:schemaRef ds:uri="http://schemas.microsoft.com/office/infopath/2007/PartnerControls"/>
    <ds:schemaRef ds:uri="43168679-1908-49e2-880d-afbaa5953d3f"/>
    <ds:schemaRef ds:uri="a70d96b3-98c6-4516-be39-fdf6db169683"/>
  </ds:schemaRefs>
</ds:datastoreItem>
</file>

<file path=customXml/itemProps2.xml><?xml version="1.0" encoding="utf-8"?>
<ds:datastoreItem xmlns:ds="http://schemas.openxmlformats.org/officeDocument/2006/customXml" ds:itemID="{9B91D255-BC18-40BC-8E93-E9A19A7F29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5dc9-15bf-457b-b339-f3659df4a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0622CE-358F-496B-8090-97EB0CFB81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SNI English Template  2025</Template>
  <TotalTime>94</TotalTime>
  <Words>428</Words>
  <Application>Microsoft Office PowerPoint</Application>
  <PresentationFormat>Widescreen</PresentationFormat>
  <Paragraphs>69</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Heebo</vt:lpstr>
      <vt:lpstr>Segoe UI</vt:lpstr>
      <vt:lpstr>SNI-pp</vt:lpstr>
      <vt:lpstr>International STEM Skills Round Table Phase III</vt:lpstr>
      <vt:lpstr>Subject/Dilemma</vt:lpstr>
      <vt:lpstr>Program Outline</vt:lpstr>
      <vt:lpstr> The Issues to be Discussed in the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 Dayan</dc:creator>
  <cp:lastModifiedBy>Tamar Dayan</cp:lastModifiedBy>
  <cp:revision>1</cp:revision>
  <dcterms:created xsi:type="dcterms:W3CDTF">2025-11-27T08:50:44Z</dcterms:created>
  <dcterms:modified xsi:type="dcterms:W3CDTF">2026-01-20T08:02:21Z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713800</vt:r8>
  </property>
  <property fmtid="{D5CDD505-2E9C-101B-9397-08002B2CF9AE}" pid="3" name="xd_ProgID">
    <vt:lpwstr/>
  </property>
  <property fmtid="{D5CDD505-2E9C-101B-9397-08002B2CF9AE}" pid="4" name="MediaServiceImageTags">
    <vt:lpwstr/>
  </property>
  <property fmtid="{D5CDD505-2E9C-101B-9397-08002B2CF9AE}" pid="5" name="ContentTypeId">
    <vt:lpwstr>0x0101004DBCC0738EEC624F9D360D04B21611FC</vt:lpwstr>
  </property>
  <property fmtid="{D5CDD505-2E9C-101B-9397-08002B2CF9AE}" pid="6" name="_ColorH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ColorTag">
    <vt:lpwstr/>
  </property>
  <property fmtid="{D5CDD505-2E9C-101B-9397-08002B2CF9AE}" pid="11" name="TriggerFlowInfo">
    <vt:lpwstr/>
  </property>
  <property fmtid="{D5CDD505-2E9C-101B-9397-08002B2CF9AE}" pid="12" name="xd_Signature">
    <vt:bool>false</vt:bool>
  </property>
  <property fmtid="{D5CDD505-2E9C-101B-9397-08002B2CF9AE}" pid="13" name="_Emoji">
    <vt:lpwstr/>
  </property>
</Properties>
</file>