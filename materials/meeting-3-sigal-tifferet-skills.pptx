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embedTrueTypeFonts="1">
  <p:sldMasterIdLst>
    <p:sldMasterId id="2147483648" r:id="rId1"/>
  </p:sldMasterIdLst>
  <p:notesMasterIdLst>
    <p:notesMasterId r:id="rId36"/>
  </p:notesMasterIdLst>
  <p:handoutMasterIdLst>
    <p:handoutMasterId r:id="rId37"/>
  </p:handoutMasterIdLst>
  <p:sldIdLst>
    <p:sldId id="1594" r:id="rId2"/>
    <p:sldId id="1565" r:id="rId3"/>
    <p:sldId id="1578" r:id="rId4"/>
    <p:sldId id="1550" r:id="rId5"/>
    <p:sldId id="1560" r:id="rId6"/>
    <p:sldId id="1558" r:id="rId7"/>
    <p:sldId id="1559" r:id="rId8"/>
    <p:sldId id="1606" r:id="rId9"/>
    <p:sldId id="1303" r:id="rId10"/>
    <p:sldId id="1607" r:id="rId11"/>
    <p:sldId id="1554" r:id="rId12"/>
    <p:sldId id="1584" r:id="rId13"/>
    <p:sldId id="1585" r:id="rId14"/>
    <p:sldId id="1608" r:id="rId15"/>
    <p:sldId id="1601" r:id="rId16"/>
    <p:sldId id="1603" r:id="rId17"/>
    <p:sldId id="1604" r:id="rId18"/>
    <p:sldId id="1609" r:id="rId19"/>
    <p:sldId id="1572" r:id="rId20"/>
    <p:sldId id="1573" r:id="rId21"/>
    <p:sldId id="1574" r:id="rId22"/>
    <p:sldId id="1575" r:id="rId23"/>
    <p:sldId id="1576" r:id="rId24"/>
    <p:sldId id="1577" r:id="rId25"/>
    <p:sldId id="1610" r:id="rId26"/>
    <p:sldId id="1495" r:id="rId27"/>
    <p:sldId id="1586" r:id="rId28"/>
    <p:sldId id="1587" r:id="rId29"/>
    <p:sldId id="1611" r:id="rId30"/>
    <p:sldId id="1471" r:id="rId31"/>
    <p:sldId id="1556" r:id="rId32"/>
    <p:sldId id="1472" r:id="rId33"/>
    <p:sldId id="1508" r:id="rId34"/>
    <p:sldId id="1250" r:id="rId35"/>
  </p:sldIdLst>
  <p:sldSz cx="12192000" cy="6858000"/>
  <p:notesSz cx="6858000" cy="9144000"/>
  <p:embeddedFontLst>
    <p:embeddedFont>
      <p:font typeface="Impact" panose="020B0806030902050204" pitchFamily="34" charset="0"/>
      <p:regular r:id="rId38"/>
    </p:embeddedFont>
    <p:embeddedFont>
      <p:font typeface="Lora" pitchFamily="2" charset="0"/>
      <p:regular r:id="rId39"/>
      <p:bold r:id="rId40"/>
      <p:italic r:id="rId41"/>
      <p:boldItalic r:id="rId42"/>
    </p:embeddedFont>
    <p:embeddedFont>
      <p:font typeface="Roboto" panose="02000000000000000000" pitchFamily="2" charset="0"/>
      <p:regular r:id="rId43"/>
      <p:bold r:id="rId44"/>
      <p:italic r:id="rId45"/>
      <p:boldItalic r:id="rId46"/>
    </p:embeddedFont>
  </p:embeddedFontLst>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הכשרת מורים" id="{636D792D-9CA4-4108-8523-B97487477B6B}">
          <p14:sldIdLst>
            <p14:sldId id="1594"/>
            <p14:sldId id="1565"/>
            <p14:sldId id="1578"/>
            <p14:sldId id="1550"/>
            <p14:sldId id="1560"/>
            <p14:sldId id="1558"/>
            <p14:sldId id="1559"/>
            <p14:sldId id="1606"/>
            <p14:sldId id="1303"/>
            <p14:sldId id="1607"/>
            <p14:sldId id="1554"/>
            <p14:sldId id="1584"/>
            <p14:sldId id="1585"/>
            <p14:sldId id="1608"/>
            <p14:sldId id="1601"/>
            <p14:sldId id="1603"/>
            <p14:sldId id="1604"/>
            <p14:sldId id="1609"/>
            <p14:sldId id="1572"/>
            <p14:sldId id="1573"/>
            <p14:sldId id="1574"/>
            <p14:sldId id="1575"/>
            <p14:sldId id="1576"/>
            <p14:sldId id="1577"/>
            <p14:sldId id="1610"/>
            <p14:sldId id="1495"/>
            <p14:sldId id="1586"/>
            <p14:sldId id="1587"/>
            <p14:sldId id="1611"/>
          </p14:sldIdLst>
        </p14:section>
        <p14:section name="סיכום" id="{CB47D094-A115-43DA-850A-F4388C49AD99}">
          <p14:sldIdLst>
            <p14:sldId id="1471"/>
            <p14:sldId id="1556"/>
            <p14:sldId id="1472"/>
            <p14:sldId id="1508"/>
            <p14:sldId id="125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C2C6"/>
    <a:srgbClr val="051022"/>
    <a:srgbClr val="41A4AC"/>
    <a:srgbClr val="A4DCD4"/>
    <a:srgbClr val="FFFFFF"/>
    <a:srgbClr val="DBF1EE"/>
    <a:srgbClr val="48B9A9"/>
    <a:srgbClr val="87D1C6"/>
    <a:srgbClr val="B6E3DC"/>
    <a:srgbClr val="D4EE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248B04-676F-4702-98E1-D34527CF0299}" v="20" dt="2026-03-08T09:18:57.8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979" autoAdjust="0"/>
    <p:restoredTop sz="88131" autoAdjust="0"/>
  </p:normalViewPr>
  <p:slideViewPr>
    <p:cSldViewPr snapToGrid="0">
      <p:cViewPr varScale="1">
        <p:scale>
          <a:sx n="95" d="100"/>
          <a:sy n="95" d="100"/>
        </p:scale>
        <p:origin x="450" y="78"/>
      </p:cViewPr>
      <p:guideLst>
        <p:guide orient="horz" pos="2160"/>
        <p:guide pos="3840"/>
      </p:guideLst>
    </p:cSldViewPr>
  </p:slideViewPr>
  <p:notesTextViewPr>
    <p:cViewPr>
      <p:scale>
        <a:sx n="1" d="1"/>
        <a:sy n="1" d="1"/>
      </p:scale>
      <p:origin x="0" y="0"/>
    </p:cViewPr>
  </p:notesTextViewPr>
  <p:sorterViewPr>
    <p:cViewPr varScale="1">
      <p:scale>
        <a:sx n="1" d="1"/>
        <a:sy n="1" d="1"/>
      </p:scale>
      <p:origin x="0" y="-523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presProps" Target="presProps.xml"/><Relationship Id="rId50" Type="http://schemas.openxmlformats.org/officeDocument/2006/relationships/tableStyles" Target="tableStyle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תפארת סיגל" userId="2e2867a2-ff1e-4b20-8d5a-db26551228cb" providerId="ADAL" clId="{107EDC16-4D7B-468B-BF5D-72F57E87FD4A}"/>
    <pc:docChg chg="custSel delSld modSld modSection">
      <pc:chgData name="תפארת סיגל" userId="2e2867a2-ff1e-4b20-8d5a-db26551228cb" providerId="ADAL" clId="{107EDC16-4D7B-468B-BF5D-72F57E87FD4A}" dt="2026-03-08T09:20:39.968" v="87" actId="6549"/>
      <pc:docMkLst>
        <pc:docMk/>
      </pc:docMkLst>
      <pc:sldChg chg="modSp mod">
        <pc:chgData name="תפארת סיגל" userId="2e2867a2-ff1e-4b20-8d5a-db26551228cb" providerId="ADAL" clId="{107EDC16-4D7B-468B-BF5D-72F57E87FD4A}" dt="2026-03-08T08:58:10.825" v="27" actId="20577"/>
        <pc:sldMkLst>
          <pc:docMk/>
          <pc:sldMk cId="1281402187" sldId="1303"/>
        </pc:sldMkLst>
        <pc:spChg chg="mod">
          <ac:chgData name="תפארת סיגל" userId="2e2867a2-ff1e-4b20-8d5a-db26551228cb" providerId="ADAL" clId="{107EDC16-4D7B-468B-BF5D-72F57E87FD4A}" dt="2026-03-08T08:58:10.825" v="27" actId="20577"/>
          <ac:spMkLst>
            <pc:docMk/>
            <pc:sldMk cId="1281402187" sldId="1303"/>
            <ac:spMk id="11" creationId="{A131D825-C1B7-51C6-C44D-0016A5A23FCB}"/>
          </ac:spMkLst>
        </pc:spChg>
      </pc:sldChg>
      <pc:sldChg chg="addSp delSp modSp mod delAnim modAnim">
        <pc:chgData name="תפארת סיגל" userId="2e2867a2-ff1e-4b20-8d5a-db26551228cb" providerId="ADAL" clId="{107EDC16-4D7B-468B-BF5D-72F57E87FD4A}" dt="2026-03-08T09:18:09.102" v="76" actId="20577"/>
        <pc:sldMkLst>
          <pc:docMk/>
          <pc:sldMk cId="3791726858" sldId="1495"/>
        </pc:sldMkLst>
        <pc:spChg chg="add mod">
          <ac:chgData name="תפארת סיגל" userId="2e2867a2-ff1e-4b20-8d5a-db26551228cb" providerId="ADAL" clId="{107EDC16-4D7B-468B-BF5D-72F57E87FD4A}" dt="2026-03-08T08:54:54.285" v="7"/>
          <ac:spMkLst>
            <pc:docMk/>
            <pc:sldMk cId="3791726858" sldId="1495"/>
            <ac:spMk id="4" creationId="{7BDF081C-6700-A776-DEC5-794F061E9379}"/>
          </ac:spMkLst>
        </pc:spChg>
        <pc:spChg chg="add mod">
          <ac:chgData name="תפארת סיגל" userId="2e2867a2-ff1e-4b20-8d5a-db26551228cb" providerId="ADAL" clId="{107EDC16-4D7B-468B-BF5D-72F57E87FD4A}" dt="2026-03-08T08:54:54.285" v="7"/>
          <ac:spMkLst>
            <pc:docMk/>
            <pc:sldMk cId="3791726858" sldId="1495"/>
            <ac:spMk id="5" creationId="{55F29A51-854E-B8B4-D133-BD5FC0A019BD}"/>
          </ac:spMkLst>
        </pc:spChg>
        <pc:spChg chg="add mod">
          <ac:chgData name="תפארת סיגל" userId="2e2867a2-ff1e-4b20-8d5a-db26551228cb" providerId="ADAL" clId="{107EDC16-4D7B-468B-BF5D-72F57E87FD4A}" dt="2026-03-08T08:55:06.162" v="9"/>
          <ac:spMkLst>
            <pc:docMk/>
            <pc:sldMk cId="3791726858" sldId="1495"/>
            <ac:spMk id="7" creationId="{DDC8C855-3C0E-D90F-9C9F-AE8A2F99B6CE}"/>
          </ac:spMkLst>
        </pc:spChg>
        <pc:spChg chg="del">
          <ac:chgData name="תפארת סיגל" userId="2e2867a2-ff1e-4b20-8d5a-db26551228cb" providerId="ADAL" clId="{107EDC16-4D7B-468B-BF5D-72F57E87FD4A}" dt="2026-03-08T08:54:34.455" v="2" actId="478"/>
          <ac:spMkLst>
            <pc:docMk/>
            <pc:sldMk cId="3791726858" sldId="1495"/>
            <ac:spMk id="9" creationId="{C8CB0221-316E-DAEB-76D8-2936509AB6E4}"/>
          </ac:spMkLst>
        </pc:spChg>
        <pc:grpChg chg="add mod">
          <ac:chgData name="תפארת סיגל" userId="2e2867a2-ff1e-4b20-8d5a-db26551228cb" providerId="ADAL" clId="{107EDC16-4D7B-468B-BF5D-72F57E87FD4A}" dt="2026-03-08T08:54:54.285" v="7"/>
          <ac:grpSpMkLst>
            <pc:docMk/>
            <pc:sldMk cId="3791726858" sldId="1495"/>
            <ac:grpSpMk id="3" creationId="{4688843E-0688-9B6F-C6B5-C1A2BBF9080A}"/>
          </ac:grpSpMkLst>
        </pc:grpChg>
        <pc:graphicFrameChg chg="add mod modGraphic">
          <ac:chgData name="תפארת סיגל" userId="2e2867a2-ff1e-4b20-8d5a-db26551228cb" providerId="ADAL" clId="{107EDC16-4D7B-468B-BF5D-72F57E87FD4A}" dt="2026-03-08T09:18:09.102" v="76" actId="20577"/>
          <ac:graphicFrameMkLst>
            <pc:docMk/>
            <pc:sldMk cId="3791726858" sldId="1495"/>
            <ac:graphicFrameMk id="6" creationId="{DDF65E2B-F49B-3866-B665-8A6F5CB148B5}"/>
          </ac:graphicFrameMkLst>
        </pc:graphicFrameChg>
        <pc:graphicFrameChg chg="del mod">
          <ac:chgData name="תפארת סיגל" userId="2e2867a2-ff1e-4b20-8d5a-db26551228cb" providerId="ADAL" clId="{107EDC16-4D7B-468B-BF5D-72F57E87FD4A}" dt="2026-03-08T08:54:47.151" v="5" actId="478"/>
          <ac:graphicFrameMkLst>
            <pc:docMk/>
            <pc:sldMk cId="3791726858" sldId="1495"/>
            <ac:graphicFrameMk id="8" creationId="{168E4DDF-56B4-A2DA-8E3F-147C7A441A5D}"/>
          </ac:graphicFrameMkLst>
        </pc:graphicFrameChg>
      </pc:sldChg>
      <pc:sldChg chg="modSp mod">
        <pc:chgData name="תפארת סיגל" userId="2e2867a2-ff1e-4b20-8d5a-db26551228cb" providerId="ADAL" clId="{107EDC16-4D7B-468B-BF5D-72F57E87FD4A}" dt="2026-03-08T09:20:39.968" v="87" actId="6549"/>
        <pc:sldMkLst>
          <pc:docMk/>
          <pc:sldMk cId="2037913591" sldId="1508"/>
        </pc:sldMkLst>
        <pc:spChg chg="mod">
          <ac:chgData name="תפארת סיגל" userId="2e2867a2-ff1e-4b20-8d5a-db26551228cb" providerId="ADAL" clId="{107EDC16-4D7B-468B-BF5D-72F57E87FD4A}" dt="2026-03-08T09:20:39.968" v="87" actId="6549"/>
          <ac:spMkLst>
            <pc:docMk/>
            <pc:sldMk cId="2037913591" sldId="1508"/>
            <ac:spMk id="4" creationId="{7930E6FC-7DC7-9098-3919-C86A8DDB85FE}"/>
          </ac:spMkLst>
        </pc:spChg>
      </pc:sldChg>
      <pc:sldChg chg="modSp mod">
        <pc:chgData name="תפארת סיגל" userId="2e2867a2-ff1e-4b20-8d5a-db26551228cb" providerId="ADAL" clId="{107EDC16-4D7B-468B-BF5D-72F57E87FD4A}" dt="2026-03-08T08:56:31.537" v="19" actId="1035"/>
        <pc:sldMkLst>
          <pc:docMk/>
          <pc:sldMk cId="359027784" sldId="1550"/>
        </pc:sldMkLst>
        <pc:spChg chg="mod">
          <ac:chgData name="תפארת סיגל" userId="2e2867a2-ff1e-4b20-8d5a-db26551228cb" providerId="ADAL" clId="{107EDC16-4D7B-468B-BF5D-72F57E87FD4A}" dt="2026-03-08T08:56:31.537" v="19" actId="1035"/>
          <ac:spMkLst>
            <pc:docMk/>
            <pc:sldMk cId="359027784" sldId="1550"/>
            <ac:spMk id="2" creationId="{3C076C8D-B887-50DC-3F02-F92A0FBBF056}"/>
          </ac:spMkLst>
        </pc:spChg>
      </pc:sldChg>
      <pc:sldChg chg="modSp mod">
        <pc:chgData name="תפארת סיגל" userId="2e2867a2-ff1e-4b20-8d5a-db26551228cb" providerId="ADAL" clId="{107EDC16-4D7B-468B-BF5D-72F57E87FD4A}" dt="2026-03-08T08:59:09.257" v="29" actId="1035"/>
        <pc:sldMkLst>
          <pc:docMk/>
          <pc:sldMk cId="268473441" sldId="1554"/>
        </pc:sldMkLst>
        <pc:spChg chg="mod">
          <ac:chgData name="תפארת סיגל" userId="2e2867a2-ff1e-4b20-8d5a-db26551228cb" providerId="ADAL" clId="{107EDC16-4D7B-468B-BF5D-72F57E87FD4A}" dt="2026-03-08T08:59:09.257" v="29" actId="1035"/>
          <ac:spMkLst>
            <pc:docMk/>
            <pc:sldMk cId="268473441" sldId="1554"/>
            <ac:spMk id="4" creationId="{7BF75709-DCAF-7D22-245A-2DC12F06F1E3}"/>
          </ac:spMkLst>
        </pc:spChg>
      </pc:sldChg>
      <pc:sldChg chg="modSp mod">
        <pc:chgData name="תפארת סיגל" userId="2e2867a2-ff1e-4b20-8d5a-db26551228cb" providerId="ADAL" clId="{107EDC16-4D7B-468B-BF5D-72F57E87FD4A}" dt="2026-03-08T08:56:38.577" v="25" actId="1035"/>
        <pc:sldMkLst>
          <pc:docMk/>
          <pc:sldMk cId="3635253235" sldId="1560"/>
        </pc:sldMkLst>
        <pc:spChg chg="mod">
          <ac:chgData name="תפארת סיגל" userId="2e2867a2-ff1e-4b20-8d5a-db26551228cb" providerId="ADAL" clId="{107EDC16-4D7B-468B-BF5D-72F57E87FD4A}" dt="2026-03-08T08:56:38.577" v="25" actId="1035"/>
          <ac:spMkLst>
            <pc:docMk/>
            <pc:sldMk cId="3635253235" sldId="1560"/>
            <ac:spMk id="3" creationId="{67B23C51-EA8C-9270-BAD6-2C195B2EFF6D}"/>
          </ac:spMkLst>
        </pc:spChg>
      </pc:sldChg>
      <pc:sldChg chg="modAnim">
        <pc:chgData name="תפארת סיגל" userId="2e2867a2-ff1e-4b20-8d5a-db26551228cb" providerId="ADAL" clId="{107EDC16-4D7B-468B-BF5D-72F57E87FD4A}" dt="2026-03-08T09:03:20.877" v="41"/>
        <pc:sldMkLst>
          <pc:docMk/>
          <pc:sldMk cId="2078580464" sldId="1572"/>
        </pc:sldMkLst>
      </pc:sldChg>
      <pc:sldChg chg="modSp mod">
        <pc:chgData name="תפארת סיגל" userId="2e2867a2-ff1e-4b20-8d5a-db26551228cb" providerId="ADAL" clId="{107EDC16-4D7B-468B-BF5D-72F57E87FD4A}" dt="2026-03-08T09:09:18.641" v="53" actId="20577"/>
        <pc:sldMkLst>
          <pc:docMk/>
          <pc:sldMk cId="1064472569" sldId="1573"/>
        </pc:sldMkLst>
        <pc:spChg chg="mod modVis">
          <ac:chgData name="תפארת סיגל" userId="2e2867a2-ff1e-4b20-8d5a-db26551228cb" providerId="ADAL" clId="{107EDC16-4D7B-468B-BF5D-72F57E87FD4A}" dt="2026-03-08T09:09:18.641" v="53" actId="20577"/>
          <ac:spMkLst>
            <pc:docMk/>
            <pc:sldMk cId="1064472569" sldId="1573"/>
            <ac:spMk id="3" creationId="{E7E3154D-2FA4-D9E5-9772-DF2FDC966B69}"/>
          </ac:spMkLst>
        </pc:spChg>
        <pc:spChg chg="mod">
          <ac:chgData name="תפארת סיגל" userId="2e2867a2-ff1e-4b20-8d5a-db26551228cb" providerId="ADAL" clId="{107EDC16-4D7B-468B-BF5D-72F57E87FD4A}" dt="2026-03-08T09:09:02.629" v="50" actId="1076"/>
          <ac:spMkLst>
            <pc:docMk/>
            <pc:sldMk cId="1064472569" sldId="1573"/>
            <ac:spMk id="5" creationId="{F906B930-9C9D-25E8-6EC9-53F050E1D069}"/>
          </ac:spMkLst>
        </pc:spChg>
      </pc:sldChg>
      <pc:sldChg chg="modSp">
        <pc:chgData name="תפארת סיגל" userId="2e2867a2-ff1e-4b20-8d5a-db26551228cb" providerId="ADAL" clId="{107EDC16-4D7B-468B-BF5D-72F57E87FD4A}" dt="2026-03-08T09:06:33.793" v="46" actId="20577"/>
        <pc:sldMkLst>
          <pc:docMk/>
          <pc:sldMk cId="2338586331" sldId="1574"/>
        </pc:sldMkLst>
        <pc:spChg chg="mod">
          <ac:chgData name="תפארת סיגל" userId="2e2867a2-ff1e-4b20-8d5a-db26551228cb" providerId="ADAL" clId="{107EDC16-4D7B-468B-BF5D-72F57E87FD4A}" dt="2026-03-08T09:06:33.793" v="46" actId="20577"/>
          <ac:spMkLst>
            <pc:docMk/>
            <pc:sldMk cId="2338586331" sldId="1574"/>
            <ac:spMk id="5" creationId="{1B28AE53-B20B-E7BB-FCA8-602425F76C45}"/>
          </ac:spMkLst>
        </pc:spChg>
      </pc:sldChg>
      <pc:sldChg chg="modSp mod">
        <pc:chgData name="תפארת סיגל" userId="2e2867a2-ff1e-4b20-8d5a-db26551228cb" providerId="ADAL" clId="{107EDC16-4D7B-468B-BF5D-72F57E87FD4A}" dt="2026-03-08T09:11:05.152" v="63" actId="6549"/>
        <pc:sldMkLst>
          <pc:docMk/>
          <pc:sldMk cId="3194599255" sldId="1576"/>
        </pc:sldMkLst>
        <pc:spChg chg="mod">
          <ac:chgData name="תפארת סיגל" userId="2e2867a2-ff1e-4b20-8d5a-db26551228cb" providerId="ADAL" clId="{107EDC16-4D7B-468B-BF5D-72F57E87FD4A}" dt="2026-03-08T09:11:05.152" v="63" actId="6549"/>
          <ac:spMkLst>
            <pc:docMk/>
            <pc:sldMk cId="3194599255" sldId="1576"/>
            <ac:spMk id="7" creationId="{BF68C4D1-7535-4543-69EA-00C15864ECBE}"/>
          </ac:spMkLst>
        </pc:spChg>
        <pc:spChg chg="mod">
          <ac:chgData name="תפארת סיגל" userId="2e2867a2-ff1e-4b20-8d5a-db26551228cb" providerId="ADAL" clId="{107EDC16-4D7B-468B-BF5D-72F57E87FD4A}" dt="2026-03-08T09:10:11.856" v="57" actId="14100"/>
          <ac:spMkLst>
            <pc:docMk/>
            <pc:sldMk cId="3194599255" sldId="1576"/>
            <ac:spMk id="14" creationId="{913D4884-18D7-3953-6C1B-FA2458D46730}"/>
          </ac:spMkLst>
        </pc:spChg>
        <pc:spChg chg="mod">
          <ac:chgData name="תפארת סיגל" userId="2e2867a2-ff1e-4b20-8d5a-db26551228cb" providerId="ADAL" clId="{107EDC16-4D7B-468B-BF5D-72F57E87FD4A}" dt="2026-03-08T09:10:19.290" v="62" actId="1038"/>
          <ac:spMkLst>
            <pc:docMk/>
            <pc:sldMk cId="3194599255" sldId="1576"/>
            <ac:spMk id="27" creationId="{47EEC11D-3FC3-D79E-C078-F3B322571D69}"/>
          </ac:spMkLst>
        </pc:spChg>
        <pc:cxnChg chg="mod">
          <ac:chgData name="תפארת סיגל" userId="2e2867a2-ff1e-4b20-8d5a-db26551228cb" providerId="ADAL" clId="{107EDC16-4D7B-468B-BF5D-72F57E87FD4A}" dt="2026-03-08T09:10:19.290" v="62" actId="1038"/>
          <ac:cxnSpMkLst>
            <pc:docMk/>
            <pc:sldMk cId="3194599255" sldId="1576"/>
            <ac:cxnSpMk id="41" creationId="{EDE9C135-CED3-30FC-2FAB-45891A962CD1}"/>
          </ac:cxnSpMkLst>
        </pc:cxnChg>
        <pc:cxnChg chg="mod">
          <ac:chgData name="תפארת סיגל" userId="2e2867a2-ff1e-4b20-8d5a-db26551228cb" providerId="ADAL" clId="{107EDC16-4D7B-468B-BF5D-72F57E87FD4A}" dt="2026-03-08T09:10:19.290" v="62" actId="1038"/>
          <ac:cxnSpMkLst>
            <pc:docMk/>
            <pc:sldMk cId="3194599255" sldId="1576"/>
            <ac:cxnSpMk id="43" creationId="{E942425D-C681-4A69-ED47-69BFD6C0FD46}"/>
          </ac:cxnSpMkLst>
        </pc:cxnChg>
        <pc:cxnChg chg="mod">
          <ac:chgData name="תפארת סיגל" userId="2e2867a2-ff1e-4b20-8d5a-db26551228cb" providerId="ADAL" clId="{107EDC16-4D7B-468B-BF5D-72F57E87FD4A}" dt="2026-03-08T09:10:19.290" v="62" actId="1038"/>
          <ac:cxnSpMkLst>
            <pc:docMk/>
            <pc:sldMk cId="3194599255" sldId="1576"/>
            <ac:cxnSpMk id="46" creationId="{11A9599D-CBFF-BE47-12D4-4218931CAC92}"/>
          </ac:cxnSpMkLst>
        </pc:cxnChg>
        <pc:cxnChg chg="mod">
          <ac:chgData name="תפארת סיגל" userId="2e2867a2-ff1e-4b20-8d5a-db26551228cb" providerId="ADAL" clId="{107EDC16-4D7B-468B-BF5D-72F57E87FD4A}" dt="2026-03-08T09:10:11.856" v="57" actId="14100"/>
          <ac:cxnSpMkLst>
            <pc:docMk/>
            <pc:sldMk cId="3194599255" sldId="1576"/>
            <ac:cxnSpMk id="49" creationId="{1E3B8A19-69C9-4D3D-849B-11EC20E6BEFC}"/>
          </ac:cxnSpMkLst>
        </pc:cxnChg>
        <pc:cxnChg chg="mod">
          <ac:chgData name="תפארת סיגל" userId="2e2867a2-ff1e-4b20-8d5a-db26551228cb" providerId="ADAL" clId="{107EDC16-4D7B-468B-BF5D-72F57E87FD4A}" dt="2026-03-08T09:10:11.856" v="57" actId="14100"/>
          <ac:cxnSpMkLst>
            <pc:docMk/>
            <pc:sldMk cId="3194599255" sldId="1576"/>
            <ac:cxnSpMk id="51" creationId="{F608BA84-28CA-5463-6912-246E4550A614}"/>
          </ac:cxnSpMkLst>
        </pc:cxnChg>
      </pc:sldChg>
      <pc:sldChg chg="addSp delSp modSp mod">
        <pc:chgData name="תפארת סיגל" userId="2e2867a2-ff1e-4b20-8d5a-db26551228cb" providerId="ADAL" clId="{107EDC16-4D7B-468B-BF5D-72F57E87FD4A}" dt="2026-03-08T09:16:38.214" v="66" actId="167"/>
        <pc:sldMkLst>
          <pc:docMk/>
          <pc:sldMk cId="745121519" sldId="1577"/>
        </pc:sldMkLst>
        <pc:picChg chg="del">
          <ac:chgData name="תפארת סיגל" userId="2e2867a2-ff1e-4b20-8d5a-db26551228cb" providerId="ADAL" clId="{107EDC16-4D7B-468B-BF5D-72F57E87FD4A}" dt="2026-03-08T09:16:33.068" v="64" actId="478"/>
          <ac:picMkLst>
            <pc:docMk/>
            <pc:sldMk cId="745121519" sldId="1577"/>
            <ac:picMk id="4" creationId="{45ABC893-DEA7-0B60-BE0A-F2189225A43C}"/>
          </ac:picMkLst>
        </pc:picChg>
        <pc:picChg chg="add ord">
          <ac:chgData name="תפארת סיגל" userId="2e2867a2-ff1e-4b20-8d5a-db26551228cb" providerId="ADAL" clId="{107EDC16-4D7B-468B-BF5D-72F57E87FD4A}" dt="2026-03-08T09:16:38.214" v="66" actId="167"/>
          <ac:picMkLst>
            <pc:docMk/>
            <pc:sldMk cId="745121519" sldId="1577"/>
            <ac:picMk id="6" creationId="{60F44279-69CC-957B-65B6-A616F0E4A56A}"/>
          </ac:picMkLst>
        </pc:picChg>
      </pc:sldChg>
      <pc:sldChg chg="modSp mod">
        <pc:chgData name="תפארת סיגל" userId="2e2867a2-ff1e-4b20-8d5a-db26551228cb" providerId="ADAL" clId="{107EDC16-4D7B-468B-BF5D-72F57E87FD4A}" dt="2026-03-08T09:02:07.499" v="39" actId="20577"/>
        <pc:sldMkLst>
          <pc:docMk/>
          <pc:sldMk cId="2142316689" sldId="1585"/>
        </pc:sldMkLst>
        <pc:spChg chg="mod">
          <ac:chgData name="תפארת סיגל" userId="2e2867a2-ff1e-4b20-8d5a-db26551228cb" providerId="ADAL" clId="{107EDC16-4D7B-468B-BF5D-72F57E87FD4A}" dt="2026-03-08T09:02:07.499" v="39" actId="20577"/>
          <ac:spMkLst>
            <pc:docMk/>
            <pc:sldMk cId="2142316689" sldId="1585"/>
            <ac:spMk id="6" creationId="{D45217E2-EB87-13F0-99D8-020382C0C173}"/>
          </ac:spMkLst>
        </pc:spChg>
        <pc:spChg chg="mod">
          <ac:chgData name="תפארת סיגל" userId="2e2867a2-ff1e-4b20-8d5a-db26551228cb" providerId="ADAL" clId="{107EDC16-4D7B-468B-BF5D-72F57E87FD4A}" dt="2026-03-08T09:00:45.461" v="30" actId="1076"/>
          <ac:spMkLst>
            <pc:docMk/>
            <pc:sldMk cId="2142316689" sldId="1585"/>
            <ac:spMk id="44" creationId="{B1AB1873-8585-5E9A-61B7-7F8874F45051}"/>
          </ac:spMkLst>
        </pc:spChg>
        <pc:spChg chg="mod">
          <ac:chgData name="תפארת סיגל" userId="2e2867a2-ff1e-4b20-8d5a-db26551228cb" providerId="ADAL" clId="{107EDC16-4D7B-468B-BF5D-72F57E87FD4A}" dt="2026-03-08T09:01:24.553" v="38" actId="14100"/>
          <ac:spMkLst>
            <pc:docMk/>
            <pc:sldMk cId="2142316689" sldId="1585"/>
            <ac:spMk id="48" creationId="{05FB6078-065F-CC16-E0BF-B4D28EB242BB}"/>
          </ac:spMkLst>
        </pc:spChg>
        <pc:spChg chg="mod">
          <ac:chgData name="תפארת סיגל" userId="2e2867a2-ff1e-4b20-8d5a-db26551228cb" providerId="ADAL" clId="{107EDC16-4D7B-468B-BF5D-72F57E87FD4A}" dt="2026-03-08T09:01:18.033" v="36" actId="14100"/>
          <ac:spMkLst>
            <pc:docMk/>
            <pc:sldMk cId="2142316689" sldId="1585"/>
            <ac:spMk id="50" creationId="{CCABDE50-E029-E681-F210-23FD68138D3E}"/>
          </ac:spMkLst>
        </pc:spChg>
        <pc:spChg chg="mod">
          <ac:chgData name="תפארת סיגל" userId="2e2867a2-ff1e-4b20-8d5a-db26551228cb" providerId="ADAL" clId="{107EDC16-4D7B-468B-BF5D-72F57E87FD4A}" dt="2026-03-08T09:01:21.741" v="37" actId="14100"/>
          <ac:spMkLst>
            <pc:docMk/>
            <pc:sldMk cId="2142316689" sldId="1585"/>
            <ac:spMk id="51" creationId="{E2B8828D-9D02-481B-A0F5-3378D5BAF3CE}"/>
          </ac:spMkLst>
        </pc:spChg>
        <pc:spChg chg="mod">
          <ac:chgData name="תפארת סיגל" userId="2e2867a2-ff1e-4b20-8d5a-db26551228cb" providerId="ADAL" clId="{107EDC16-4D7B-468B-BF5D-72F57E87FD4A}" dt="2026-03-08T09:01:02.877" v="32" actId="14100"/>
          <ac:spMkLst>
            <pc:docMk/>
            <pc:sldMk cId="2142316689" sldId="1585"/>
            <ac:spMk id="70" creationId="{4F4EC411-F0E0-7BDA-0187-B6CB49E9E07A}"/>
          </ac:spMkLst>
        </pc:spChg>
        <pc:cxnChg chg="mod">
          <ac:chgData name="תפארת סיגל" userId="2e2867a2-ff1e-4b20-8d5a-db26551228cb" providerId="ADAL" clId="{107EDC16-4D7B-468B-BF5D-72F57E87FD4A}" dt="2026-03-08T09:01:24.553" v="38" actId="14100"/>
          <ac:cxnSpMkLst>
            <pc:docMk/>
            <pc:sldMk cId="2142316689" sldId="1585"/>
            <ac:cxnSpMk id="52" creationId="{AEE2C291-C9CE-CBED-E704-42BDCFDB0A6B}"/>
          </ac:cxnSpMkLst>
        </pc:cxnChg>
        <pc:cxnChg chg="mod">
          <ac:chgData name="תפארת סיגל" userId="2e2867a2-ff1e-4b20-8d5a-db26551228cb" providerId="ADAL" clId="{107EDC16-4D7B-468B-BF5D-72F57E87FD4A}" dt="2026-03-08T09:01:21.741" v="37" actId="14100"/>
          <ac:cxnSpMkLst>
            <pc:docMk/>
            <pc:sldMk cId="2142316689" sldId="1585"/>
            <ac:cxnSpMk id="54" creationId="{8096E3AD-F997-CC92-6530-264D4F68A5A8}"/>
          </ac:cxnSpMkLst>
        </pc:cxnChg>
        <pc:cxnChg chg="mod">
          <ac:chgData name="תפארת סיגל" userId="2e2867a2-ff1e-4b20-8d5a-db26551228cb" providerId="ADAL" clId="{107EDC16-4D7B-468B-BF5D-72F57E87FD4A}" dt="2026-03-08T09:01:18.033" v="36" actId="14100"/>
          <ac:cxnSpMkLst>
            <pc:docMk/>
            <pc:sldMk cId="2142316689" sldId="1585"/>
            <ac:cxnSpMk id="55" creationId="{33AF3E5E-892A-9517-6C33-65E67452EE21}"/>
          </ac:cxnSpMkLst>
        </pc:cxnChg>
        <pc:cxnChg chg="mod">
          <ac:chgData name="תפארת סיגל" userId="2e2867a2-ff1e-4b20-8d5a-db26551228cb" providerId="ADAL" clId="{107EDC16-4D7B-468B-BF5D-72F57E87FD4A}" dt="2026-03-08T09:00:57.397" v="31" actId="14100"/>
          <ac:cxnSpMkLst>
            <pc:docMk/>
            <pc:sldMk cId="2142316689" sldId="1585"/>
            <ac:cxnSpMk id="56" creationId="{D1C4732F-5AC2-E441-9DCC-83C341AF1A8F}"/>
          </ac:cxnSpMkLst>
        </pc:cxnChg>
        <pc:cxnChg chg="mod">
          <ac:chgData name="תפארת סיגל" userId="2e2867a2-ff1e-4b20-8d5a-db26551228cb" providerId="ADAL" clId="{107EDC16-4D7B-468B-BF5D-72F57E87FD4A}" dt="2026-03-08T09:01:02.877" v="32" actId="14100"/>
          <ac:cxnSpMkLst>
            <pc:docMk/>
            <pc:sldMk cId="2142316689" sldId="1585"/>
            <ac:cxnSpMk id="71" creationId="{473E6C9B-2DA6-1838-D146-289E60C21064}"/>
          </ac:cxnSpMkLst>
        </pc:cxnChg>
      </pc:sldChg>
      <pc:sldChg chg="modAnim">
        <pc:chgData name="תפארת סיגל" userId="2e2867a2-ff1e-4b20-8d5a-db26551228cb" providerId="ADAL" clId="{107EDC16-4D7B-468B-BF5D-72F57E87FD4A}" dt="2026-03-08T09:18:57.866" v="85"/>
        <pc:sldMkLst>
          <pc:docMk/>
          <pc:sldMk cId="2294396114" sldId="1587"/>
        </pc:sldMkLst>
      </pc:sldChg>
      <pc:sldChg chg="del">
        <pc:chgData name="תפארת סיגל" userId="2e2867a2-ff1e-4b20-8d5a-db26551228cb" providerId="ADAL" clId="{107EDC16-4D7B-468B-BF5D-72F57E87FD4A}" dt="2026-03-08T08:54:16.587" v="1" actId="47"/>
        <pc:sldMkLst>
          <pc:docMk/>
          <pc:sldMk cId="3554779485" sldId="1588"/>
        </pc:sldMkLst>
      </pc:sldChg>
      <pc:sldChg chg="modSp">
        <pc:chgData name="תפארת סיגל" userId="2e2867a2-ff1e-4b20-8d5a-db26551228cb" providerId="ADAL" clId="{107EDC16-4D7B-468B-BF5D-72F57E87FD4A}" dt="2026-03-08T08:55:34.098" v="10" actId="20577"/>
        <pc:sldMkLst>
          <pc:docMk/>
          <pc:sldMk cId="3167112467" sldId="1594"/>
        </pc:sldMkLst>
        <pc:spChg chg="mod">
          <ac:chgData name="תפארת סיגל" userId="2e2867a2-ff1e-4b20-8d5a-db26551228cb" providerId="ADAL" clId="{107EDC16-4D7B-468B-BF5D-72F57E87FD4A}" dt="2026-03-08T08:55:34.098" v="10" actId="20577"/>
          <ac:spMkLst>
            <pc:docMk/>
            <pc:sldMk cId="3167112467" sldId="1594"/>
            <ac:spMk id="2" creationId="{42198E99-FEA1-C1F7-5207-E52F21E2D224}"/>
          </ac:spMkLst>
        </pc:spChg>
      </pc:sldChg>
      <pc:sldChg chg="del">
        <pc:chgData name="תפארת סיגל" userId="2e2867a2-ff1e-4b20-8d5a-db26551228cb" providerId="ADAL" clId="{107EDC16-4D7B-468B-BF5D-72F57E87FD4A}" dt="2026-03-08T08:54:09.023" v="0" actId="47"/>
        <pc:sldMkLst>
          <pc:docMk/>
          <pc:sldMk cId="1844135404" sldId="1605"/>
        </pc:sldMkLst>
      </pc:sldChg>
      <pc:sldChg chg="modSp mod">
        <pc:chgData name="תפארת סיגל" userId="2e2867a2-ff1e-4b20-8d5a-db26551228cb" providerId="ADAL" clId="{107EDC16-4D7B-468B-BF5D-72F57E87FD4A}" dt="2026-03-08T09:18:18.665" v="84" actId="20577"/>
        <pc:sldMkLst>
          <pc:docMk/>
          <pc:sldMk cId="1453926542" sldId="1611"/>
        </pc:sldMkLst>
        <pc:graphicFrameChg chg="modGraphic">
          <ac:chgData name="תפארת סיגל" userId="2e2867a2-ff1e-4b20-8d5a-db26551228cb" providerId="ADAL" clId="{107EDC16-4D7B-468B-BF5D-72F57E87FD4A}" dt="2026-03-08T09:18:18.665" v="84" actId="20577"/>
          <ac:graphicFrameMkLst>
            <pc:docMk/>
            <pc:sldMk cId="1453926542" sldId="1611"/>
            <ac:graphicFrameMk id="8" creationId="{5326463A-CA9B-84CC-D8FC-736D8E23E513}"/>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CE8AEA-1B51-4391-A2ED-4842895EBF8C}"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pPr rtl="1"/>
          <a:endParaRPr lang="he-IL"/>
        </a:p>
      </dgm:t>
    </dgm:pt>
    <dgm:pt modelId="{80D3524D-24BF-4F20-B431-DE96A578FBA4}">
      <dgm:prSet custT="1"/>
      <dgm:spPr/>
      <dgm:t>
        <a:bodyPr/>
        <a:lstStyle/>
        <a:p>
          <a:pPr rtl="1"/>
          <a:r>
            <a:rPr lang="en-US" sz="2000" dirty="0">
              <a:solidFill>
                <a:schemeClr val="tx1"/>
              </a:solidFill>
            </a:rPr>
            <a:t>How effective is teacher training?</a:t>
          </a:r>
          <a:endParaRPr lang="he-IL" sz="2000" dirty="0">
            <a:solidFill>
              <a:schemeClr val="tx1"/>
            </a:solidFill>
          </a:endParaRPr>
        </a:p>
      </dgm:t>
    </dgm:pt>
    <dgm:pt modelId="{7AB27A43-74D0-446D-B978-8E13E574E197}" type="parTrans" cxnId="{7CC4D24F-E338-4CE3-AB45-BD7950F5561F}">
      <dgm:prSet/>
      <dgm:spPr/>
      <dgm:t>
        <a:bodyPr/>
        <a:lstStyle/>
        <a:p>
          <a:pPr rtl="1"/>
          <a:endParaRPr lang="he-IL">
            <a:solidFill>
              <a:schemeClr val="tx1"/>
            </a:solidFill>
          </a:endParaRPr>
        </a:p>
      </dgm:t>
    </dgm:pt>
    <dgm:pt modelId="{7FFAD83B-40C2-412D-88E7-3589FF7E1604}" type="sibTrans" cxnId="{7CC4D24F-E338-4CE3-AB45-BD7950F5561F}">
      <dgm:prSet/>
      <dgm:spPr/>
      <dgm:t>
        <a:bodyPr/>
        <a:lstStyle/>
        <a:p>
          <a:pPr rtl="1"/>
          <a:endParaRPr lang="he-IL">
            <a:solidFill>
              <a:schemeClr val="tx1"/>
            </a:solidFill>
          </a:endParaRPr>
        </a:p>
      </dgm:t>
    </dgm:pt>
    <dgm:pt modelId="{98028B84-2395-45C1-8038-8B076FA43693}">
      <dgm:prSet custT="1"/>
      <dgm:spPr/>
      <dgm:t>
        <a:bodyPr/>
        <a:lstStyle/>
        <a:p>
          <a:pPr rtl="1"/>
          <a:r>
            <a:rPr lang="en-US" sz="2000" dirty="0">
              <a:solidFill>
                <a:schemeClr val="tx1"/>
              </a:solidFill>
            </a:rPr>
            <a:t>What characterizes effective teacher training?</a:t>
          </a:r>
          <a:endParaRPr lang="he-IL" sz="2000" dirty="0">
            <a:solidFill>
              <a:schemeClr val="tx1"/>
            </a:solidFill>
          </a:endParaRPr>
        </a:p>
      </dgm:t>
    </dgm:pt>
    <dgm:pt modelId="{D164C9FD-6F6B-45DF-BD20-05DD813D2ECC}" type="parTrans" cxnId="{10947C08-EC92-4038-914D-D2ED53C6FB74}">
      <dgm:prSet/>
      <dgm:spPr/>
      <dgm:t>
        <a:bodyPr/>
        <a:lstStyle/>
        <a:p>
          <a:pPr rtl="1"/>
          <a:endParaRPr lang="he-IL">
            <a:solidFill>
              <a:schemeClr val="tx1"/>
            </a:solidFill>
          </a:endParaRPr>
        </a:p>
      </dgm:t>
    </dgm:pt>
    <dgm:pt modelId="{25AD5154-8078-4E34-9625-4C798D8BF420}" type="sibTrans" cxnId="{10947C08-EC92-4038-914D-D2ED53C6FB74}">
      <dgm:prSet/>
      <dgm:spPr/>
      <dgm:t>
        <a:bodyPr/>
        <a:lstStyle/>
        <a:p>
          <a:pPr rtl="1"/>
          <a:endParaRPr lang="he-IL">
            <a:solidFill>
              <a:schemeClr val="tx1"/>
            </a:solidFill>
          </a:endParaRPr>
        </a:p>
      </dgm:t>
    </dgm:pt>
    <dgm:pt modelId="{731FC151-EC6E-4393-A0DA-74AA8F913877}">
      <dgm:prSet custT="1"/>
      <dgm:spPr/>
      <dgm:t>
        <a:bodyPr/>
        <a:lstStyle/>
        <a:p>
          <a:pPr rtl="1"/>
          <a:r>
            <a:rPr lang="en-US" sz="2000" dirty="0">
              <a:solidFill>
                <a:schemeClr val="tx1"/>
              </a:solidFill>
            </a:rPr>
            <a:t>Which types of knowledge do teachers need</a:t>
          </a:r>
          <a:br>
            <a:rPr lang="en-US" sz="2000" dirty="0">
              <a:solidFill>
                <a:schemeClr val="tx1"/>
              </a:solidFill>
            </a:rPr>
          </a:br>
          <a:r>
            <a:rPr lang="en-US" sz="2000" dirty="0">
              <a:solidFill>
                <a:schemeClr val="tx1"/>
              </a:solidFill>
            </a:rPr>
            <a:t> to impart skills?</a:t>
          </a:r>
          <a:endParaRPr lang="he-IL" sz="2000" dirty="0">
            <a:solidFill>
              <a:schemeClr val="tx1"/>
            </a:solidFill>
          </a:endParaRPr>
        </a:p>
      </dgm:t>
    </dgm:pt>
    <dgm:pt modelId="{C8031A5E-D38C-42C3-8857-583D644A8926}" type="parTrans" cxnId="{F53284EC-54F1-4B4E-918C-ED3E0D223D00}">
      <dgm:prSet/>
      <dgm:spPr/>
      <dgm:t>
        <a:bodyPr/>
        <a:lstStyle/>
        <a:p>
          <a:pPr rtl="1"/>
          <a:endParaRPr lang="he-IL">
            <a:solidFill>
              <a:schemeClr val="tx1"/>
            </a:solidFill>
          </a:endParaRPr>
        </a:p>
      </dgm:t>
    </dgm:pt>
    <dgm:pt modelId="{12203641-BC75-4F2B-9B77-9A3E3711F5A3}" type="sibTrans" cxnId="{F53284EC-54F1-4B4E-918C-ED3E0D223D00}">
      <dgm:prSet/>
      <dgm:spPr/>
      <dgm:t>
        <a:bodyPr/>
        <a:lstStyle/>
        <a:p>
          <a:pPr rtl="1"/>
          <a:endParaRPr lang="he-IL">
            <a:solidFill>
              <a:schemeClr val="tx1"/>
            </a:solidFill>
          </a:endParaRPr>
        </a:p>
      </dgm:t>
    </dgm:pt>
    <dgm:pt modelId="{54E1559D-BC43-41A4-A325-43DE106B9973}">
      <dgm:prSet custT="1"/>
      <dgm:spPr/>
      <dgm:t>
        <a:bodyPr/>
        <a:lstStyle/>
        <a:p>
          <a:pPr rtl="1"/>
          <a:r>
            <a:rPr lang="en-US" sz="2000" dirty="0">
              <a:solidFill>
                <a:schemeClr val="tx1"/>
              </a:solidFill>
            </a:rPr>
            <a:t>What pedagogic knowledge do they need?</a:t>
          </a:r>
          <a:endParaRPr lang="he-IL" sz="2000" dirty="0">
            <a:solidFill>
              <a:schemeClr val="tx1"/>
            </a:solidFill>
          </a:endParaRPr>
        </a:p>
      </dgm:t>
    </dgm:pt>
    <dgm:pt modelId="{2771F5FA-3D62-4897-B828-5C9593626A46}" type="parTrans" cxnId="{1C98E86D-6A13-4AE3-92C8-9EDCBBB20B18}">
      <dgm:prSet/>
      <dgm:spPr/>
      <dgm:t>
        <a:bodyPr/>
        <a:lstStyle/>
        <a:p>
          <a:pPr rtl="1"/>
          <a:endParaRPr lang="he-IL">
            <a:solidFill>
              <a:schemeClr val="tx1"/>
            </a:solidFill>
          </a:endParaRPr>
        </a:p>
      </dgm:t>
    </dgm:pt>
    <dgm:pt modelId="{11F45D31-612D-48C1-8475-7DD7C36C7954}" type="sibTrans" cxnId="{1C98E86D-6A13-4AE3-92C8-9EDCBBB20B18}">
      <dgm:prSet/>
      <dgm:spPr/>
      <dgm:t>
        <a:bodyPr/>
        <a:lstStyle/>
        <a:p>
          <a:pPr rtl="1"/>
          <a:endParaRPr lang="he-IL">
            <a:solidFill>
              <a:schemeClr val="tx1"/>
            </a:solidFill>
          </a:endParaRPr>
        </a:p>
      </dgm:t>
    </dgm:pt>
    <dgm:pt modelId="{08C01BB8-3443-4D10-8C6A-FA3E575AB648}">
      <dgm:prSet custT="1"/>
      <dgm:spPr/>
      <dgm:t>
        <a:bodyPr/>
        <a:lstStyle/>
        <a:p>
          <a:pPr rtl="1"/>
          <a:r>
            <a:rPr lang="en-US" sz="2000" dirty="0">
              <a:solidFill>
                <a:schemeClr val="tx1"/>
              </a:solidFill>
            </a:rPr>
            <a:t>How specific should skill instruction be?</a:t>
          </a:r>
          <a:endParaRPr lang="he-IL" sz="2000" dirty="0">
            <a:solidFill>
              <a:schemeClr val="tx1"/>
            </a:solidFill>
          </a:endParaRPr>
        </a:p>
      </dgm:t>
    </dgm:pt>
    <dgm:pt modelId="{CF13996A-14D4-46B8-B8DA-F03E08FF0FC6}" type="parTrans" cxnId="{06540DF3-4D35-4191-85A0-8BBD0BC31137}">
      <dgm:prSet/>
      <dgm:spPr/>
      <dgm:t>
        <a:bodyPr/>
        <a:lstStyle/>
        <a:p>
          <a:pPr rtl="1"/>
          <a:endParaRPr lang="he-IL">
            <a:solidFill>
              <a:schemeClr val="tx1"/>
            </a:solidFill>
          </a:endParaRPr>
        </a:p>
      </dgm:t>
    </dgm:pt>
    <dgm:pt modelId="{42218EFA-B8F8-4D4B-96D1-0C197F5B5128}" type="sibTrans" cxnId="{06540DF3-4D35-4191-85A0-8BBD0BC31137}">
      <dgm:prSet/>
      <dgm:spPr/>
      <dgm:t>
        <a:bodyPr/>
        <a:lstStyle/>
        <a:p>
          <a:pPr rtl="1"/>
          <a:endParaRPr lang="he-IL">
            <a:solidFill>
              <a:schemeClr val="tx1"/>
            </a:solidFill>
          </a:endParaRPr>
        </a:p>
      </dgm:t>
    </dgm:pt>
    <dgm:pt modelId="{70B1A0CC-582D-48A2-8F0B-5355160AC0A0}">
      <dgm:prSet custT="1"/>
      <dgm:spPr/>
      <dgm:t>
        <a:bodyPr/>
        <a:lstStyle/>
        <a:p>
          <a:pPr rtl="1"/>
          <a:r>
            <a:rPr lang="en-US" sz="2000" dirty="0">
              <a:solidFill>
                <a:schemeClr val="tx1"/>
              </a:solidFill>
            </a:rPr>
            <a:t>Which decisions need to be made?</a:t>
          </a:r>
          <a:endParaRPr lang="he-IL" sz="2000" dirty="0">
            <a:solidFill>
              <a:schemeClr val="tx1"/>
            </a:solidFill>
          </a:endParaRPr>
        </a:p>
      </dgm:t>
    </dgm:pt>
    <dgm:pt modelId="{A489EE92-5281-420E-93D2-F564E95746D3}" type="parTrans" cxnId="{0898D78A-2F6F-4242-ABF4-158D1C93E417}">
      <dgm:prSet/>
      <dgm:spPr/>
      <dgm:t>
        <a:bodyPr/>
        <a:lstStyle/>
        <a:p>
          <a:pPr rtl="1"/>
          <a:endParaRPr lang="he-IL">
            <a:solidFill>
              <a:schemeClr val="tx1"/>
            </a:solidFill>
          </a:endParaRPr>
        </a:p>
      </dgm:t>
    </dgm:pt>
    <dgm:pt modelId="{C3B24685-7636-4120-98F6-E98E4EA40D7D}" type="sibTrans" cxnId="{0898D78A-2F6F-4242-ABF4-158D1C93E417}">
      <dgm:prSet/>
      <dgm:spPr/>
      <dgm:t>
        <a:bodyPr/>
        <a:lstStyle/>
        <a:p>
          <a:pPr rtl="1"/>
          <a:endParaRPr lang="he-IL">
            <a:solidFill>
              <a:schemeClr val="tx1"/>
            </a:solidFill>
          </a:endParaRPr>
        </a:p>
      </dgm:t>
    </dgm:pt>
    <dgm:pt modelId="{0C0A603C-1D85-4610-AD30-ED4EA598BEC7}" type="pres">
      <dgm:prSet presAssocID="{8CCE8AEA-1B51-4391-A2ED-4842895EBF8C}" presName="diagram" presStyleCnt="0">
        <dgm:presLayoutVars>
          <dgm:chPref val="1"/>
          <dgm:dir/>
          <dgm:animOne val="branch"/>
          <dgm:animLvl val="lvl"/>
          <dgm:resizeHandles val="exact"/>
        </dgm:presLayoutVars>
      </dgm:prSet>
      <dgm:spPr/>
    </dgm:pt>
    <dgm:pt modelId="{F39EE8D2-0105-43B7-A154-B62EFB082BE8}" type="pres">
      <dgm:prSet presAssocID="{80D3524D-24BF-4F20-B431-DE96A578FBA4}" presName="root1" presStyleCnt="0"/>
      <dgm:spPr/>
    </dgm:pt>
    <dgm:pt modelId="{30016B56-5A60-496F-83EB-1F15C2E19222}" type="pres">
      <dgm:prSet presAssocID="{80D3524D-24BF-4F20-B431-DE96A578FBA4}" presName="LevelOneTextNode" presStyleLbl="node0" presStyleIdx="0" presStyleCnt="6" custScaleX="393341" custLinFactNeighborY="4224">
        <dgm:presLayoutVars>
          <dgm:chPref val="3"/>
        </dgm:presLayoutVars>
      </dgm:prSet>
      <dgm:spPr/>
    </dgm:pt>
    <dgm:pt modelId="{E8741E58-8696-4B87-A679-6A25791E17E5}" type="pres">
      <dgm:prSet presAssocID="{80D3524D-24BF-4F20-B431-DE96A578FBA4}" presName="level2hierChild" presStyleCnt="0"/>
      <dgm:spPr/>
    </dgm:pt>
    <dgm:pt modelId="{29BF1A2C-13CA-4503-BDDA-A6513509C3CE}" type="pres">
      <dgm:prSet presAssocID="{98028B84-2395-45C1-8038-8B076FA43693}" presName="root1" presStyleCnt="0"/>
      <dgm:spPr/>
    </dgm:pt>
    <dgm:pt modelId="{9DAE0730-53DE-4B5F-8296-9A249EDBDA36}" type="pres">
      <dgm:prSet presAssocID="{98028B84-2395-45C1-8038-8B076FA43693}" presName="LevelOneTextNode" presStyleLbl="node0" presStyleIdx="1" presStyleCnt="6" custScaleX="393341" custLinFactNeighborY="4224">
        <dgm:presLayoutVars>
          <dgm:chPref val="3"/>
        </dgm:presLayoutVars>
      </dgm:prSet>
      <dgm:spPr/>
    </dgm:pt>
    <dgm:pt modelId="{03F7B8E2-FD44-41CB-8916-960792136C95}" type="pres">
      <dgm:prSet presAssocID="{98028B84-2395-45C1-8038-8B076FA43693}" presName="level2hierChild" presStyleCnt="0"/>
      <dgm:spPr/>
    </dgm:pt>
    <dgm:pt modelId="{AC29EF83-3BFE-498B-9ED8-C72A844693D8}" type="pres">
      <dgm:prSet presAssocID="{731FC151-EC6E-4393-A0DA-74AA8F913877}" presName="root1" presStyleCnt="0"/>
      <dgm:spPr/>
    </dgm:pt>
    <dgm:pt modelId="{F191052A-1A9E-4CB3-9EA1-1A009948F674}" type="pres">
      <dgm:prSet presAssocID="{731FC151-EC6E-4393-A0DA-74AA8F913877}" presName="LevelOneTextNode" presStyleLbl="node0" presStyleIdx="2" presStyleCnt="6" custScaleX="393341" custLinFactNeighborY="4224">
        <dgm:presLayoutVars>
          <dgm:chPref val="3"/>
        </dgm:presLayoutVars>
      </dgm:prSet>
      <dgm:spPr/>
    </dgm:pt>
    <dgm:pt modelId="{3B9444B6-248D-4694-BB7D-9014507618A1}" type="pres">
      <dgm:prSet presAssocID="{731FC151-EC6E-4393-A0DA-74AA8F913877}" presName="level2hierChild" presStyleCnt="0"/>
      <dgm:spPr/>
    </dgm:pt>
    <dgm:pt modelId="{14D0EA09-CC53-4087-95B6-CEC02803E9EB}" type="pres">
      <dgm:prSet presAssocID="{54E1559D-BC43-41A4-A325-43DE106B9973}" presName="root1" presStyleCnt="0"/>
      <dgm:spPr/>
    </dgm:pt>
    <dgm:pt modelId="{5A98FDA3-B036-46DF-B157-AD6B3FA0228E}" type="pres">
      <dgm:prSet presAssocID="{54E1559D-BC43-41A4-A325-43DE106B9973}" presName="LevelOneTextNode" presStyleLbl="node0" presStyleIdx="3" presStyleCnt="6" custScaleX="393341" custLinFactNeighborY="4224">
        <dgm:presLayoutVars>
          <dgm:chPref val="3"/>
        </dgm:presLayoutVars>
      </dgm:prSet>
      <dgm:spPr/>
    </dgm:pt>
    <dgm:pt modelId="{4A1331CA-5594-4EEA-9DF7-585F711535CE}" type="pres">
      <dgm:prSet presAssocID="{54E1559D-BC43-41A4-A325-43DE106B9973}" presName="level2hierChild" presStyleCnt="0"/>
      <dgm:spPr/>
    </dgm:pt>
    <dgm:pt modelId="{634014F7-388F-4240-9B2F-3FFCE622CD91}" type="pres">
      <dgm:prSet presAssocID="{08C01BB8-3443-4D10-8C6A-FA3E575AB648}" presName="root1" presStyleCnt="0"/>
      <dgm:spPr/>
    </dgm:pt>
    <dgm:pt modelId="{7889E6F7-88E6-481D-9A55-E89AAC806364}" type="pres">
      <dgm:prSet presAssocID="{08C01BB8-3443-4D10-8C6A-FA3E575AB648}" presName="LevelOneTextNode" presStyleLbl="node0" presStyleIdx="4" presStyleCnt="6" custScaleX="393341" custLinFactNeighborY="4224">
        <dgm:presLayoutVars>
          <dgm:chPref val="3"/>
        </dgm:presLayoutVars>
      </dgm:prSet>
      <dgm:spPr/>
    </dgm:pt>
    <dgm:pt modelId="{8096AE2C-7D93-4776-8800-D6B9C1B90FFD}" type="pres">
      <dgm:prSet presAssocID="{08C01BB8-3443-4D10-8C6A-FA3E575AB648}" presName="level2hierChild" presStyleCnt="0"/>
      <dgm:spPr/>
    </dgm:pt>
    <dgm:pt modelId="{ECDD9FE4-18A0-4531-B840-CCE52CE39C6A}" type="pres">
      <dgm:prSet presAssocID="{70B1A0CC-582D-48A2-8F0B-5355160AC0A0}" presName="root1" presStyleCnt="0"/>
      <dgm:spPr/>
    </dgm:pt>
    <dgm:pt modelId="{E9442F3E-364E-4FC1-A45E-3A623D209D49}" type="pres">
      <dgm:prSet presAssocID="{70B1A0CC-582D-48A2-8F0B-5355160AC0A0}" presName="LevelOneTextNode" presStyleLbl="node0" presStyleIdx="5" presStyleCnt="6" custScaleX="393341">
        <dgm:presLayoutVars>
          <dgm:chPref val="3"/>
        </dgm:presLayoutVars>
      </dgm:prSet>
      <dgm:spPr/>
    </dgm:pt>
    <dgm:pt modelId="{42972157-9AAA-4637-BF0E-D670CAC3AF08}" type="pres">
      <dgm:prSet presAssocID="{70B1A0CC-582D-48A2-8F0B-5355160AC0A0}" presName="level2hierChild" presStyleCnt="0"/>
      <dgm:spPr/>
    </dgm:pt>
  </dgm:ptLst>
  <dgm:cxnLst>
    <dgm:cxn modelId="{10947C08-EC92-4038-914D-D2ED53C6FB74}" srcId="{8CCE8AEA-1B51-4391-A2ED-4842895EBF8C}" destId="{98028B84-2395-45C1-8038-8B076FA43693}" srcOrd="1" destOrd="0" parTransId="{D164C9FD-6F6B-45DF-BD20-05DD813D2ECC}" sibTransId="{25AD5154-8078-4E34-9625-4C798D8BF420}"/>
    <dgm:cxn modelId="{D127963B-7B51-4FA3-ACE5-AEA0E97AB5E1}" type="presOf" srcId="{98028B84-2395-45C1-8038-8B076FA43693}" destId="{9DAE0730-53DE-4B5F-8296-9A249EDBDA36}" srcOrd="0" destOrd="0" presId="urn:microsoft.com/office/officeart/2005/8/layout/hierarchy2"/>
    <dgm:cxn modelId="{4ADF7B5C-5476-4DDA-AE78-C0FF05847D8A}" type="presOf" srcId="{80D3524D-24BF-4F20-B431-DE96A578FBA4}" destId="{30016B56-5A60-496F-83EB-1F15C2E19222}" srcOrd="0" destOrd="0" presId="urn:microsoft.com/office/officeart/2005/8/layout/hierarchy2"/>
    <dgm:cxn modelId="{90A42768-07AC-46E7-8E6B-E4FC137E4882}" type="presOf" srcId="{8CCE8AEA-1B51-4391-A2ED-4842895EBF8C}" destId="{0C0A603C-1D85-4610-AD30-ED4EA598BEC7}" srcOrd="0" destOrd="0" presId="urn:microsoft.com/office/officeart/2005/8/layout/hierarchy2"/>
    <dgm:cxn modelId="{1C98E86D-6A13-4AE3-92C8-9EDCBBB20B18}" srcId="{8CCE8AEA-1B51-4391-A2ED-4842895EBF8C}" destId="{54E1559D-BC43-41A4-A325-43DE106B9973}" srcOrd="3" destOrd="0" parTransId="{2771F5FA-3D62-4897-B828-5C9593626A46}" sibTransId="{11F45D31-612D-48C1-8475-7DD7C36C7954}"/>
    <dgm:cxn modelId="{7CC4D24F-E338-4CE3-AB45-BD7950F5561F}" srcId="{8CCE8AEA-1B51-4391-A2ED-4842895EBF8C}" destId="{80D3524D-24BF-4F20-B431-DE96A578FBA4}" srcOrd="0" destOrd="0" parTransId="{7AB27A43-74D0-446D-B978-8E13E574E197}" sibTransId="{7FFAD83B-40C2-412D-88E7-3589FF7E1604}"/>
    <dgm:cxn modelId="{B6B75171-0877-480E-9C93-F1D4B5F2DDCD}" type="presOf" srcId="{731FC151-EC6E-4393-A0DA-74AA8F913877}" destId="{F191052A-1A9E-4CB3-9EA1-1A009948F674}" srcOrd="0" destOrd="0" presId="urn:microsoft.com/office/officeart/2005/8/layout/hierarchy2"/>
    <dgm:cxn modelId="{239BC37E-C993-4B91-9DA0-DBB3F84004D7}" type="presOf" srcId="{54E1559D-BC43-41A4-A325-43DE106B9973}" destId="{5A98FDA3-B036-46DF-B157-AD6B3FA0228E}" srcOrd="0" destOrd="0" presId="urn:microsoft.com/office/officeart/2005/8/layout/hierarchy2"/>
    <dgm:cxn modelId="{0898D78A-2F6F-4242-ABF4-158D1C93E417}" srcId="{8CCE8AEA-1B51-4391-A2ED-4842895EBF8C}" destId="{70B1A0CC-582D-48A2-8F0B-5355160AC0A0}" srcOrd="5" destOrd="0" parTransId="{A489EE92-5281-420E-93D2-F564E95746D3}" sibTransId="{C3B24685-7636-4120-98F6-E98E4EA40D7D}"/>
    <dgm:cxn modelId="{2526069B-D6C4-4F22-9E65-3DC8F3576774}" type="presOf" srcId="{08C01BB8-3443-4D10-8C6A-FA3E575AB648}" destId="{7889E6F7-88E6-481D-9A55-E89AAC806364}" srcOrd="0" destOrd="0" presId="urn:microsoft.com/office/officeart/2005/8/layout/hierarchy2"/>
    <dgm:cxn modelId="{F53284EC-54F1-4B4E-918C-ED3E0D223D00}" srcId="{8CCE8AEA-1B51-4391-A2ED-4842895EBF8C}" destId="{731FC151-EC6E-4393-A0DA-74AA8F913877}" srcOrd="2" destOrd="0" parTransId="{C8031A5E-D38C-42C3-8857-583D644A8926}" sibTransId="{12203641-BC75-4F2B-9B77-9A3E3711F5A3}"/>
    <dgm:cxn modelId="{263258F1-30DD-4E8E-B014-6C549FEFA513}" type="presOf" srcId="{70B1A0CC-582D-48A2-8F0B-5355160AC0A0}" destId="{E9442F3E-364E-4FC1-A45E-3A623D209D49}" srcOrd="0" destOrd="0" presId="urn:microsoft.com/office/officeart/2005/8/layout/hierarchy2"/>
    <dgm:cxn modelId="{06540DF3-4D35-4191-85A0-8BBD0BC31137}" srcId="{8CCE8AEA-1B51-4391-A2ED-4842895EBF8C}" destId="{08C01BB8-3443-4D10-8C6A-FA3E575AB648}" srcOrd="4" destOrd="0" parTransId="{CF13996A-14D4-46B8-B8DA-F03E08FF0FC6}" sibTransId="{42218EFA-B8F8-4D4B-96D1-0C197F5B5128}"/>
    <dgm:cxn modelId="{D6AF3410-5F33-4414-A46D-B67E887BB1DD}" type="presParOf" srcId="{0C0A603C-1D85-4610-AD30-ED4EA598BEC7}" destId="{F39EE8D2-0105-43B7-A154-B62EFB082BE8}" srcOrd="0" destOrd="0" presId="urn:microsoft.com/office/officeart/2005/8/layout/hierarchy2"/>
    <dgm:cxn modelId="{5DD4C011-1E03-4D51-B547-4A9909DB4CBE}" type="presParOf" srcId="{F39EE8D2-0105-43B7-A154-B62EFB082BE8}" destId="{30016B56-5A60-496F-83EB-1F15C2E19222}" srcOrd="0" destOrd="0" presId="urn:microsoft.com/office/officeart/2005/8/layout/hierarchy2"/>
    <dgm:cxn modelId="{2259EFBA-A808-4247-BF7C-FAF21DD6B820}" type="presParOf" srcId="{F39EE8D2-0105-43B7-A154-B62EFB082BE8}" destId="{E8741E58-8696-4B87-A679-6A25791E17E5}" srcOrd="1" destOrd="0" presId="urn:microsoft.com/office/officeart/2005/8/layout/hierarchy2"/>
    <dgm:cxn modelId="{176C17AD-E35D-4035-94FA-8EF20B9E3B9A}" type="presParOf" srcId="{0C0A603C-1D85-4610-AD30-ED4EA598BEC7}" destId="{29BF1A2C-13CA-4503-BDDA-A6513509C3CE}" srcOrd="1" destOrd="0" presId="urn:microsoft.com/office/officeart/2005/8/layout/hierarchy2"/>
    <dgm:cxn modelId="{E59A3E21-9265-4570-8299-FCCECCEBA3F0}" type="presParOf" srcId="{29BF1A2C-13CA-4503-BDDA-A6513509C3CE}" destId="{9DAE0730-53DE-4B5F-8296-9A249EDBDA36}" srcOrd="0" destOrd="0" presId="urn:microsoft.com/office/officeart/2005/8/layout/hierarchy2"/>
    <dgm:cxn modelId="{A57DD7D2-AD0B-40CA-809C-676C068F42A5}" type="presParOf" srcId="{29BF1A2C-13CA-4503-BDDA-A6513509C3CE}" destId="{03F7B8E2-FD44-41CB-8916-960792136C95}" srcOrd="1" destOrd="0" presId="urn:microsoft.com/office/officeart/2005/8/layout/hierarchy2"/>
    <dgm:cxn modelId="{A67C0EC2-1A4D-45CF-B8FB-6932BADA57E7}" type="presParOf" srcId="{0C0A603C-1D85-4610-AD30-ED4EA598BEC7}" destId="{AC29EF83-3BFE-498B-9ED8-C72A844693D8}" srcOrd="2" destOrd="0" presId="urn:microsoft.com/office/officeart/2005/8/layout/hierarchy2"/>
    <dgm:cxn modelId="{02CE2FC6-BBD9-4CFE-BD4D-AE20A4422FC1}" type="presParOf" srcId="{AC29EF83-3BFE-498B-9ED8-C72A844693D8}" destId="{F191052A-1A9E-4CB3-9EA1-1A009948F674}" srcOrd="0" destOrd="0" presId="urn:microsoft.com/office/officeart/2005/8/layout/hierarchy2"/>
    <dgm:cxn modelId="{06DB013E-C952-492B-9CC1-2956FAE2D5AB}" type="presParOf" srcId="{AC29EF83-3BFE-498B-9ED8-C72A844693D8}" destId="{3B9444B6-248D-4694-BB7D-9014507618A1}" srcOrd="1" destOrd="0" presId="urn:microsoft.com/office/officeart/2005/8/layout/hierarchy2"/>
    <dgm:cxn modelId="{4B2815AF-74E1-443B-91CD-8C45A0BB23A6}" type="presParOf" srcId="{0C0A603C-1D85-4610-AD30-ED4EA598BEC7}" destId="{14D0EA09-CC53-4087-95B6-CEC02803E9EB}" srcOrd="3" destOrd="0" presId="urn:microsoft.com/office/officeart/2005/8/layout/hierarchy2"/>
    <dgm:cxn modelId="{FEA132FE-2B77-44DB-9D4B-2AE9BF52AA30}" type="presParOf" srcId="{14D0EA09-CC53-4087-95B6-CEC02803E9EB}" destId="{5A98FDA3-B036-46DF-B157-AD6B3FA0228E}" srcOrd="0" destOrd="0" presId="urn:microsoft.com/office/officeart/2005/8/layout/hierarchy2"/>
    <dgm:cxn modelId="{585B1969-9AAD-4DE5-AE00-B9F2A9191D3D}" type="presParOf" srcId="{14D0EA09-CC53-4087-95B6-CEC02803E9EB}" destId="{4A1331CA-5594-4EEA-9DF7-585F711535CE}" srcOrd="1" destOrd="0" presId="urn:microsoft.com/office/officeart/2005/8/layout/hierarchy2"/>
    <dgm:cxn modelId="{01C138CB-C905-403E-90CE-92BBA2ABC880}" type="presParOf" srcId="{0C0A603C-1D85-4610-AD30-ED4EA598BEC7}" destId="{634014F7-388F-4240-9B2F-3FFCE622CD91}" srcOrd="4" destOrd="0" presId="urn:microsoft.com/office/officeart/2005/8/layout/hierarchy2"/>
    <dgm:cxn modelId="{3B16F61D-F8A8-4964-A234-683835F2FBA8}" type="presParOf" srcId="{634014F7-388F-4240-9B2F-3FFCE622CD91}" destId="{7889E6F7-88E6-481D-9A55-E89AAC806364}" srcOrd="0" destOrd="0" presId="urn:microsoft.com/office/officeart/2005/8/layout/hierarchy2"/>
    <dgm:cxn modelId="{EEE958DA-5058-44DF-9EE5-EA849D9677AE}" type="presParOf" srcId="{634014F7-388F-4240-9B2F-3FFCE622CD91}" destId="{8096AE2C-7D93-4776-8800-D6B9C1B90FFD}" srcOrd="1" destOrd="0" presId="urn:microsoft.com/office/officeart/2005/8/layout/hierarchy2"/>
    <dgm:cxn modelId="{E1109807-F215-4526-AF9B-7F8CE5E81E53}" type="presParOf" srcId="{0C0A603C-1D85-4610-AD30-ED4EA598BEC7}" destId="{ECDD9FE4-18A0-4531-B840-CCE52CE39C6A}" srcOrd="5" destOrd="0" presId="urn:microsoft.com/office/officeart/2005/8/layout/hierarchy2"/>
    <dgm:cxn modelId="{B2F8A6F6-128E-464F-B073-63FA02D73651}" type="presParOf" srcId="{ECDD9FE4-18A0-4531-B840-CCE52CE39C6A}" destId="{E9442F3E-364E-4FC1-A45E-3A623D209D49}" srcOrd="0" destOrd="0" presId="urn:microsoft.com/office/officeart/2005/8/layout/hierarchy2"/>
    <dgm:cxn modelId="{F2374A9C-4BDE-40E1-970B-1D7A44F4801A}" type="presParOf" srcId="{ECDD9FE4-18A0-4531-B840-CCE52CE39C6A}" destId="{42972157-9AAA-4637-BF0E-D670CAC3AF08}"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6DABB4-0EF4-4E7B-B367-B697BFDD498D}"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pPr rtl="1"/>
          <a:endParaRPr lang="he-IL"/>
        </a:p>
      </dgm:t>
    </dgm:pt>
    <dgm:pt modelId="{D595D8FF-4D1F-449C-9EBE-5BE8C5AFBF60}">
      <dgm:prSet/>
      <dgm:spPr/>
      <dgm:t>
        <a:bodyPr/>
        <a:lstStyle/>
        <a:p>
          <a:pPr rtl="1"/>
          <a:r>
            <a:rPr lang="en-US" dirty="0"/>
            <a:t>Training program</a:t>
          </a:r>
          <a:endParaRPr lang="he-IL" dirty="0"/>
        </a:p>
      </dgm:t>
    </dgm:pt>
    <dgm:pt modelId="{CE478E97-8C96-4939-B66E-0B5447B0B841}" type="parTrans" cxnId="{883A5256-D65B-42D0-8742-57CF1C47070E}">
      <dgm:prSet/>
      <dgm:spPr/>
      <dgm:t>
        <a:bodyPr/>
        <a:lstStyle/>
        <a:p>
          <a:pPr rtl="1"/>
          <a:endParaRPr lang="he-IL"/>
        </a:p>
      </dgm:t>
    </dgm:pt>
    <dgm:pt modelId="{325229A7-BA0D-4BDB-900D-915D8583A1E7}" type="sibTrans" cxnId="{883A5256-D65B-42D0-8742-57CF1C47070E}">
      <dgm:prSet/>
      <dgm:spPr/>
      <dgm:t>
        <a:bodyPr/>
        <a:lstStyle/>
        <a:p>
          <a:pPr rtl="1"/>
          <a:endParaRPr lang="he-IL"/>
        </a:p>
      </dgm:t>
    </dgm:pt>
    <dgm:pt modelId="{94113C5B-478B-4627-A097-06DA341D5AA4}">
      <dgm:prSet/>
      <dgm:spPr/>
      <dgm:t>
        <a:bodyPr/>
        <a:lstStyle/>
        <a:p>
          <a:pPr rtl="1"/>
          <a:r>
            <a:rPr lang="en-US" dirty="0"/>
            <a:t>Increased teacher competencies</a:t>
          </a:r>
          <a:endParaRPr lang="he-IL" dirty="0"/>
        </a:p>
      </dgm:t>
    </dgm:pt>
    <dgm:pt modelId="{9ACD7FBB-8C7B-401B-A703-10F01ADAD4DA}" type="parTrans" cxnId="{EE6688AE-F271-4DBE-9034-DD52B8D68CC7}">
      <dgm:prSet/>
      <dgm:spPr/>
      <dgm:t>
        <a:bodyPr/>
        <a:lstStyle/>
        <a:p>
          <a:pPr rtl="1"/>
          <a:endParaRPr lang="he-IL"/>
        </a:p>
      </dgm:t>
    </dgm:pt>
    <dgm:pt modelId="{447DC067-8236-420F-95CB-729EAB8C114A}" type="sibTrans" cxnId="{EE6688AE-F271-4DBE-9034-DD52B8D68CC7}">
      <dgm:prSet/>
      <dgm:spPr/>
      <dgm:t>
        <a:bodyPr/>
        <a:lstStyle/>
        <a:p>
          <a:pPr rtl="1"/>
          <a:endParaRPr lang="he-IL"/>
        </a:p>
      </dgm:t>
    </dgm:pt>
    <dgm:pt modelId="{B63A5437-4E21-462D-BAA4-EC3CBFF43078}">
      <dgm:prSet/>
      <dgm:spPr/>
      <dgm:t>
        <a:bodyPr/>
        <a:lstStyle/>
        <a:p>
          <a:pPr rtl="1"/>
          <a:r>
            <a:rPr lang="en-US" dirty="0"/>
            <a:t>Change in instruction</a:t>
          </a:r>
          <a:endParaRPr lang="he-IL" dirty="0"/>
        </a:p>
      </dgm:t>
    </dgm:pt>
    <dgm:pt modelId="{A0E6BB1D-D08F-42B6-948D-F3C68A780B80}" type="parTrans" cxnId="{ADE6BF38-46B7-4758-97B1-23A60D3CE5F1}">
      <dgm:prSet/>
      <dgm:spPr/>
      <dgm:t>
        <a:bodyPr/>
        <a:lstStyle/>
        <a:p>
          <a:pPr rtl="1"/>
          <a:endParaRPr lang="he-IL"/>
        </a:p>
      </dgm:t>
    </dgm:pt>
    <dgm:pt modelId="{78E39D46-D2ED-44E3-B510-DD2D3226DE6B}" type="sibTrans" cxnId="{ADE6BF38-46B7-4758-97B1-23A60D3CE5F1}">
      <dgm:prSet/>
      <dgm:spPr/>
      <dgm:t>
        <a:bodyPr/>
        <a:lstStyle/>
        <a:p>
          <a:pPr rtl="1"/>
          <a:endParaRPr lang="he-IL"/>
        </a:p>
      </dgm:t>
    </dgm:pt>
    <dgm:pt modelId="{ECB0FECD-98B9-4F3E-9B30-CEFDCD14B5A2}">
      <dgm:prSet/>
      <dgm:spPr/>
      <dgm:t>
        <a:bodyPr/>
        <a:lstStyle/>
        <a:p>
          <a:pPr rtl="1"/>
          <a:r>
            <a:rPr lang="en-US" dirty="0"/>
            <a:t>Increased student achievement</a:t>
          </a:r>
          <a:endParaRPr lang="he-IL" dirty="0"/>
        </a:p>
      </dgm:t>
    </dgm:pt>
    <dgm:pt modelId="{9E64F640-E1BF-4F8F-9D66-176FBACFF7FC}" type="parTrans" cxnId="{33A6D422-4255-4084-83BF-D4947B11438B}">
      <dgm:prSet/>
      <dgm:spPr/>
      <dgm:t>
        <a:bodyPr/>
        <a:lstStyle/>
        <a:p>
          <a:pPr rtl="1"/>
          <a:endParaRPr lang="he-IL"/>
        </a:p>
      </dgm:t>
    </dgm:pt>
    <dgm:pt modelId="{D802612F-190F-4CCC-BA03-67D929CF644B}" type="sibTrans" cxnId="{33A6D422-4255-4084-83BF-D4947B11438B}">
      <dgm:prSet/>
      <dgm:spPr/>
      <dgm:t>
        <a:bodyPr/>
        <a:lstStyle/>
        <a:p>
          <a:pPr rtl="1"/>
          <a:endParaRPr lang="he-IL"/>
        </a:p>
      </dgm:t>
    </dgm:pt>
    <dgm:pt modelId="{DC1611A8-B7FC-4E90-8B2C-DF3208EF0ACC}">
      <dgm:prSet/>
      <dgm:spPr/>
      <dgm:t>
        <a:bodyPr/>
        <a:lstStyle/>
        <a:p>
          <a:pPr rtl="1"/>
          <a:r>
            <a:rPr lang="en-US" dirty="0"/>
            <a:t>Improved student learning</a:t>
          </a:r>
          <a:endParaRPr lang="he-IL" dirty="0"/>
        </a:p>
      </dgm:t>
    </dgm:pt>
    <dgm:pt modelId="{A32FF012-FEC9-4F8F-B25D-AB0D7636A7EA}" type="parTrans" cxnId="{03653FC9-FCF9-4552-931A-4F46DE6D131E}">
      <dgm:prSet/>
      <dgm:spPr/>
      <dgm:t>
        <a:bodyPr/>
        <a:lstStyle/>
        <a:p>
          <a:pPr rtl="1"/>
          <a:endParaRPr lang="he-IL"/>
        </a:p>
      </dgm:t>
    </dgm:pt>
    <dgm:pt modelId="{C104604E-C0E7-4C7B-A148-2833FB92A7A9}" type="sibTrans" cxnId="{03653FC9-FCF9-4552-931A-4F46DE6D131E}">
      <dgm:prSet/>
      <dgm:spPr/>
      <dgm:t>
        <a:bodyPr/>
        <a:lstStyle/>
        <a:p>
          <a:pPr rtl="1"/>
          <a:endParaRPr lang="he-IL"/>
        </a:p>
      </dgm:t>
    </dgm:pt>
    <dgm:pt modelId="{A86A7DF8-19B1-43CA-81A3-FC82305ED784}" type="pres">
      <dgm:prSet presAssocID="{2C6DABB4-0EF4-4E7B-B367-B697BFDD498D}" presName="Name0" presStyleCnt="0">
        <dgm:presLayoutVars>
          <dgm:chMax val="11"/>
          <dgm:chPref val="11"/>
          <dgm:dir val="rev"/>
          <dgm:resizeHandles/>
        </dgm:presLayoutVars>
      </dgm:prSet>
      <dgm:spPr/>
    </dgm:pt>
    <dgm:pt modelId="{EA0F2A59-E0C9-4DD6-99EA-AF5363077737}" type="pres">
      <dgm:prSet presAssocID="{ECB0FECD-98B9-4F3E-9B30-CEFDCD14B5A2}" presName="Accent5" presStyleCnt="0"/>
      <dgm:spPr/>
    </dgm:pt>
    <dgm:pt modelId="{77F78EA0-0E23-4446-B0D5-FEB9E032CCDF}" type="pres">
      <dgm:prSet presAssocID="{ECB0FECD-98B9-4F3E-9B30-CEFDCD14B5A2}" presName="Accent" presStyleLbl="node1" presStyleIdx="0" presStyleCnt="5"/>
      <dgm:spPr/>
    </dgm:pt>
    <dgm:pt modelId="{9A99E63E-EBFF-4E71-BCAF-0EB6C2C22DA3}" type="pres">
      <dgm:prSet presAssocID="{ECB0FECD-98B9-4F3E-9B30-CEFDCD14B5A2}" presName="ParentBackground5" presStyleCnt="0"/>
      <dgm:spPr/>
    </dgm:pt>
    <dgm:pt modelId="{6CEE239A-775B-4DE3-9F05-02824C7FD7D5}" type="pres">
      <dgm:prSet presAssocID="{ECB0FECD-98B9-4F3E-9B30-CEFDCD14B5A2}" presName="ParentBackground" presStyleLbl="fgAcc1" presStyleIdx="0" presStyleCnt="5"/>
      <dgm:spPr/>
    </dgm:pt>
    <dgm:pt modelId="{978A3F4C-F17D-4D7A-8DF9-FA109CC0840E}" type="pres">
      <dgm:prSet presAssocID="{ECB0FECD-98B9-4F3E-9B30-CEFDCD14B5A2}" presName="Parent5" presStyleLbl="revTx" presStyleIdx="0" presStyleCnt="0">
        <dgm:presLayoutVars>
          <dgm:chMax val="1"/>
          <dgm:chPref val="1"/>
          <dgm:bulletEnabled val="1"/>
        </dgm:presLayoutVars>
      </dgm:prSet>
      <dgm:spPr/>
    </dgm:pt>
    <dgm:pt modelId="{87C30B54-534A-411E-899E-24E4E72E4631}" type="pres">
      <dgm:prSet presAssocID="{DC1611A8-B7FC-4E90-8B2C-DF3208EF0ACC}" presName="Accent4" presStyleCnt="0"/>
      <dgm:spPr/>
    </dgm:pt>
    <dgm:pt modelId="{D7EFF4B9-0B15-408D-A44D-AD6AB3813A21}" type="pres">
      <dgm:prSet presAssocID="{DC1611A8-B7FC-4E90-8B2C-DF3208EF0ACC}" presName="Accent" presStyleLbl="node1" presStyleIdx="1" presStyleCnt="5"/>
      <dgm:spPr/>
    </dgm:pt>
    <dgm:pt modelId="{1569EA9A-61FA-4485-B0E4-BF0D68E151A7}" type="pres">
      <dgm:prSet presAssocID="{DC1611A8-B7FC-4E90-8B2C-DF3208EF0ACC}" presName="ParentBackground4" presStyleCnt="0"/>
      <dgm:spPr/>
    </dgm:pt>
    <dgm:pt modelId="{067DAD4D-5C02-4E54-82E8-B2B4B1B921AC}" type="pres">
      <dgm:prSet presAssocID="{DC1611A8-B7FC-4E90-8B2C-DF3208EF0ACC}" presName="ParentBackground" presStyleLbl="fgAcc1" presStyleIdx="1" presStyleCnt="5"/>
      <dgm:spPr/>
    </dgm:pt>
    <dgm:pt modelId="{17B12DE4-54E7-496A-BA2E-EEA5A0340EAE}" type="pres">
      <dgm:prSet presAssocID="{DC1611A8-B7FC-4E90-8B2C-DF3208EF0ACC}" presName="Parent4" presStyleLbl="revTx" presStyleIdx="0" presStyleCnt="0">
        <dgm:presLayoutVars>
          <dgm:chMax val="1"/>
          <dgm:chPref val="1"/>
          <dgm:bulletEnabled val="1"/>
        </dgm:presLayoutVars>
      </dgm:prSet>
      <dgm:spPr/>
    </dgm:pt>
    <dgm:pt modelId="{755C9583-9121-4990-845F-A5C1BA96595D}" type="pres">
      <dgm:prSet presAssocID="{B63A5437-4E21-462D-BAA4-EC3CBFF43078}" presName="Accent3" presStyleCnt="0"/>
      <dgm:spPr/>
    </dgm:pt>
    <dgm:pt modelId="{C7919B41-2289-49A4-84A5-DC2E35CA7826}" type="pres">
      <dgm:prSet presAssocID="{B63A5437-4E21-462D-BAA4-EC3CBFF43078}" presName="Accent" presStyleLbl="node1" presStyleIdx="2" presStyleCnt="5"/>
      <dgm:spPr/>
    </dgm:pt>
    <dgm:pt modelId="{E485C222-63A2-474A-A8B4-C21C5DF62B4C}" type="pres">
      <dgm:prSet presAssocID="{B63A5437-4E21-462D-BAA4-EC3CBFF43078}" presName="ParentBackground3" presStyleCnt="0"/>
      <dgm:spPr/>
    </dgm:pt>
    <dgm:pt modelId="{0A067CD1-3A8D-40DF-AD32-54824D988AAC}" type="pres">
      <dgm:prSet presAssocID="{B63A5437-4E21-462D-BAA4-EC3CBFF43078}" presName="ParentBackground" presStyleLbl="fgAcc1" presStyleIdx="2" presStyleCnt="5"/>
      <dgm:spPr/>
    </dgm:pt>
    <dgm:pt modelId="{07EF50F5-52C2-46FE-9895-783E4DDF2316}" type="pres">
      <dgm:prSet presAssocID="{B63A5437-4E21-462D-BAA4-EC3CBFF43078}" presName="Parent3" presStyleLbl="revTx" presStyleIdx="0" presStyleCnt="0">
        <dgm:presLayoutVars>
          <dgm:chMax val="1"/>
          <dgm:chPref val="1"/>
          <dgm:bulletEnabled val="1"/>
        </dgm:presLayoutVars>
      </dgm:prSet>
      <dgm:spPr/>
    </dgm:pt>
    <dgm:pt modelId="{A986E06E-5B9D-4E0E-9D0B-0006FD3E5AEB}" type="pres">
      <dgm:prSet presAssocID="{94113C5B-478B-4627-A097-06DA341D5AA4}" presName="Accent2" presStyleCnt="0"/>
      <dgm:spPr/>
    </dgm:pt>
    <dgm:pt modelId="{525BE469-46FA-44B6-80DA-6B1031830829}" type="pres">
      <dgm:prSet presAssocID="{94113C5B-478B-4627-A097-06DA341D5AA4}" presName="Accent" presStyleLbl="node1" presStyleIdx="3" presStyleCnt="5"/>
      <dgm:spPr/>
    </dgm:pt>
    <dgm:pt modelId="{192CBAD9-A9BD-48C8-8072-8E3040A0EE90}" type="pres">
      <dgm:prSet presAssocID="{94113C5B-478B-4627-A097-06DA341D5AA4}" presName="ParentBackground2" presStyleCnt="0"/>
      <dgm:spPr/>
    </dgm:pt>
    <dgm:pt modelId="{43C0F2FD-2E71-40BE-923C-1835D9ED57A4}" type="pres">
      <dgm:prSet presAssocID="{94113C5B-478B-4627-A097-06DA341D5AA4}" presName="ParentBackground" presStyleLbl="fgAcc1" presStyleIdx="3" presStyleCnt="5"/>
      <dgm:spPr/>
    </dgm:pt>
    <dgm:pt modelId="{9435AD92-BE00-4A2A-9D62-F77A658E8297}" type="pres">
      <dgm:prSet presAssocID="{94113C5B-478B-4627-A097-06DA341D5AA4}" presName="Parent2" presStyleLbl="revTx" presStyleIdx="0" presStyleCnt="0">
        <dgm:presLayoutVars>
          <dgm:chMax val="1"/>
          <dgm:chPref val="1"/>
          <dgm:bulletEnabled val="1"/>
        </dgm:presLayoutVars>
      </dgm:prSet>
      <dgm:spPr/>
    </dgm:pt>
    <dgm:pt modelId="{ADC6321E-D5F7-48C1-B409-78CCBBE0B3A4}" type="pres">
      <dgm:prSet presAssocID="{D595D8FF-4D1F-449C-9EBE-5BE8C5AFBF60}" presName="Accent1" presStyleCnt="0"/>
      <dgm:spPr/>
    </dgm:pt>
    <dgm:pt modelId="{4099D751-5E90-4723-9A09-35A08AB088EE}" type="pres">
      <dgm:prSet presAssocID="{D595D8FF-4D1F-449C-9EBE-5BE8C5AFBF60}" presName="Accent" presStyleLbl="node1" presStyleIdx="4" presStyleCnt="5"/>
      <dgm:spPr/>
    </dgm:pt>
    <dgm:pt modelId="{3606BA97-916A-4DC5-B11D-7B9C34FCA07A}" type="pres">
      <dgm:prSet presAssocID="{D595D8FF-4D1F-449C-9EBE-5BE8C5AFBF60}" presName="ParentBackground1" presStyleCnt="0"/>
      <dgm:spPr/>
    </dgm:pt>
    <dgm:pt modelId="{C6071B94-E727-4184-ABCF-73CDD6C83852}" type="pres">
      <dgm:prSet presAssocID="{D595D8FF-4D1F-449C-9EBE-5BE8C5AFBF60}" presName="ParentBackground" presStyleLbl="fgAcc1" presStyleIdx="4" presStyleCnt="5"/>
      <dgm:spPr/>
    </dgm:pt>
    <dgm:pt modelId="{58862CAA-290D-4D06-A514-42DEF017D3B2}" type="pres">
      <dgm:prSet presAssocID="{D595D8FF-4D1F-449C-9EBE-5BE8C5AFBF60}" presName="Parent1" presStyleLbl="revTx" presStyleIdx="0" presStyleCnt="0">
        <dgm:presLayoutVars>
          <dgm:chMax val="1"/>
          <dgm:chPref val="1"/>
          <dgm:bulletEnabled val="1"/>
        </dgm:presLayoutVars>
      </dgm:prSet>
      <dgm:spPr/>
    </dgm:pt>
  </dgm:ptLst>
  <dgm:cxnLst>
    <dgm:cxn modelId="{E15B0B07-40DF-417A-AE7D-43EAC357AE0E}" type="presOf" srcId="{B63A5437-4E21-462D-BAA4-EC3CBFF43078}" destId="{07EF50F5-52C2-46FE-9895-783E4DDF2316}" srcOrd="1" destOrd="0" presId="urn:microsoft.com/office/officeart/2011/layout/CircleProcess"/>
    <dgm:cxn modelId="{26E80617-B78E-4324-AC8D-132791995D8E}" type="presOf" srcId="{94113C5B-478B-4627-A097-06DA341D5AA4}" destId="{43C0F2FD-2E71-40BE-923C-1835D9ED57A4}" srcOrd="0" destOrd="0" presId="urn:microsoft.com/office/officeart/2011/layout/CircleProcess"/>
    <dgm:cxn modelId="{60E8B517-904E-40A3-A08E-7A5E0AB445A0}" type="presOf" srcId="{D595D8FF-4D1F-449C-9EBE-5BE8C5AFBF60}" destId="{C6071B94-E727-4184-ABCF-73CDD6C83852}" srcOrd="0" destOrd="0" presId="urn:microsoft.com/office/officeart/2011/layout/CircleProcess"/>
    <dgm:cxn modelId="{33A6D422-4255-4084-83BF-D4947B11438B}" srcId="{2C6DABB4-0EF4-4E7B-B367-B697BFDD498D}" destId="{ECB0FECD-98B9-4F3E-9B30-CEFDCD14B5A2}" srcOrd="4" destOrd="0" parTransId="{9E64F640-E1BF-4F8F-9D66-176FBACFF7FC}" sibTransId="{D802612F-190F-4CCC-BA03-67D929CF644B}"/>
    <dgm:cxn modelId="{ADE6BF38-46B7-4758-97B1-23A60D3CE5F1}" srcId="{2C6DABB4-0EF4-4E7B-B367-B697BFDD498D}" destId="{B63A5437-4E21-462D-BAA4-EC3CBFF43078}" srcOrd="2" destOrd="0" parTransId="{A0E6BB1D-D08F-42B6-948D-F3C68A780B80}" sibTransId="{78E39D46-D2ED-44E3-B510-DD2D3226DE6B}"/>
    <dgm:cxn modelId="{CCB98D3B-3492-4178-8E9E-7398AC3132E8}" type="presOf" srcId="{94113C5B-478B-4627-A097-06DA341D5AA4}" destId="{9435AD92-BE00-4A2A-9D62-F77A658E8297}" srcOrd="1" destOrd="0" presId="urn:microsoft.com/office/officeart/2011/layout/CircleProcess"/>
    <dgm:cxn modelId="{37E2E769-C1FF-4D51-AB37-59F613C978A6}" type="presOf" srcId="{ECB0FECD-98B9-4F3E-9B30-CEFDCD14B5A2}" destId="{978A3F4C-F17D-4D7A-8DF9-FA109CC0840E}" srcOrd="1" destOrd="0" presId="urn:microsoft.com/office/officeart/2011/layout/CircleProcess"/>
    <dgm:cxn modelId="{883A5256-D65B-42D0-8742-57CF1C47070E}" srcId="{2C6DABB4-0EF4-4E7B-B367-B697BFDD498D}" destId="{D595D8FF-4D1F-449C-9EBE-5BE8C5AFBF60}" srcOrd="0" destOrd="0" parTransId="{CE478E97-8C96-4939-B66E-0B5447B0B841}" sibTransId="{325229A7-BA0D-4BDB-900D-915D8583A1E7}"/>
    <dgm:cxn modelId="{C1BE6D7E-6645-4DF6-9F5E-C7E7CBC589A9}" type="presOf" srcId="{2C6DABB4-0EF4-4E7B-B367-B697BFDD498D}" destId="{A86A7DF8-19B1-43CA-81A3-FC82305ED784}" srcOrd="0" destOrd="0" presId="urn:microsoft.com/office/officeart/2011/layout/CircleProcess"/>
    <dgm:cxn modelId="{24393B97-F4E2-49B4-8AAE-833C9550F05A}" type="presOf" srcId="{DC1611A8-B7FC-4E90-8B2C-DF3208EF0ACC}" destId="{067DAD4D-5C02-4E54-82E8-B2B4B1B921AC}" srcOrd="0" destOrd="0" presId="urn:microsoft.com/office/officeart/2011/layout/CircleProcess"/>
    <dgm:cxn modelId="{ADD39E9D-C9A1-4D0B-8930-BD2AA02CCF11}" type="presOf" srcId="{ECB0FECD-98B9-4F3E-9B30-CEFDCD14B5A2}" destId="{6CEE239A-775B-4DE3-9F05-02824C7FD7D5}" srcOrd="0" destOrd="0" presId="urn:microsoft.com/office/officeart/2011/layout/CircleProcess"/>
    <dgm:cxn modelId="{72D412A9-2BF0-4321-9352-096971DCF44C}" type="presOf" srcId="{B63A5437-4E21-462D-BAA4-EC3CBFF43078}" destId="{0A067CD1-3A8D-40DF-AD32-54824D988AAC}" srcOrd="0" destOrd="0" presId="urn:microsoft.com/office/officeart/2011/layout/CircleProcess"/>
    <dgm:cxn modelId="{EE6688AE-F271-4DBE-9034-DD52B8D68CC7}" srcId="{2C6DABB4-0EF4-4E7B-B367-B697BFDD498D}" destId="{94113C5B-478B-4627-A097-06DA341D5AA4}" srcOrd="1" destOrd="0" parTransId="{9ACD7FBB-8C7B-401B-A703-10F01ADAD4DA}" sibTransId="{447DC067-8236-420F-95CB-729EAB8C114A}"/>
    <dgm:cxn modelId="{03653FC9-FCF9-4552-931A-4F46DE6D131E}" srcId="{2C6DABB4-0EF4-4E7B-B367-B697BFDD498D}" destId="{DC1611A8-B7FC-4E90-8B2C-DF3208EF0ACC}" srcOrd="3" destOrd="0" parTransId="{A32FF012-FEC9-4F8F-B25D-AB0D7636A7EA}" sibTransId="{C104604E-C0E7-4C7B-A148-2833FB92A7A9}"/>
    <dgm:cxn modelId="{CE071CCC-092A-4314-ADBC-AD504E13B7EA}" type="presOf" srcId="{DC1611A8-B7FC-4E90-8B2C-DF3208EF0ACC}" destId="{17B12DE4-54E7-496A-BA2E-EEA5A0340EAE}" srcOrd="1" destOrd="0" presId="urn:microsoft.com/office/officeart/2011/layout/CircleProcess"/>
    <dgm:cxn modelId="{A6B4EDCD-5BEF-47CF-8528-8A1CACE9DD21}" type="presOf" srcId="{D595D8FF-4D1F-449C-9EBE-5BE8C5AFBF60}" destId="{58862CAA-290D-4D06-A514-42DEF017D3B2}" srcOrd="1" destOrd="0" presId="urn:microsoft.com/office/officeart/2011/layout/CircleProcess"/>
    <dgm:cxn modelId="{E66E04DE-3B71-44C7-861B-61DCC8088BAE}" type="presParOf" srcId="{A86A7DF8-19B1-43CA-81A3-FC82305ED784}" destId="{EA0F2A59-E0C9-4DD6-99EA-AF5363077737}" srcOrd="0" destOrd="0" presId="urn:microsoft.com/office/officeart/2011/layout/CircleProcess"/>
    <dgm:cxn modelId="{A0ED5DAD-BB51-4EE4-9D5A-B19B0B5EED43}" type="presParOf" srcId="{EA0F2A59-E0C9-4DD6-99EA-AF5363077737}" destId="{77F78EA0-0E23-4446-B0D5-FEB9E032CCDF}" srcOrd="0" destOrd="0" presId="urn:microsoft.com/office/officeart/2011/layout/CircleProcess"/>
    <dgm:cxn modelId="{27089D40-2AC5-4BB2-A2C7-BD15389A4009}" type="presParOf" srcId="{A86A7DF8-19B1-43CA-81A3-FC82305ED784}" destId="{9A99E63E-EBFF-4E71-BCAF-0EB6C2C22DA3}" srcOrd="1" destOrd="0" presId="urn:microsoft.com/office/officeart/2011/layout/CircleProcess"/>
    <dgm:cxn modelId="{130D8351-4129-4C95-850C-7863DAE029C9}" type="presParOf" srcId="{9A99E63E-EBFF-4E71-BCAF-0EB6C2C22DA3}" destId="{6CEE239A-775B-4DE3-9F05-02824C7FD7D5}" srcOrd="0" destOrd="0" presId="urn:microsoft.com/office/officeart/2011/layout/CircleProcess"/>
    <dgm:cxn modelId="{0A373469-4386-4F50-8FB2-BAA5BEE3C7D0}" type="presParOf" srcId="{A86A7DF8-19B1-43CA-81A3-FC82305ED784}" destId="{978A3F4C-F17D-4D7A-8DF9-FA109CC0840E}" srcOrd="2" destOrd="0" presId="urn:microsoft.com/office/officeart/2011/layout/CircleProcess"/>
    <dgm:cxn modelId="{D6BF1320-86D4-4079-8EC8-BAEAEA5DF3F1}" type="presParOf" srcId="{A86A7DF8-19B1-43CA-81A3-FC82305ED784}" destId="{87C30B54-534A-411E-899E-24E4E72E4631}" srcOrd="3" destOrd="0" presId="urn:microsoft.com/office/officeart/2011/layout/CircleProcess"/>
    <dgm:cxn modelId="{67AE38C9-0058-4387-8BB2-9D57E2E8CCAC}" type="presParOf" srcId="{87C30B54-534A-411E-899E-24E4E72E4631}" destId="{D7EFF4B9-0B15-408D-A44D-AD6AB3813A21}" srcOrd="0" destOrd="0" presId="urn:microsoft.com/office/officeart/2011/layout/CircleProcess"/>
    <dgm:cxn modelId="{328EA075-B630-4C2B-AE7D-5ED9BC5603EB}" type="presParOf" srcId="{A86A7DF8-19B1-43CA-81A3-FC82305ED784}" destId="{1569EA9A-61FA-4485-B0E4-BF0D68E151A7}" srcOrd="4" destOrd="0" presId="urn:microsoft.com/office/officeart/2011/layout/CircleProcess"/>
    <dgm:cxn modelId="{6C6707D5-8CAF-4282-988D-BB4CDBC81C3C}" type="presParOf" srcId="{1569EA9A-61FA-4485-B0E4-BF0D68E151A7}" destId="{067DAD4D-5C02-4E54-82E8-B2B4B1B921AC}" srcOrd="0" destOrd="0" presId="urn:microsoft.com/office/officeart/2011/layout/CircleProcess"/>
    <dgm:cxn modelId="{7D79C6A8-119E-474D-BFC0-F1D19CAAC41C}" type="presParOf" srcId="{A86A7DF8-19B1-43CA-81A3-FC82305ED784}" destId="{17B12DE4-54E7-496A-BA2E-EEA5A0340EAE}" srcOrd="5" destOrd="0" presId="urn:microsoft.com/office/officeart/2011/layout/CircleProcess"/>
    <dgm:cxn modelId="{C7FC9872-6440-478D-A1E3-D7DA8D912BFF}" type="presParOf" srcId="{A86A7DF8-19B1-43CA-81A3-FC82305ED784}" destId="{755C9583-9121-4990-845F-A5C1BA96595D}" srcOrd="6" destOrd="0" presId="urn:microsoft.com/office/officeart/2011/layout/CircleProcess"/>
    <dgm:cxn modelId="{5D9E2259-07F4-45CC-AE8B-09BC3E009ECE}" type="presParOf" srcId="{755C9583-9121-4990-845F-A5C1BA96595D}" destId="{C7919B41-2289-49A4-84A5-DC2E35CA7826}" srcOrd="0" destOrd="0" presId="urn:microsoft.com/office/officeart/2011/layout/CircleProcess"/>
    <dgm:cxn modelId="{71DCEC9C-1174-445D-983C-9466B8813C5B}" type="presParOf" srcId="{A86A7DF8-19B1-43CA-81A3-FC82305ED784}" destId="{E485C222-63A2-474A-A8B4-C21C5DF62B4C}" srcOrd="7" destOrd="0" presId="urn:microsoft.com/office/officeart/2011/layout/CircleProcess"/>
    <dgm:cxn modelId="{54630969-6411-4EA1-A880-0D1094B35180}" type="presParOf" srcId="{E485C222-63A2-474A-A8B4-C21C5DF62B4C}" destId="{0A067CD1-3A8D-40DF-AD32-54824D988AAC}" srcOrd="0" destOrd="0" presId="urn:microsoft.com/office/officeart/2011/layout/CircleProcess"/>
    <dgm:cxn modelId="{F054868B-6A51-40CB-A438-03E375A86EF8}" type="presParOf" srcId="{A86A7DF8-19B1-43CA-81A3-FC82305ED784}" destId="{07EF50F5-52C2-46FE-9895-783E4DDF2316}" srcOrd="8" destOrd="0" presId="urn:microsoft.com/office/officeart/2011/layout/CircleProcess"/>
    <dgm:cxn modelId="{929304B6-3E94-4017-833D-090E0CC4EDF9}" type="presParOf" srcId="{A86A7DF8-19B1-43CA-81A3-FC82305ED784}" destId="{A986E06E-5B9D-4E0E-9D0B-0006FD3E5AEB}" srcOrd="9" destOrd="0" presId="urn:microsoft.com/office/officeart/2011/layout/CircleProcess"/>
    <dgm:cxn modelId="{F4A6416A-CB13-42DB-97F9-459A8E273B7A}" type="presParOf" srcId="{A986E06E-5B9D-4E0E-9D0B-0006FD3E5AEB}" destId="{525BE469-46FA-44B6-80DA-6B1031830829}" srcOrd="0" destOrd="0" presId="urn:microsoft.com/office/officeart/2011/layout/CircleProcess"/>
    <dgm:cxn modelId="{A7AE5726-0F66-4396-A565-FA19544348A0}" type="presParOf" srcId="{A86A7DF8-19B1-43CA-81A3-FC82305ED784}" destId="{192CBAD9-A9BD-48C8-8072-8E3040A0EE90}" srcOrd="10" destOrd="0" presId="urn:microsoft.com/office/officeart/2011/layout/CircleProcess"/>
    <dgm:cxn modelId="{9AC4690A-4EE9-413E-837E-670AB3AD3C2B}" type="presParOf" srcId="{192CBAD9-A9BD-48C8-8072-8E3040A0EE90}" destId="{43C0F2FD-2E71-40BE-923C-1835D9ED57A4}" srcOrd="0" destOrd="0" presId="urn:microsoft.com/office/officeart/2011/layout/CircleProcess"/>
    <dgm:cxn modelId="{D59F1B63-CD20-46D5-A634-42878451DBF6}" type="presParOf" srcId="{A86A7DF8-19B1-43CA-81A3-FC82305ED784}" destId="{9435AD92-BE00-4A2A-9D62-F77A658E8297}" srcOrd="11" destOrd="0" presId="urn:microsoft.com/office/officeart/2011/layout/CircleProcess"/>
    <dgm:cxn modelId="{8B43171D-7496-49A5-9D41-481351931495}" type="presParOf" srcId="{A86A7DF8-19B1-43CA-81A3-FC82305ED784}" destId="{ADC6321E-D5F7-48C1-B409-78CCBBE0B3A4}" srcOrd="12" destOrd="0" presId="urn:microsoft.com/office/officeart/2011/layout/CircleProcess"/>
    <dgm:cxn modelId="{A2525E8B-EA76-4841-915B-AFD7469B9A26}" type="presParOf" srcId="{ADC6321E-D5F7-48C1-B409-78CCBBE0B3A4}" destId="{4099D751-5E90-4723-9A09-35A08AB088EE}" srcOrd="0" destOrd="0" presId="urn:microsoft.com/office/officeart/2011/layout/CircleProcess"/>
    <dgm:cxn modelId="{8B7E9BEA-BAD7-4E1B-81E5-E75407F1ECAE}" type="presParOf" srcId="{A86A7DF8-19B1-43CA-81A3-FC82305ED784}" destId="{3606BA97-916A-4DC5-B11D-7B9C34FCA07A}" srcOrd="13" destOrd="0" presId="urn:microsoft.com/office/officeart/2011/layout/CircleProcess"/>
    <dgm:cxn modelId="{97DF448C-6285-48D8-9AE6-D61D7AC65163}" type="presParOf" srcId="{3606BA97-916A-4DC5-B11D-7B9C34FCA07A}" destId="{C6071B94-E727-4184-ABCF-73CDD6C83852}" srcOrd="0" destOrd="0" presId="urn:microsoft.com/office/officeart/2011/layout/CircleProcess"/>
    <dgm:cxn modelId="{560A302C-945D-43DD-A144-521BCAB833B2}" type="presParOf" srcId="{A86A7DF8-19B1-43CA-81A3-FC82305ED784}" destId="{58862CAA-290D-4D06-A514-42DEF017D3B2}" srcOrd="14"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CE8AEA-1B51-4391-A2ED-4842895EBF8C}"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pPr rtl="1"/>
          <a:endParaRPr lang="he-IL"/>
        </a:p>
      </dgm:t>
    </dgm:pt>
    <dgm:pt modelId="{80D3524D-24BF-4F20-B431-DE96A578FBA4}">
      <dgm:prSet custT="1"/>
      <dgm:spPr>
        <a:solidFill>
          <a:schemeClr val="bg1">
            <a:lumMod val="90000"/>
          </a:schemeClr>
        </a:solidFill>
      </dgm:spPr>
      <dgm:t>
        <a:bodyPr/>
        <a:lstStyle/>
        <a:p>
          <a:pPr rtl="1"/>
          <a:r>
            <a:rPr lang="en-US" sz="2000" dirty="0">
              <a:solidFill>
                <a:schemeClr val="tx1"/>
              </a:solidFill>
            </a:rPr>
            <a:t>How effective is teacher training?</a:t>
          </a:r>
          <a:endParaRPr lang="he-IL" sz="2000" dirty="0">
            <a:solidFill>
              <a:schemeClr val="tx1"/>
            </a:solidFill>
          </a:endParaRPr>
        </a:p>
      </dgm:t>
    </dgm:pt>
    <dgm:pt modelId="{7AB27A43-74D0-446D-B978-8E13E574E197}" type="parTrans" cxnId="{7CC4D24F-E338-4CE3-AB45-BD7950F5561F}">
      <dgm:prSet/>
      <dgm:spPr/>
      <dgm:t>
        <a:bodyPr/>
        <a:lstStyle/>
        <a:p>
          <a:pPr rtl="1"/>
          <a:endParaRPr lang="he-IL">
            <a:solidFill>
              <a:schemeClr val="tx1"/>
            </a:solidFill>
          </a:endParaRPr>
        </a:p>
      </dgm:t>
    </dgm:pt>
    <dgm:pt modelId="{7FFAD83B-40C2-412D-88E7-3589FF7E1604}" type="sibTrans" cxnId="{7CC4D24F-E338-4CE3-AB45-BD7950F5561F}">
      <dgm:prSet/>
      <dgm:spPr/>
      <dgm:t>
        <a:bodyPr/>
        <a:lstStyle/>
        <a:p>
          <a:pPr rtl="1"/>
          <a:endParaRPr lang="he-IL">
            <a:solidFill>
              <a:schemeClr val="tx1"/>
            </a:solidFill>
          </a:endParaRPr>
        </a:p>
      </dgm:t>
    </dgm:pt>
    <dgm:pt modelId="{98028B84-2395-45C1-8038-8B076FA43693}">
      <dgm:prSet custT="1"/>
      <dgm:spPr>
        <a:solidFill>
          <a:schemeClr val="accent1"/>
        </a:solidFill>
      </dgm:spPr>
      <dgm:t>
        <a:bodyPr/>
        <a:lstStyle/>
        <a:p>
          <a:pPr rtl="1"/>
          <a:r>
            <a:rPr lang="en-US" sz="2000" dirty="0">
              <a:solidFill>
                <a:schemeClr val="tx1"/>
              </a:solidFill>
            </a:rPr>
            <a:t>What characterizes effective teacher training?</a:t>
          </a:r>
          <a:endParaRPr lang="he-IL" sz="2000" dirty="0">
            <a:solidFill>
              <a:schemeClr val="tx1"/>
            </a:solidFill>
          </a:endParaRPr>
        </a:p>
      </dgm:t>
    </dgm:pt>
    <dgm:pt modelId="{D164C9FD-6F6B-45DF-BD20-05DD813D2ECC}" type="parTrans" cxnId="{10947C08-EC92-4038-914D-D2ED53C6FB74}">
      <dgm:prSet/>
      <dgm:spPr/>
      <dgm:t>
        <a:bodyPr/>
        <a:lstStyle/>
        <a:p>
          <a:pPr rtl="1"/>
          <a:endParaRPr lang="he-IL">
            <a:solidFill>
              <a:schemeClr val="tx1"/>
            </a:solidFill>
          </a:endParaRPr>
        </a:p>
      </dgm:t>
    </dgm:pt>
    <dgm:pt modelId="{25AD5154-8078-4E34-9625-4C798D8BF420}" type="sibTrans" cxnId="{10947C08-EC92-4038-914D-D2ED53C6FB74}">
      <dgm:prSet/>
      <dgm:spPr/>
      <dgm:t>
        <a:bodyPr/>
        <a:lstStyle/>
        <a:p>
          <a:pPr rtl="1"/>
          <a:endParaRPr lang="he-IL">
            <a:solidFill>
              <a:schemeClr val="tx1"/>
            </a:solidFill>
          </a:endParaRPr>
        </a:p>
      </dgm:t>
    </dgm:pt>
    <dgm:pt modelId="{731FC151-EC6E-4393-A0DA-74AA8F913877}">
      <dgm:prSet custT="1"/>
      <dgm:spPr>
        <a:solidFill>
          <a:schemeClr val="bg1">
            <a:lumMod val="90000"/>
          </a:schemeClr>
        </a:solidFill>
      </dgm:spPr>
      <dgm:t>
        <a:bodyPr/>
        <a:lstStyle/>
        <a:p>
          <a:pPr rtl="1"/>
          <a:r>
            <a:rPr lang="en-US" sz="2000" dirty="0">
              <a:solidFill>
                <a:schemeClr val="tx1"/>
              </a:solidFill>
            </a:rPr>
            <a:t>Which types of knowledge do teachers need</a:t>
          </a:r>
          <a:br>
            <a:rPr lang="en-US" sz="2000" dirty="0">
              <a:solidFill>
                <a:schemeClr val="tx1"/>
              </a:solidFill>
            </a:rPr>
          </a:br>
          <a:r>
            <a:rPr lang="en-US" sz="2000" dirty="0">
              <a:solidFill>
                <a:schemeClr val="tx1"/>
              </a:solidFill>
            </a:rPr>
            <a:t> to impart skills?</a:t>
          </a:r>
          <a:endParaRPr lang="he-IL" sz="2000" dirty="0">
            <a:solidFill>
              <a:schemeClr val="tx1"/>
            </a:solidFill>
          </a:endParaRPr>
        </a:p>
      </dgm:t>
    </dgm:pt>
    <dgm:pt modelId="{C8031A5E-D38C-42C3-8857-583D644A8926}" type="parTrans" cxnId="{F53284EC-54F1-4B4E-918C-ED3E0D223D00}">
      <dgm:prSet/>
      <dgm:spPr/>
      <dgm:t>
        <a:bodyPr/>
        <a:lstStyle/>
        <a:p>
          <a:pPr rtl="1"/>
          <a:endParaRPr lang="he-IL">
            <a:solidFill>
              <a:schemeClr val="tx1"/>
            </a:solidFill>
          </a:endParaRPr>
        </a:p>
      </dgm:t>
    </dgm:pt>
    <dgm:pt modelId="{12203641-BC75-4F2B-9B77-9A3E3711F5A3}" type="sibTrans" cxnId="{F53284EC-54F1-4B4E-918C-ED3E0D223D00}">
      <dgm:prSet/>
      <dgm:spPr/>
      <dgm:t>
        <a:bodyPr/>
        <a:lstStyle/>
        <a:p>
          <a:pPr rtl="1"/>
          <a:endParaRPr lang="he-IL">
            <a:solidFill>
              <a:schemeClr val="tx1"/>
            </a:solidFill>
          </a:endParaRPr>
        </a:p>
      </dgm:t>
    </dgm:pt>
    <dgm:pt modelId="{54E1559D-BC43-41A4-A325-43DE106B9973}">
      <dgm:prSet custT="1"/>
      <dgm:spPr>
        <a:solidFill>
          <a:schemeClr val="bg1">
            <a:lumMod val="90000"/>
          </a:schemeClr>
        </a:solidFill>
      </dgm:spPr>
      <dgm:t>
        <a:bodyPr/>
        <a:lstStyle/>
        <a:p>
          <a:pPr rtl="1"/>
          <a:r>
            <a:rPr lang="en-US" sz="2000" dirty="0">
              <a:solidFill>
                <a:schemeClr val="tx1"/>
              </a:solidFill>
            </a:rPr>
            <a:t>What pedagogic knowledge do they need?</a:t>
          </a:r>
          <a:endParaRPr lang="he-IL" sz="2000" dirty="0">
            <a:solidFill>
              <a:schemeClr val="tx1"/>
            </a:solidFill>
          </a:endParaRPr>
        </a:p>
      </dgm:t>
    </dgm:pt>
    <dgm:pt modelId="{2771F5FA-3D62-4897-B828-5C9593626A46}" type="parTrans" cxnId="{1C98E86D-6A13-4AE3-92C8-9EDCBBB20B18}">
      <dgm:prSet/>
      <dgm:spPr/>
      <dgm:t>
        <a:bodyPr/>
        <a:lstStyle/>
        <a:p>
          <a:pPr rtl="1"/>
          <a:endParaRPr lang="he-IL">
            <a:solidFill>
              <a:schemeClr val="tx1"/>
            </a:solidFill>
          </a:endParaRPr>
        </a:p>
      </dgm:t>
    </dgm:pt>
    <dgm:pt modelId="{11F45D31-612D-48C1-8475-7DD7C36C7954}" type="sibTrans" cxnId="{1C98E86D-6A13-4AE3-92C8-9EDCBBB20B18}">
      <dgm:prSet/>
      <dgm:spPr/>
      <dgm:t>
        <a:bodyPr/>
        <a:lstStyle/>
        <a:p>
          <a:pPr rtl="1"/>
          <a:endParaRPr lang="he-IL">
            <a:solidFill>
              <a:schemeClr val="tx1"/>
            </a:solidFill>
          </a:endParaRPr>
        </a:p>
      </dgm:t>
    </dgm:pt>
    <dgm:pt modelId="{08C01BB8-3443-4D10-8C6A-FA3E575AB648}">
      <dgm:prSet custT="1"/>
      <dgm:spPr>
        <a:solidFill>
          <a:schemeClr val="bg1">
            <a:lumMod val="90000"/>
          </a:schemeClr>
        </a:solidFill>
      </dgm:spPr>
      <dgm:t>
        <a:bodyPr/>
        <a:lstStyle/>
        <a:p>
          <a:pPr rtl="1"/>
          <a:r>
            <a:rPr lang="en-US" sz="2000" dirty="0">
              <a:solidFill>
                <a:schemeClr val="tx1"/>
              </a:solidFill>
            </a:rPr>
            <a:t>How specific should skill instruction be?</a:t>
          </a:r>
          <a:endParaRPr lang="he-IL" sz="2000" dirty="0">
            <a:solidFill>
              <a:schemeClr val="tx1"/>
            </a:solidFill>
          </a:endParaRPr>
        </a:p>
      </dgm:t>
    </dgm:pt>
    <dgm:pt modelId="{CF13996A-14D4-46B8-B8DA-F03E08FF0FC6}" type="parTrans" cxnId="{06540DF3-4D35-4191-85A0-8BBD0BC31137}">
      <dgm:prSet/>
      <dgm:spPr/>
      <dgm:t>
        <a:bodyPr/>
        <a:lstStyle/>
        <a:p>
          <a:pPr rtl="1"/>
          <a:endParaRPr lang="he-IL">
            <a:solidFill>
              <a:schemeClr val="tx1"/>
            </a:solidFill>
          </a:endParaRPr>
        </a:p>
      </dgm:t>
    </dgm:pt>
    <dgm:pt modelId="{42218EFA-B8F8-4D4B-96D1-0C197F5B5128}" type="sibTrans" cxnId="{06540DF3-4D35-4191-85A0-8BBD0BC31137}">
      <dgm:prSet/>
      <dgm:spPr/>
      <dgm:t>
        <a:bodyPr/>
        <a:lstStyle/>
        <a:p>
          <a:pPr rtl="1"/>
          <a:endParaRPr lang="he-IL">
            <a:solidFill>
              <a:schemeClr val="tx1"/>
            </a:solidFill>
          </a:endParaRPr>
        </a:p>
      </dgm:t>
    </dgm:pt>
    <dgm:pt modelId="{70B1A0CC-582D-48A2-8F0B-5355160AC0A0}">
      <dgm:prSet custT="1"/>
      <dgm:spPr>
        <a:solidFill>
          <a:schemeClr val="bg1">
            <a:lumMod val="90000"/>
          </a:schemeClr>
        </a:solidFill>
      </dgm:spPr>
      <dgm:t>
        <a:bodyPr/>
        <a:lstStyle/>
        <a:p>
          <a:pPr rtl="1"/>
          <a:r>
            <a:rPr lang="en-US" sz="2000" dirty="0">
              <a:solidFill>
                <a:schemeClr val="tx1"/>
              </a:solidFill>
            </a:rPr>
            <a:t>Which decisions need to be made?</a:t>
          </a:r>
          <a:endParaRPr lang="he-IL" sz="2000" dirty="0">
            <a:solidFill>
              <a:schemeClr val="tx1"/>
            </a:solidFill>
          </a:endParaRPr>
        </a:p>
      </dgm:t>
    </dgm:pt>
    <dgm:pt modelId="{A489EE92-5281-420E-93D2-F564E95746D3}" type="parTrans" cxnId="{0898D78A-2F6F-4242-ABF4-158D1C93E417}">
      <dgm:prSet/>
      <dgm:spPr/>
      <dgm:t>
        <a:bodyPr/>
        <a:lstStyle/>
        <a:p>
          <a:pPr rtl="1"/>
          <a:endParaRPr lang="he-IL">
            <a:solidFill>
              <a:schemeClr val="tx1"/>
            </a:solidFill>
          </a:endParaRPr>
        </a:p>
      </dgm:t>
    </dgm:pt>
    <dgm:pt modelId="{C3B24685-7636-4120-98F6-E98E4EA40D7D}" type="sibTrans" cxnId="{0898D78A-2F6F-4242-ABF4-158D1C93E417}">
      <dgm:prSet/>
      <dgm:spPr/>
      <dgm:t>
        <a:bodyPr/>
        <a:lstStyle/>
        <a:p>
          <a:pPr rtl="1"/>
          <a:endParaRPr lang="he-IL">
            <a:solidFill>
              <a:schemeClr val="tx1"/>
            </a:solidFill>
          </a:endParaRPr>
        </a:p>
      </dgm:t>
    </dgm:pt>
    <dgm:pt modelId="{0C0A603C-1D85-4610-AD30-ED4EA598BEC7}" type="pres">
      <dgm:prSet presAssocID="{8CCE8AEA-1B51-4391-A2ED-4842895EBF8C}" presName="diagram" presStyleCnt="0">
        <dgm:presLayoutVars>
          <dgm:chPref val="1"/>
          <dgm:dir/>
          <dgm:animOne val="branch"/>
          <dgm:animLvl val="lvl"/>
          <dgm:resizeHandles val="exact"/>
        </dgm:presLayoutVars>
      </dgm:prSet>
      <dgm:spPr/>
    </dgm:pt>
    <dgm:pt modelId="{F39EE8D2-0105-43B7-A154-B62EFB082BE8}" type="pres">
      <dgm:prSet presAssocID="{80D3524D-24BF-4F20-B431-DE96A578FBA4}" presName="root1" presStyleCnt="0"/>
      <dgm:spPr/>
    </dgm:pt>
    <dgm:pt modelId="{30016B56-5A60-496F-83EB-1F15C2E19222}" type="pres">
      <dgm:prSet presAssocID="{80D3524D-24BF-4F20-B431-DE96A578FBA4}" presName="LevelOneTextNode" presStyleLbl="node0" presStyleIdx="0" presStyleCnt="6" custScaleX="393341" custLinFactNeighborY="4224">
        <dgm:presLayoutVars>
          <dgm:chPref val="3"/>
        </dgm:presLayoutVars>
      </dgm:prSet>
      <dgm:spPr/>
    </dgm:pt>
    <dgm:pt modelId="{E8741E58-8696-4B87-A679-6A25791E17E5}" type="pres">
      <dgm:prSet presAssocID="{80D3524D-24BF-4F20-B431-DE96A578FBA4}" presName="level2hierChild" presStyleCnt="0"/>
      <dgm:spPr/>
    </dgm:pt>
    <dgm:pt modelId="{29BF1A2C-13CA-4503-BDDA-A6513509C3CE}" type="pres">
      <dgm:prSet presAssocID="{98028B84-2395-45C1-8038-8B076FA43693}" presName="root1" presStyleCnt="0"/>
      <dgm:spPr/>
    </dgm:pt>
    <dgm:pt modelId="{9DAE0730-53DE-4B5F-8296-9A249EDBDA36}" type="pres">
      <dgm:prSet presAssocID="{98028B84-2395-45C1-8038-8B076FA43693}" presName="LevelOneTextNode" presStyleLbl="node0" presStyleIdx="1" presStyleCnt="6" custScaleX="393341" custLinFactNeighborY="4224">
        <dgm:presLayoutVars>
          <dgm:chPref val="3"/>
        </dgm:presLayoutVars>
      </dgm:prSet>
      <dgm:spPr/>
    </dgm:pt>
    <dgm:pt modelId="{03F7B8E2-FD44-41CB-8916-960792136C95}" type="pres">
      <dgm:prSet presAssocID="{98028B84-2395-45C1-8038-8B076FA43693}" presName="level2hierChild" presStyleCnt="0"/>
      <dgm:spPr/>
    </dgm:pt>
    <dgm:pt modelId="{AC29EF83-3BFE-498B-9ED8-C72A844693D8}" type="pres">
      <dgm:prSet presAssocID="{731FC151-EC6E-4393-A0DA-74AA8F913877}" presName="root1" presStyleCnt="0"/>
      <dgm:spPr/>
    </dgm:pt>
    <dgm:pt modelId="{F191052A-1A9E-4CB3-9EA1-1A009948F674}" type="pres">
      <dgm:prSet presAssocID="{731FC151-EC6E-4393-A0DA-74AA8F913877}" presName="LevelOneTextNode" presStyleLbl="node0" presStyleIdx="2" presStyleCnt="6" custScaleX="393341" custLinFactNeighborY="4224">
        <dgm:presLayoutVars>
          <dgm:chPref val="3"/>
        </dgm:presLayoutVars>
      </dgm:prSet>
      <dgm:spPr/>
    </dgm:pt>
    <dgm:pt modelId="{3B9444B6-248D-4694-BB7D-9014507618A1}" type="pres">
      <dgm:prSet presAssocID="{731FC151-EC6E-4393-A0DA-74AA8F913877}" presName="level2hierChild" presStyleCnt="0"/>
      <dgm:spPr/>
    </dgm:pt>
    <dgm:pt modelId="{14D0EA09-CC53-4087-95B6-CEC02803E9EB}" type="pres">
      <dgm:prSet presAssocID="{54E1559D-BC43-41A4-A325-43DE106B9973}" presName="root1" presStyleCnt="0"/>
      <dgm:spPr/>
    </dgm:pt>
    <dgm:pt modelId="{5A98FDA3-B036-46DF-B157-AD6B3FA0228E}" type="pres">
      <dgm:prSet presAssocID="{54E1559D-BC43-41A4-A325-43DE106B9973}" presName="LevelOneTextNode" presStyleLbl="node0" presStyleIdx="3" presStyleCnt="6" custScaleX="393341" custLinFactNeighborY="4224">
        <dgm:presLayoutVars>
          <dgm:chPref val="3"/>
        </dgm:presLayoutVars>
      </dgm:prSet>
      <dgm:spPr/>
    </dgm:pt>
    <dgm:pt modelId="{4A1331CA-5594-4EEA-9DF7-585F711535CE}" type="pres">
      <dgm:prSet presAssocID="{54E1559D-BC43-41A4-A325-43DE106B9973}" presName="level2hierChild" presStyleCnt="0"/>
      <dgm:spPr/>
    </dgm:pt>
    <dgm:pt modelId="{634014F7-388F-4240-9B2F-3FFCE622CD91}" type="pres">
      <dgm:prSet presAssocID="{08C01BB8-3443-4D10-8C6A-FA3E575AB648}" presName="root1" presStyleCnt="0"/>
      <dgm:spPr/>
    </dgm:pt>
    <dgm:pt modelId="{7889E6F7-88E6-481D-9A55-E89AAC806364}" type="pres">
      <dgm:prSet presAssocID="{08C01BB8-3443-4D10-8C6A-FA3E575AB648}" presName="LevelOneTextNode" presStyleLbl="node0" presStyleIdx="4" presStyleCnt="6" custScaleX="393341" custLinFactNeighborY="4224">
        <dgm:presLayoutVars>
          <dgm:chPref val="3"/>
        </dgm:presLayoutVars>
      </dgm:prSet>
      <dgm:spPr/>
    </dgm:pt>
    <dgm:pt modelId="{8096AE2C-7D93-4776-8800-D6B9C1B90FFD}" type="pres">
      <dgm:prSet presAssocID="{08C01BB8-3443-4D10-8C6A-FA3E575AB648}" presName="level2hierChild" presStyleCnt="0"/>
      <dgm:spPr/>
    </dgm:pt>
    <dgm:pt modelId="{ECDD9FE4-18A0-4531-B840-CCE52CE39C6A}" type="pres">
      <dgm:prSet presAssocID="{70B1A0CC-582D-48A2-8F0B-5355160AC0A0}" presName="root1" presStyleCnt="0"/>
      <dgm:spPr/>
    </dgm:pt>
    <dgm:pt modelId="{E9442F3E-364E-4FC1-A45E-3A623D209D49}" type="pres">
      <dgm:prSet presAssocID="{70B1A0CC-582D-48A2-8F0B-5355160AC0A0}" presName="LevelOneTextNode" presStyleLbl="node0" presStyleIdx="5" presStyleCnt="6" custScaleX="393341">
        <dgm:presLayoutVars>
          <dgm:chPref val="3"/>
        </dgm:presLayoutVars>
      </dgm:prSet>
      <dgm:spPr/>
    </dgm:pt>
    <dgm:pt modelId="{42972157-9AAA-4637-BF0E-D670CAC3AF08}" type="pres">
      <dgm:prSet presAssocID="{70B1A0CC-582D-48A2-8F0B-5355160AC0A0}" presName="level2hierChild" presStyleCnt="0"/>
      <dgm:spPr/>
    </dgm:pt>
  </dgm:ptLst>
  <dgm:cxnLst>
    <dgm:cxn modelId="{10947C08-EC92-4038-914D-D2ED53C6FB74}" srcId="{8CCE8AEA-1B51-4391-A2ED-4842895EBF8C}" destId="{98028B84-2395-45C1-8038-8B076FA43693}" srcOrd="1" destOrd="0" parTransId="{D164C9FD-6F6B-45DF-BD20-05DD813D2ECC}" sibTransId="{25AD5154-8078-4E34-9625-4C798D8BF420}"/>
    <dgm:cxn modelId="{D127963B-7B51-4FA3-ACE5-AEA0E97AB5E1}" type="presOf" srcId="{98028B84-2395-45C1-8038-8B076FA43693}" destId="{9DAE0730-53DE-4B5F-8296-9A249EDBDA36}" srcOrd="0" destOrd="0" presId="urn:microsoft.com/office/officeart/2005/8/layout/hierarchy2"/>
    <dgm:cxn modelId="{4ADF7B5C-5476-4DDA-AE78-C0FF05847D8A}" type="presOf" srcId="{80D3524D-24BF-4F20-B431-DE96A578FBA4}" destId="{30016B56-5A60-496F-83EB-1F15C2E19222}" srcOrd="0" destOrd="0" presId="urn:microsoft.com/office/officeart/2005/8/layout/hierarchy2"/>
    <dgm:cxn modelId="{90A42768-07AC-46E7-8E6B-E4FC137E4882}" type="presOf" srcId="{8CCE8AEA-1B51-4391-A2ED-4842895EBF8C}" destId="{0C0A603C-1D85-4610-AD30-ED4EA598BEC7}" srcOrd="0" destOrd="0" presId="urn:microsoft.com/office/officeart/2005/8/layout/hierarchy2"/>
    <dgm:cxn modelId="{1C98E86D-6A13-4AE3-92C8-9EDCBBB20B18}" srcId="{8CCE8AEA-1B51-4391-A2ED-4842895EBF8C}" destId="{54E1559D-BC43-41A4-A325-43DE106B9973}" srcOrd="3" destOrd="0" parTransId="{2771F5FA-3D62-4897-B828-5C9593626A46}" sibTransId="{11F45D31-612D-48C1-8475-7DD7C36C7954}"/>
    <dgm:cxn modelId="{7CC4D24F-E338-4CE3-AB45-BD7950F5561F}" srcId="{8CCE8AEA-1B51-4391-A2ED-4842895EBF8C}" destId="{80D3524D-24BF-4F20-B431-DE96A578FBA4}" srcOrd="0" destOrd="0" parTransId="{7AB27A43-74D0-446D-B978-8E13E574E197}" sibTransId="{7FFAD83B-40C2-412D-88E7-3589FF7E1604}"/>
    <dgm:cxn modelId="{B6B75171-0877-480E-9C93-F1D4B5F2DDCD}" type="presOf" srcId="{731FC151-EC6E-4393-A0DA-74AA8F913877}" destId="{F191052A-1A9E-4CB3-9EA1-1A009948F674}" srcOrd="0" destOrd="0" presId="urn:microsoft.com/office/officeart/2005/8/layout/hierarchy2"/>
    <dgm:cxn modelId="{239BC37E-C993-4B91-9DA0-DBB3F84004D7}" type="presOf" srcId="{54E1559D-BC43-41A4-A325-43DE106B9973}" destId="{5A98FDA3-B036-46DF-B157-AD6B3FA0228E}" srcOrd="0" destOrd="0" presId="urn:microsoft.com/office/officeart/2005/8/layout/hierarchy2"/>
    <dgm:cxn modelId="{0898D78A-2F6F-4242-ABF4-158D1C93E417}" srcId="{8CCE8AEA-1B51-4391-A2ED-4842895EBF8C}" destId="{70B1A0CC-582D-48A2-8F0B-5355160AC0A0}" srcOrd="5" destOrd="0" parTransId="{A489EE92-5281-420E-93D2-F564E95746D3}" sibTransId="{C3B24685-7636-4120-98F6-E98E4EA40D7D}"/>
    <dgm:cxn modelId="{2526069B-D6C4-4F22-9E65-3DC8F3576774}" type="presOf" srcId="{08C01BB8-3443-4D10-8C6A-FA3E575AB648}" destId="{7889E6F7-88E6-481D-9A55-E89AAC806364}" srcOrd="0" destOrd="0" presId="urn:microsoft.com/office/officeart/2005/8/layout/hierarchy2"/>
    <dgm:cxn modelId="{F53284EC-54F1-4B4E-918C-ED3E0D223D00}" srcId="{8CCE8AEA-1B51-4391-A2ED-4842895EBF8C}" destId="{731FC151-EC6E-4393-A0DA-74AA8F913877}" srcOrd="2" destOrd="0" parTransId="{C8031A5E-D38C-42C3-8857-583D644A8926}" sibTransId="{12203641-BC75-4F2B-9B77-9A3E3711F5A3}"/>
    <dgm:cxn modelId="{263258F1-30DD-4E8E-B014-6C549FEFA513}" type="presOf" srcId="{70B1A0CC-582D-48A2-8F0B-5355160AC0A0}" destId="{E9442F3E-364E-4FC1-A45E-3A623D209D49}" srcOrd="0" destOrd="0" presId="urn:microsoft.com/office/officeart/2005/8/layout/hierarchy2"/>
    <dgm:cxn modelId="{06540DF3-4D35-4191-85A0-8BBD0BC31137}" srcId="{8CCE8AEA-1B51-4391-A2ED-4842895EBF8C}" destId="{08C01BB8-3443-4D10-8C6A-FA3E575AB648}" srcOrd="4" destOrd="0" parTransId="{CF13996A-14D4-46B8-B8DA-F03E08FF0FC6}" sibTransId="{42218EFA-B8F8-4D4B-96D1-0C197F5B5128}"/>
    <dgm:cxn modelId="{D6AF3410-5F33-4414-A46D-B67E887BB1DD}" type="presParOf" srcId="{0C0A603C-1D85-4610-AD30-ED4EA598BEC7}" destId="{F39EE8D2-0105-43B7-A154-B62EFB082BE8}" srcOrd="0" destOrd="0" presId="urn:microsoft.com/office/officeart/2005/8/layout/hierarchy2"/>
    <dgm:cxn modelId="{5DD4C011-1E03-4D51-B547-4A9909DB4CBE}" type="presParOf" srcId="{F39EE8D2-0105-43B7-A154-B62EFB082BE8}" destId="{30016B56-5A60-496F-83EB-1F15C2E19222}" srcOrd="0" destOrd="0" presId="urn:microsoft.com/office/officeart/2005/8/layout/hierarchy2"/>
    <dgm:cxn modelId="{2259EFBA-A808-4247-BF7C-FAF21DD6B820}" type="presParOf" srcId="{F39EE8D2-0105-43B7-A154-B62EFB082BE8}" destId="{E8741E58-8696-4B87-A679-6A25791E17E5}" srcOrd="1" destOrd="0" presId="urn:microsoft.com/office/officeart/2005/8/layout/hierarchy2"/>
    <dgm:cxn modelId="{176C17AD-E35D-4035-94FA-8EF20B9E3B9A}" type="presParOf" srcId="{0C0A603C-1D85-4610-AD30-ED4EA598BEC7}" destId="{29BF1A2C-13CA-4503-BDDA-A6513509C3CE}" srcOrd="1" destOrd="0" presId="urn:microsoft.com/office/officeart/2005/8/layout/hierarchy2"/>
    <dgm:cxn modelId="{E59A3E21-9265-4570-8299-FCCECCEBA3F0}" type="presParOf" srcId="{29BF1A2C-13CA-4503-BDDA-A6513509C3CE}" destId="{9DAE0730-53DE-4B5F-8296-9A249EDBDA36}" srcOrd="0" destOrd="0" presId="urn:microsoft.com/office/officeart/2005/8/layout/hierarchy2"/>
    <dgm:cxn modelId="{A57DD7D2-AD0B-40CA-809C-676C068F42A5}" type="presParOf" srcId="{29BF1A2C-13CA-4503-BDDA-A6513509C3CE}" destId="{03F7B8E2-FD44-41CB-8916-960792136C95}" srcOrd="1" destOrd="0" presId="urn:microsoft.com/office/officeart/2005/8/layout/hierarchy2"/>
    <dgm:cxn modelId="{A67C0EC2-1A4D-45CF-B8FB-6932BADA57E7}" type="presParOf" srcId="{0C0A603C-1D85-4610-AD30-ED4EA598BEC7}" destId="{AC29EF83-3BFE-498B-9ED8-C72A844693D8}" srcOrd="2" destOrd="0" presId="urn:microsoft.com/office/officeart/2005/8/layout/hierarchy2"/>
    <dgm:cxn modelId="{02CE2FC6-BBD9-4CFE-BD4D-AE20A4422FC1}" type="presParOf" srcId="{AC29EF83-3BFE-498B-9ED8-C72A844693D8}" destId="{F191052A-1A9E-4CB3-9EA1-1A009948F674}" srcOrd="0" destOrd="0" presId="urn:microsoft.com/office/officeart/2005/8/layout/hierarchy2"/>
    <dgm:cxn modelId="{06DB013E-C952-492B-9CC1-2956FAE2D5AB}" type="presParOf" srcId="{AC29EF83-3BFE-498B-9ED8-C72A844693D8}" destId="{3B9444B6-248D-4694-BB7D-9014507618A1}" srcOrd="1" destOrd="0" presId="urn:microsoft.com/office/officeart/2005/8/layout/hierarchy2"/>
    <dgm:cxn modelId="{4B2815AF-74E1-443B-91CD-8C45A0BB23A6}" type="presParOf" srcId="{0C0A603C-1D85-4610-AD30-ED4EA598BEC7}" destId="{14D0EA09-CC53-4087-95B6-CEC02803E9EB}" srcOrd="3" destOrd="0" presId="urn:microsoft.com/office/officeart/2005/8/layout/hierarchy2"/>
    <dgm:cxn modelId="{FEA132FE-2B77-44DB-9D4B-2AE9BF52AA30}" type="presParOf" srcId="{14D0EA09-CC53-4087-95B6-CEC02803E9EB}" destId="{5A98FDA3-B036-46DF-B157-AD6B3FA0228E}" srcOrd="0" destOrd="0" presId="urn:microsoft.com/office/officeart/2005/8/layout/hierarchy2"/>
    <dgm:cxn modelId="{585B1969-9AAD-4DE5-AE00-B9F2A9191D3D}" type="presParOf" srcId="{14D0EA09-CC53-4087-95B6-CEC02803E9EB}" destId="{4A1331CA-5594-4EEA-9DF7-585F711535CE}" srcOrd="1" destOrd="0" presId="urn:microsoft.com/office/officeart/2005/8/layout/hierarchy2"/>
    <dgm:cxn modelId="{01C138CB-C905-403E-90CE-92BBA2ABC880}" type="presParOf" srcId="{0C0A603C-1D85-4610-AD30-ED4EA598BEC7}" destId="{634014F7-388F-4240-9B2F-3FFCE622CD91}" srcOrd="4" destOrd="0" presId="urn:microsoft.com/office/officeart/2005/8/layout/hierarchy2"/>
    <dgm:cxn modelId="{3B16F61D-F8A8-4964-A234-683835F2FBA8}" type="presParOf" srcId="{634014F7-388F-4240-9B2F-3FFCE622CD91}" destId="{7889E6F7-88E6-481D-9A55-E89AAC806364}" srcOrd="0" destOrd="0" presId="urn:microsoft.com/office/officeart/2005/8/layout/hierarchy2"/>
    <dgm:cxn modelId="{EEE958DA-5058-44DF-9EE5-EA849D9677AE}" type="presParOf" srcId="{634014F7-388F-4240-9B2F-3FFCE622CD91}" destId="{8096AE2C-7D93-4776-8800-D6B9C1B90FFD}" srcOrd="1" destOrd="0" presId="urn:microsoft.com/office/officeart/2005/8/layout/hierarchy2"/>
    <dgm:cxn modelId="{E1109807-F215-4526-AF9B-7F8CE5E81E53}" type="presParOf" srcId="{0C0A603C-1D85-4610-AD30-ED4EA598BEC7}" destId="{ECDD9FE4-18A0-4531-B840-CCE52CE39C6A}" srcOrd="5" destOrd="0" presId="urn:microsoft.com/office/officeart/2005/8/layout/hierarchy2"/>
    <dgm:cxn modelId="{B2F8A6F6-128E-464F-B073-63FA02D73651}" type="presParOf" srcId="{ECDD9FE4-18A0-4531-B840-CCE52CE39C6A}" destId="{E9442F3E-364E-4FC1-A45E-3A623D209D49}" srcOrd="0" destOrd="0" presId="urn:microsoft.com/office/officeart/2005/8/layout/hierarchy2"/>
    <dgm:cxn modelId="{F2374A9C-4BDE-40E1-970B-1D7A44F4801A}" type="presParOf" srcId="{ECDD9FE4-18A0-4531-B840-CCE52CE39C6A}" destId="{42972157-9AAA-4637-BF0E-D670CAC3AF08}"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CE8AEA-1B51-4391-A2ED-4842895EBF8C}"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pPr rtl="1"/>
          <a:endParaRPr lang="he-IL"/>
        </a:p>
      </dgm:t>
    </dgm:pt>
    <dgm:pt modelId="{80D3524D-24BF-4F20-B431-DE96A578FBA4}">
      <dgm:prSet custT="1"/>
      <dgm:spPr>
        <a:solidFill>
          <a:schemeClr val="bg1">
            <a:lumMod val="90000"/>
          </a:schemeClr>
        </a:solidFill>
      </dgm:spPr>
      <dgm:t>
        <a:bodyPr/>
        <a:lstStyle/>
        <a:p>
          <a:pPr rtl="1"/>
          <a:r>
            <a:rPr lang="en-US" sz="2000" dirty="0">
              <a:solidFill>
                <a:schemeClr val="tx1"/>
              </a:solidFill>
            </a:rPr>
            <a:t>How effective is teacher training?</a:t>
          </a:r>
          <a:endParaRPr lang="he-IL" sz="2000" dirty="0">
            <a:solidFill>
              <a:schemeClr val="tx1"/>
            </a:solidFill>
          </a:endParaRPr>
        </a:p>
      </dgm:t>
    </dgm:pt>
    <dgm:pt modelId="{7AB27A43-74D0-446D-B978-8E13E574E197}" type="parTrans" cxnId="{7CC4D24F-E338-4CE3-AB45-BD7950F5561F}">
      <dgm:prSet/>
      <dgm:spPr/>
      <dgm:t>
        <a:bodyPr/>
        <a:lstStyle/>
        <a:p>
          <a:pPr rtl="1"/>
          <a:endParaRPr lang="he-IL">
            <a:solidFill>
              <a:schemeClr val="tx1"/>
            </a:solidFill>
          </a:endParaRPr>
        </a:p>
      </dgm:t>
    </dgm:pt>
    <dgm:pt modelId="{7FFAD83B-40C2-412D-88E7-3589FF7E1604}" type="sibTrans" cxnId="{7CC4D24F-E338-4CE3-AB45-BD7950F5561F}">
      <dgm:prSet/>
      <dgm:spPr/>
      <dgm:t>
        <a:bodyPr/>
        <a:lstStyle/>
        <a:p>
          <a:pPr rtl="1"/>
          <a:endParaRPr lang="he-IL">
            <a:solidFill>
              <a:schemeClr val="tx1"/>
            </a:solidFill>
          </a:endParaRPr>
        </a:p>
      </dgm:t>
    </dgm:pt>
    <dgm:pt modelId="{98028B84-2395-45C1-8038-8B076FA43693}">
      <dgm:prSet custT="1"/>
      <dgm:spPr>
        <a:solidFill>
          <a:schemeClr val="bg1">
            <a:lumMod val="90000"/>
          </a:schemeClr>
        </a:solidFill>
      </dgm:spPr>
      <dgm:t>
        <a:bodyPr/>
        <a:lstStyle/>
        <a:p>
          <a:pPr rtl="1"/>
          <a:r>
            <a:rPr lang="en-US" sz="2000" dirty="0">
              <a:solidFill>
                <a:schemeClr val="tx1"/>
              </a:solidFill>
            </a:rPr>
            <a:t>What characterizes effective teacher training?</a:t>
          </a:r>
          <a:endParaRPr lang="he-IL" sz="2000" dirty="0">
            <a:solidFill>
              <a:schemeClr val="tx1"/>
            </a:solidFill>
          </a:endParaRPr>
        </a:p>
      </dgm:t>
    </dgm:pt>
    <dgm:pt modelId="{D164C9FD-6F6B-45DF-BD20-05DD813D2ECC}" type="parTrans" cxnId="{10947C08-EC92-4038-914D-D2ED53C6FB74}">
      <dgm:prSet/>
      <dgm:spPr/>
      <dgm:t>
        <a:bodyPr/>
        <a:lstStyle/>
        <a:p>
          <a:pPr rtl="1"/>
          <a:endParaRPr lang="he-IL">
            <a:solidFill>
              <a:schemeClr val="tx1"/>
            </a:solidFill>
          </a:endParaRPr>
        </a:p>
      </dgm:t>
    </dgm:pt>
    <dgm:pt modelId="{25AD5154-8078-4E34-9625-4C798D8BF420}" type="sibTrans" cxnId="{10947C08-EC92-4038-914D-D2ED53C6FB74}">
      <dgm:prSet/>
      <dgm:spPr/>
      <dgm:t>
        <a:bodyPr/>
        <a:lstStyle/>
        <a:p>
          <a:pPr rtl="1"/>
          <a:endParaRPr lang="he-IL">
            <a:solidFill>
              <a:schemeClr val="tx1"/>
            </a:solidFill>
          </a:endParaRPr>
        </a:p>
      </dgm:t>
    </dgm:pt>
    <dgm:pt modelId="{731FC151-EC6E-4393-A0DA-74AA8F913877}">
      <dgm:prSet custT="1"/>
      <dgm:spPr>
        <a:solidFill>
          <a:schemeClr val="accent1"/>
        </a:solidFill>
      </dgm:spPr>
      <dgm:t>
        <a:bodyPr/>
        <a:lstStyle/>
        <a:p>
          <a:pPr rtl="1"/>
          <a:r>
            <a:rPr lang="en-US" sz="2000" dirty="0">
              <a:solidFill>
                <a:schemeClr val="tx1"/>
              </a:solidFill>
            </a:rPr>
            <a:t>Which types of knowledge do teachers need</a:t>
          </a:r>
          <a:br>
            <a:rPr lang="en-US" sz="2000" dirty="0">
              <a:solidFill>
                <a:schemeClr val="tx1"/>
              </a:solidFill>
            </a:rPr>
          </a:br>
          <a:r>
            <a:rPr lang="en-US" sz="2000" dirty="0">
              <a:solidFill>
                <a:schemeClr val="tx1"/>
              </a:solidFill>
            </a:rPr>
            <a:t> to impart skills?</a:t>
          </a:r>
          <a:endParaRPr lang="he-IL" sz="2000" dirty="0">
            <a:solidFill>
              <a:schemeClr val="tx1"/>
            </a:solidFill>
          </a:endParaRPr>
        </a:p>
      </dgm:t>
    </dgm:pt>
    <dgm:pt modelId="{C8031A5E-D38C-42C3-8857-583D644A8926}" type="parTrans" cxnId="{F53284EC-54F1-4B4E-918C-ED3E0D223D00}">
      <dgm:prSet/>
      <dgm:spPr/>
      <dgm:t>
        <a:bodyPr/>
        <a:lstStyle/>
        <a:p>
          <a:pPr rtl="1"/>
          <a:endParaRPr lang="he-IL">
            <a:solidFill>
              <a:schemeClr val="tx1"/>
            </a:solidFill>
          </a:endParaRPr>
        </a:p>
      </dgm:t>
    </dgm:pt>
    <dgm:pt modelId="{12203641-BC75-4F2B-9B77-9A3E3711F5A3}" type="sibTrans" cxnId="{F53284EC-54F1-4B4E-918C-ED3E0D223D00}">
      <dgm:prSet/>
      <dgm:spPr/>
      <dgm:t>
        <a:bodyPr/>
        <a:lstStyle/>
        <a:p>
          <a:pPr rtl="1"/>
          <a:endParaRPr lang="he-IL">
            <a:solidFill>
              <a:schemeClr val="tx1"/>
            </a:solidFill>
          </a:endParaRPr>
        </a:p>
      </dgm:t>
    </dgm:pt>
    <dgm:pt modelId="{54E1559D-BC43-41A4-A325-43DE106B9973}">
      <dgm:prSet custT="1"/>
      <dgm:spPr>
        <a:solidFill>
          <a:schemeClr val="bg1">
            <a:lumMod val="90000"/>
          </a:schemeClr>
        </a:solidFill>
      </dgm:spPr>
      <dgm:t>
        <a:bodyPr/>
        <a:lstStyle/>
        <a:p>
          <a:pPr rtl="1"/>
          <a:r>
            <a:rPr lang="en-US" sz="2000" dirty="0">
              <a:solidFill>
                <a:schemeClr val="tx1"/>
              </a:solidFill>
            </a:rPr>
            <a:t>What pedagogic knowledge do they need?</a:t>
          </a:r>
          <a:endParaRPr lang="he-IL" sz="2000" dirty="0">
            <a:solidFill>
              <a:schemeClr val="tx1"/>
            </a:solidFill>
          </a:endParaRPr>
        </a:p>
      </dgm:t>
    </dgm:pt>
    <dgm:pt modelId="{2771F5FA-3D62-4897-B828-5C9593626A46}" type="parTrans" cxnId="{1C98E86D-6A13-4AE3-92C8-9EDCBBB20B18}">
      <dgm:prSet/>
      <dgm:spPr/>
      <dgm:t>
        <a:bodyPr/>
        <a:lstStyle/>
        <a:p>
          <a:pPr rtl="1"/>
          <a:endParaRPr lang="he-IL">
            <a:solidFill>
              <a:schemeClr val="tx1"/>
            </a:solidFill>
          </a:endParaRPr>
        </a:p>
      </dgm:t>
    </dgm:pt>
    <dgm:pt modelId="{11F45D31-612D-48C1-8475-7DD7C36C7954}" type="sibTrans" cxnId="{1C98E86D-6A13-4AE3-92C8-9EDCBBB20B18}">
      <dgm:prSet/>
      <dgm:spPr/>
      <dgm:t>
        <a:bodyPr/>
        <a:lstStyle/>
        <a:p>
          <a:pPr rtl="1"/>
          <a:endParaRPr lang="he-IL">
            <a:solidFill>
              <a:schemeClr val="tx1"/>
            </a:solidFill>
          </a:endParaRPr>
        </a:p>
      </dgm:t>
    </dgm:pt>
    <dgm:pt modelId="{08C01BB8-3443-4D10-8C6A-FA3E575AB648}">
      <dgm:prSet custT="1"/>
      <dgm:spPr>
        <a:solidFill>
          <a:schemeClr val="bg1">
            <a:lumMod val="90000"/>
          </a:schemeClr>
        </a:solidFill>
      </dgm:spPr>
      <dgm:t>
        <a:bodyPr/>
        <a:lstStyle/>
        <a:p>
          <a:pPr rtl="1"/>
          <a:r>
            <a:rPr lang="en-US" sz="2000" dirty="0">
              <a:solidFill>
                <a:schemeClr val="tx1"/>
              </a:solidFill>
            </a:rPr>
            <a:t>How specific should skill instruction be?</a:t>
          </a:r>
          <a:endParaRPr lang="he-IL" sz="2000" dirty="0">
            <a:solidFill>
              <a:schemeClr val="tx1"/>
            </a:solidFill>
          </a:endParaRPr>
        </a:p>
      </dgm:t>
    </dgm:pt>
    <dgm:pt modelId="{CF13996A-14D4-46B8-B8DA-F03E08FF0FC6}" type="parTrans" cxnId="{06540DF3-4D35-4191-85A0-8BBD0BC31137}">
      <dgm:prSet/>
      <dgm:spPr/>
      <dgm:t>
        <a:bodyPr/>
        <a:lstStyle/>
        <a:p>
          <a:pPr rtl="1"/>
          <a:endParaRPr lang="he-IL">
            <a:solidFill>
              <a:schemeClr val="tx1"/>
            </a:solidFill>
          </a:endParaRPr>
        </a:p>
      </dgm:t>
    </dgm:pt>
    <dgm:pt modelId="{42218EFA-B8F8-4D4B-96D1-0C197F5B5128}" type="sibTrans" cxnId="{06540DF3-4D35-4191-85A0-8BBD0BC31137}">
      <dgm:prSet/>
      <dgm:spPr/>
      <dgm:t>
        <a:bodyPr/>
        <a:lstStyle/>
        <a:p>
          <a:pPr rtl="1"/>
          <a:endParaRPr lang="he-IL">
            <a:solidFill>
              <a:schemeClr val="tx1"/>
            </a:solidFill>
          </a:endParaRPr>
        </a:p>
      </dgm:t>
    </dgm:pt>
    <dgm:pt modelId="{70B1A0CC-582D-48A2-8F0B-5355160AC0A0}">
      <dgm:prSet custT="1"/>
      <dgm:spPr>
        <a:solidFill>
          <a:schemeClr val="bg1">
            <a:lumMod val="90000"/>
          </a:schemeClr>
        </a:solidFill>
      </dgm:spPr>
      <dgm:t>
        <a:bodyPr/>
        <a:lstStyle/>
        <a:p>
          <a:pPr rtl="1"/>
          <a:r>
            <a:rPr lang="en-US" sz="2000" dirty="0">
              <a:solidFill>
                <a:schemeClr val="tx1"/>
              </a:solidFill>
            </a:rPr>
            <a:t>Which decisions need to be made?</a:t>
          </a:r>
          <a:endParaRPr lang="he-IL" sz="2000" dirty="0">
            <a:solidFill>
              <a:schemeClr val="tx1"/>
            </a:solidFill>
          </a:endParaRPr>
        </a:p>
      </dgm:t>
    </dgm:pt>
    <dgm:pt modelId="{A489EE92-5281-420E-93D2-F564E95746D3}" type="parTrans" cxnId="{0898D78A-2F6F-4242-ABF4-158D1C93E417}">
      <dgm:prSet/>
      <dgm:spPr/>
      <dgm:t>
        <a:bodyPr/>
        <a:lstStyle/>
        <a:p>
          <a:pPr rtl="1"/>
          <a:endParaRPr lang="he-IL">
            <a:solidFill>
              <a:schemeClr val="tx1"/>
            </a:solidFill>
          </a:endParaRPr>
        </a:p>
      </dgm:t>
    </dgm:pt>
    <dgm:pt modelId="{C3B24685-7636-4120-98F6-E98E4EA40D7D}" type="sibTrans" cxnId="{0898D78A-2F6F-4242-ABF4-158D1C93E417}">
      <dgm:prSet/>
      <dgm:spPr/>
      <dgm:t>
        <a:bodyPr/>
        <a:lstStyle/>
        <a:p>
          <a:pPr rtl="1"/>
          <a:endParaRPr lang="he-IL">
            <a:solidFill>
              <a:schemeClr val="tx1"/>
            </a:solidFill>
          </a:endParaRPr>
        </a:p>
      </dgm:t>
    </dgm:pt>
    <dgm:pt modelId="{0C0A603C-1D85-4610-AD30-ED4EA598BEC7}" type="pres">
      <dgm:prSet presAssocID="{8CCE8AEA-1B51-4391-A2ED-4842895EBF8C}" presName="diagram" presStyleCnt="0">
        <dgm:presLayoutVars>
          <dgm:chPref val="1"/>
          <dgm:dir/>
          <dgm:animOne val="branch"/>
          <dgm:animLvl val="lvl"/>
          <dgm:resizeHandles val="exact"/>
        </dgm:presLayoutVars>
      </dgm:prSet>
      <dgm:spPr/>
    </dgm:pt>
    <dgm:pt modelId="{F39EE8D2-0105-43B7-A154-B62EFB082BE8}" type="pres">
      <dgm:prSet presAssocID="{80D3524D-24BF-4F20-B431-DE96A578FBA4}" presName="root1" presStyleCnt="0"/>
      <dgm:spPr/>
    </dgm:pt>
    <dgm:pt modelId="{30016B56-5A60-496F-83EB-1F15C2E19222}" type="pres">
      <dgm:prSet presAssocID="{80D3524D-24BF-4F20-B431-DE96A578FBA4}" presName="LevelOneTextNode" presStyleLbl="node0" presStyleIdx="0" presStyleCnt="6" custScaleX="393341" custLinFactNeighborY="4224">
        <dgm:presLayoutVars>
          <dgm:chPref val="3"/>
        </dgm:presLayoutVars>
      </dgm:prSet>
      <dgm:spPr/>
    </dgm:pt>
    <dgm:pt modelId="{E8741E58-8696-4B87-A679-6A25791E17E5}" type="pres">
      <dgm:prSet presAssocID="{80D3524D-24BF-4F20-B431-DE96A578FBA4}" presName="level2hierChild" presStyleCnt="0"/>
      <dgm:spPr/>
    </dgm:pt>
    <dgm:pt modelId="{29BF1A2C-13CA-4503-BDDA-A6513509C3CE}" type="pres">
      <dgm:prSet presAssocID="{98028B84-2395-45C1-8038-8B076FA43693}" presName="root1" presStyleCnt="0"/>
      <dgm:spPr/>
    </dgm:pt>
    <dgm:pt modelId="{9DAE0730-53DE-4B5F-8296-9A249EDBDA36}" type="pres">
      <dgm:prSet presAssocID="{98028B84-2395-45C1-8038-8B076FA43693}" presName="LevelOneTextNode" presStyleLbl="node0" presStyleIdx="1" presStyleCnt="6" custScaleX="393341" custLinFactNeighborY="4224">
        <dgm:presLayoutVars>
          <dgm:chPref val="3"/>
        </dgm:presLayoutVars>
      </dgm:prSet>
      <dgm:spPr/>
    </dgm:pt>
    <dgm:pt modelId="{03F7B8E2-FD44-41CB-8916-960792136C95}" type="pres">
      <dgm:prSet presAssocID="{98028B84-2395-45C1-8038-8B076FA43693}" presName="level2hierChild" presStyleCnt="0"/>
      <dgm:spPr/>
    </dgm:pt>
    <dgm:pt modelId="{AC29EF83-3BFE-498B-9ED8-C72A844693D8}" type="pres">
      <dgm:prSet presAssocID="{731FC151-EC6E-4393-A0DA-74AA8F913877}" presName="root1" presStyleCnt="0"/>
      <dgm:spPr/>
    </dgm:pt>
    <dgm:pt modelId="{F191052A-1A9E-4CB3-9EA1-1A009948F674}" type="pres">
      <dgm:prSet presAssocID="{731FC151-EC6E-4393-A0DA-74AA8F913877}" presName="LevelOneTextNode" presStyleLbl="node0" presStyleIdx="2" presStyleCnt="6" custScaleX="393341" custLinFactNeighborY="4224">
        <dgm:presLayoutVars>
          <dgm:chPref val="3"/>
        </dgm:presLayoutVars>
      </dgm:prSet>
      <dgm:spPr/>
    </dgm:pt>
    <dgm:pt modelId="{3B9444B6-248D-4694-BB7D-9014507618A1}" type="pres">
      <dgm:prSet presAssocID="{731FC151-EC6E-4393-A0DA-74AA8F913877}" presName="level2hierChild" presStyleCnt="0"/>
      <dgm:spPr/>
    </dgm:pt>
    <dgm:pt modelId="{14D0EA09-CC53-4087-95B6-CEC02803E9EB}" type="pres">
      <dgm:prSet presAssocID="{54E1559D-BC43-41A4-A325-43DE106B9973}" presName="root1" presStyleCnt="0"/>
      <dgm:spPr/>
    </dgm:pt>
    <dgm:pt modelId="{5A98FDA3-B036-46DF-B157-AD6B3FA0228E}" type="pres">
      <dgm:prSet presAssocID="{54E1559D-BC43-41A4-A325-43DE106B9973}" presName="LevelOneTextNode" presStyleLbl="node0" presStyleIdx="3" presStyleCnt="6" custScaleX="393341" custLinFactNeighborY="4224">
        <dgm:presLayoutVars>
          <dgm:chPref val="3"/>
        </dgm:presLayoutVars>
      </dgm:prSet>
      <dgm:spPr/>
    </dgm:pt>
    <dgm:pt modelId="{4A1331CA-5594-4EEA-9DF7-585F711535CE}" type="pres">
      <dgm:prSet presAssocID="{54E1559D-BC43-41A4-A325-43DE106B9973}" presName="level2hierChild" presStyleCnt="0"/>
      <dgm:spPr/>
    </dgm:pt>
    <dgm:pt modelId="{634014F7-388F-4240-9B2F-3FFCE622CD91}" type="pres">
      <dgm:prSet presAssocID="{08C01BB8-3443-4D10-8C6A-FA3E575AB648}" presName="root1" presStyleCnt="0"/>
      <dgm:spPr/>
    </dgm:pt>
    <dgm:pt modelId="{7889E6F7-88E6-481D-9A55-E89AAC806364}" type="pres">
      <dgm:prSet presAssocID="{08C01BB8-3443-4D10-8C6A-FA3E575AB648}" presName="LevelOneTextNode" presStyleLbl="node0" presStyleIdx="4" presStyleCnt="6" custScaleX="393341" custLinFactNeighborY="4224">
        <dgm:presLayoutVars>
          <dgm:chPref val="3"/>
        </dgm:presLayoutVars>
      </dgm:prSet>
      <dgm:spPr/>
    </dgm:pt>
    <dgm:pt modelId="{8096AE2C-7D93-4776-8800-D6B9C1B90FFD}" type="pres">
      <dgm:prSet presAssocID="{08C01BB8-3443-4D10-8C6A-FA3E575AB648}" presName="level2hierChild" presStyleCnt="0"/>
      <dgm:spPr/>
    </dgm:pt>
    <dgm:pt modelId="{ECDD9FE4-18A0-4531-B840-CCE52CE39C6A}" type="pres">
      <dgm:prSet presAssocID="{70B1A0CC-582D-48A2-8F0B-5355160AC0A0}" presName="root1" presStyleCnt="0"/>
      <dgm:spPr/>
    </dgm:pt>
    <dgm:pt modelId="{E9442F3E-364E-4FC1-A45E-3A623D209D49}" type="pres">
      <dgm:prSet presAssocID="{70B1A0CC-582D-48A2-8F0B-5355160AC0A0}" presName="LevelOneTextNode" presStyleLbl="node0" presStyleIdx="5" presStyleCnt="6" custScaleX="393341">
        <dgm:presLayoutVars>
          <dgm:chPref val="3"/>
        </dgm:presLayoutVars>
      </dgm:prSet>
      <dgm:spPr/>
    </dgm:pt>
    <dgm:pt modelId="{42972157-9AAA-4637-BF0E-D670CAC3AF08}" type="pres">
      <dgm:prSet presAssocID="{70B1A0CC-582D-48A2-8F0B-5355160AC0A0}" presName="level2hierChild" presStyleCnt="0"/>
      <dgm:spPr/>
    </dgm:pt>
  </dgm:ptLst>
  <dgm:cxnLst>
    <dgm:cxn modelId="{10947C08-EC92-4038-914D-D2ED53C6FB74}" srcId="{8CCE8AEA-1B51-4391-A2ED-4842895EBF8C}" destId="{98028B84-2395-45C1-8038-8B076FA43693}" srcOrd="1" destOrd="0" parTransId="{D164C9FD-6F6B-45DF-BD20-05DD813D2ECC}" sibTransId="{25AD5154-8078-4E34-9625-4C798D8BF420}"/>
    <dgm:cxn modelId="{D127963B-7B51-4FA3-ACE5-AEA0E97AB5E1}" type="presOf" srcId="{98028B84-2395-45C1-8038-8B076FA43693}" destId="{9DAE0730-53DE-4B5F-8296-9A249EDBDA36}" srcOrd="0" destOrd="0" presId="urn:microsoft.com/office/officeart/2005/8/layout/hierarchy2"/>
    <dgm:cxn modelId="{4ADF7B5C-5476-4DDA-AE78-C0FF05847D8A}" type="presOf" srcId="{80D3524D-24BF-4F20-B431-DE96A578FBA4}" destId="{30016B56-5A60-496F-83EB-1F15C2E19222}" srcOrd="0" destOrd="0" presId="urn:microsoft.com/office/officeart/2005/8/layout/hierarchy2"/>
    <dgm:cxn modelId="{90A42768-07AC-46E7-8E6B-E4FC137E4882}" type="presOf" srcId="{8CCE8AEA-1B51-4391-A2ED-4842895EBF8C}" destId="{0C0A603C-1D85-4610-AD30-ED4EA598BEC7}" srcOrd="0" destOrd="0" presId="urn:microsoft.com/office/officeart/2005/8/layout/hierarchy2"/>
    <dgm:cxn modelId="{1C98E86D-6A13-4AE3-92C8-9EDCBBB20B18}" srcId="{8CCE8AEA-1B51-4391-A2ED-4842895EBF8C}" destId="{54E1559D-BC43-41A4-A325-43DE106B9973}" srcOrd="3" destOrd="0" parTransId="{2771F5FA-3D62-4897-B828-5C9593626A46}" sibTransId="{11F45D31-612D-48C1-8475-7DD7C36C7954}"/>
    <dgm:cxn modelId="{7CC4D24F-E338-4CE3-AB45-BD7950F5561F}" srcId="{8CCE8AEA-1B51-4391-A2ED-4842895EBF8C}" destId="{80D3524D-24BF-4F20-B431-DE96A578FBA4}" srcOrd="0" destOrd="0" parTransId="{7AB27A43-74D0-446D-B978-8E13E574E197}" sibTransId="{7FFAD83B-40C2-412D-88E7-3589FF7E1604}"/>
    <dgm:cxn modelId="{B6B75171-0877-480E-9C93-F1D4B5F2DDCD}" type="presOf" srcId="{731FC151-EC6E-4393-A0DA-74AA8F913877}" destId="{F191052A-1A9E-4CB3-9EA1-1A009948F674}" srcOrd="0" destOrd="0" presId="urn:microsoft.com/office/officeart/2005/8/layout/hierarchy2"/>
    <dgm:cxn modelId="{239BC37E-C993-4B91-9DA0-DBB3F84004D7}" type="presOf" srcId="{54E1559D-BC43-41A4-A325-43DE106B9973}" destId="{5A98FDA3-B036-46DF-B157-AD6B3FA0228E}" srcOrd="0" destOrd="0" presId="urn:microsoft.com/office/officeart/2005/8/layout/hierarchy2"/>
    <dgm:cxn modelId="{0898D78A-2F6F-4242-ABF4-158D1C93E417}" srcId="{8CCE8AEA-1B51-4391-A2ED-4842895EBF8C}" destId="{70B1A0CC-582D-48A2-8F0B-5355160AC0A0}" srcOrd="5" destOrd="0" parTransId="{A489EE92-5281-420E-93D2-F564E95746D3}" sibTransId="{C3B24685-7636-4120-98F6-E98E4EA40D7D}"/>
    <dgm:cxn modelId="{2526069B-D6C4-4F22-9E65-3DC8F3576774}" type="presOf" srcId="{08C01BB8-3443-4D10-8C6A-FA3E575AB648}" destId="{7889E6F7-88E6-481D-9A55-E89AAC806364}" srcOrd="0" destOrd="0" presId="urn:microsoft.com/office/officeart/2005/8/layout/hierarchy2"/>
    <dgm:cxn modelId="{F53284EC-54F1-4B4E-918C-ED3E0D223D00}" srcId="{8CCE8AEA-1B51-4391-A2ED-4842895EBF8C}" destId="{731FC151-EC6E-4393-A0DA-74AA8F913877}" srcOrd="2" destOrd="0" parTransId="{C8031A5E-D38C-42C3-8857-583D644A8926}" sibTransId="{12203641-BC75-4F2B-9B77-9A3E3711F5A3}"/>
    <dgm:cxn modelId="{263258F1-30DD-4E8E-B014-6C549FEFA513}" type="presOf" srcId="{70B1A0CC-582D-48A2-8F0B-5355160AC0A0}" destId="{E9442F3E-364E-4FC1-A45E-3A623D209D49}" srcOrd="0" destOrd="0" presId="urn:microsoft.com/office/officeart/2005/8/layout/hierarchy2"/>
    <dgm:cxn modelId="{06540DF3-4D35-4191-85A0-8BBD0BC31137}" srcId="{8CCE8AEA-1B51-4391-A2ED-4842895EBF8C}" destId="{08C01BB8-3443-4D10-8C6A-FA3E575AB648}" srcOrd="4" destOrd="0" parTransId="{CF13996A-14D4-46B8-B8DA-F03E08FF0FC6}" sibTransId="{42218EFA-B8F8-4D4B-96D1-0C197F5B5128}"/>
    <dgm:cxn modelId="{D6AF3410-5F33-4414-A46D-B67E887BB1DD}" type="presParOf" srcId="{0C0A603C-1D85-4610-AD30-ED4EA598BEC7}" destId="{F39EE8D2-0105-43B7-A154-B62EFB082BE8}" srcOrd="0" destOrd="0" presId="urn:microsoft.com/office/officeart/2005/8/layout/hierarchy2"/>
    <dgm:cxn modelId="{5DD4C011-1E03-4D51-B547-4A9909DB4CBE}" type="presParOf" srcId="{F39EE8D2-0105-43B7-A154-B62EFB082BE8}" destId="{30016B56-5A60-496F-83EB-1F15C2E19222}" srcOrd="0" destOrd="0" presId="urn:microsoft.com/office/officeart/2005/8/layout/hierarchy2"/>
    <dgm:cxn modelId="{2259EFBA-A808-4247-BF7C-FAF21DD6B820}" type="presParOf" srcId="{F39EE8D2-0105-43B7-A154-B62EFB082BE8}" destId="{E8741E58-8696-4B87-A679-6A25791E17E5}" srcOrd="1" destOrd="0" presId="urn:microsoft.com/office/officeart/2005/8/layout/hierarchy2"/>
    <dgm:cxn modelId="{176C17AD-E35D-4035-94FA-8EF20B9E3B9A}" type="presParOf" srcId="{0C0A603C-1D85-4610-AD30-ED4EA598BEC7}" destId="{29BF1A2C-13CA-4503-BDDA-A6513509C3CE}" srcOrd="1" destOrd="0" presId="urn:microsoft.com/office/officeart/2005/8/layout/hierarchy2"/>
    <dgm:cxn modelId="{E59A3E21-9265-4570-8299-FCCECCEBA3F0}" type="presParOf" srcId="{29BF1A2C-13CA-4503-BDDA-A6513509C3CE}" destId="{9DAE0730-53DE-4B5F-8296-9A249EDBDA36}" srcOrd="0" destOrd="0" presId="urn:microsoft.com/office/officeart/2005/8/layout/hierarchy2"/>
    <dgm:cxn modelId="{A57DD7D2-AD0B-40CA-809C-676C068F42A5}" type="presParOf" srcId="{29BF1A2C-13CA-4503-BDDA-A6513509C3CE}" destId="{03F7B8E2-FD44-41CB-8916-960792136C95}" srcOrd="1" destOrd="0" presId="urn:microsoft.com/office/officeart/2005/8/layout/hierarchy2"/>
    <dgm:cxn modelId="{A67C0EC2-1A4D-45CF-B8FB-6932BADA57E7}" type="presParOf" srcId="{0C0A603C-1D85-4610-AD30-ED4EA598BEC7}" destId="{AC29EF83-3BFE-498B-9ED8-C72A844693D8}" srcOrd="2" destOrd="0" presId="urn:microsoft.com/office/officeart/2005/8/layout/hierarchy2"/>
    <dgm:cxn modelId="{02CE2FC6-BBD9-4CFE-BD4D-AE20A4422FC1}" type="presParOf" srcId="{AC29EF83-3BFE-498B-9ED8-C72A844693D8}" destId="{F191052A-1A9E-4CB3-9EA1-1A009948F674}" srcOrd="0" destOrd="0" presId="urn:microsoft.com/office/officeart/2005/8/layout/hierarchy2"/>
    <dgm:cxn modelId="{06DB013E-C952-492B-9CC1-2956FAE2D5AB}" type="presParOf" srcId="{AC29EF83-3BFE-498B-9ED8-C72A844693D8}" destId="{3B9444B6-248D-4694-BB7D-9014507618A1}" srcOrd="1" destOrd="0" presId="urn:microsoft.com/office/officeart/2005/8/layout/hierarchy2"/>
    <dgm:cxn modelId="{4B2815AF-74E1-443B-91CD-8C45A0BB23A6}" type="presParOf" srcId="{0C0A603C-1D85-4610-AD30-ED4EA598BEC7}" destId="{14D0EA09-CC53-4087-95B6-CEC02803E9EB}" srcOrd="3" destOrd="0" presId="urn:microsoft.com/office/officeart/2005/8/layout/hierarchy2"/>
    <dgm:cxn modelId="{FEA132FE-2B77-44DB-9D4B-2AE9BF52AA30}" type="presParOf" srcId="{14D0EA09-CC53-4087-95B6-CEC02803E9EB}" destId="{5A98FDA3-B036-46DF-B157-AD6B3FA0228E}" srcOrd="0" destOrd="0" presId="urn:microsoft.com/office/officeart/2005/8/layout/hierarchy2"/>
    <dgm:cxn modelId="{585B1969-9AAD-4DE5-AE00-B9F2A9191D3D}" type="presParOf" srcId="{14D0EA09-CC53-4087-95B6-CEC02803E9EB}" destId="{4A1331CA-5594-4EEA-9DF7-585F711535CE}" srcOrd="1" destOrd="0" presId="urn:microsoft.com/office/officeart/2005/8/layout/hierarchy2"/>
    <dgm:cxn modelId="{01C138CB-C905-403E-90CE-92BBA2ABC880}" type="presParOf" srcId="{0C0A603C-1D85-4610-AD30-ED4EA598BEC7}" destId="{634014F7-388F-4240-9B2F-3FFCE622CD91}" srcOrd="4" destOrd="0" presId="urn:microsoft.com/office/officeart/2005/8/layout/hierarchy2"/>
    <dgm:cxn modelId="{3B16F61D-F8A8-4964-A234-683835F2FBA8}" type="presParOf" srcId="{634014F7-388F-4240-9B2F-3FFCE622CD91}" destId="{7889E6F7-88E6-481D-9A55-E89AAC806364}" srcOrd="0" destOrd="0" presId="urn:microsoft.com/office/officeart/2005/8/layout/hierarchy2"/>
    <dgm:cxn modelId="{EEE958DA-5058-44DF-9EE5-EA849D9677AE}" type="presParOf" srcId="{634014F7-388F-4240-9B2F-3FFCE622CD91}" destId="{8096AE2C-7D93-4776-8800-D6B9C1B90FFD}" srcOrd="1" destOrd="0" presId="urn:microsoft.com/office/officeart/2005/8/layout/hierarchy2"/>
    <dgm:cxn modelId="{E1109807-F215-4526-AF9B-7F8CE5E81E53}" type="presParOf" srcId="{0C0A603C-1D85-4610-AD30-ED4EA598BEC7}" destId="{ECDD9FE4-18A0-4531-B840-CCE52CE39C6A}" srcOrd="5" destOrd="0" presId="urn:microsoft.com/office/officeart/2005/8/layout/hierarchy2"/>
    <dgm:cxn modelId="{B2F8A6F6-128E-464F-B073-63FA02D73651}" type="presParOf" srcId="{ECDD9FE4-18A0-4531-B840-CCE52CE39C6A}" destId="{E9442F3E-364E-4FC1-A45E-3A623D209D49}" srcOrd="0" destOrd="0" presId="urn:microsoft.com/office/officeart/2005/8/layout/hierarchy2"/>
    <dgm:cxn modelId="{F2374A9C-4BDE-40E1-970B-1D7A44F4801A}" type="presParOf" srcId="{ECDD9FE4-18A0-4531-B840-CCE52CE39C6A}" destId="{42972157-9AAA-4637-BF0E-D670CAC3AF08}"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CCE8AEA-1B51-4391-A2ED-4842895EBF8C}"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pPr rtl="1"/>
          <a:endParaRPr lang="he-IL"/>
        </a:p>
      </dgm:t>
    </dgm:pt>
    <dgm:pt modelId="{80D3524D-24BF-4F20-B431-DE96A578FBA4}">
      <dgm:prSet custT="1"/>
      <dgm:spPr>
        <a:solidFill>
          <a:schemeClr val="bg1">
            <a:lumMod val="90000"/>
          </a:schemeClr>
        </a:solidFill>
      </dgm:spPr>
      <dgm:t>
        <a:bodyPr/>
        <a:lstStyle/>
        <a:p>
          <a:pPr rtl="1"/>
          <a:r>
            <a:rPr lang="en-US" sz="2000" dirty="0">
              <a:solidFill>
                <a:schemeClr val="tx1"/>
              </a:solidFill>
            </a:rPr>
            <a:t>How effective is teacher training?</a:t>
          </a:r>
          <a:endParaRPr lang="he-IL" sz="2000" dirty="0">
            <a:solidFill>
              <a:schemeClr val="tx1"/>
            </a:solidFill>
          </a:endParaRPr>
        </a:p>
      </dgm:t>
    </dgm:pt>
    <dgm:pt modelId="{7AB27A43-74D0-446D-B978-8E13E574E197}" type="parTrans" cxnId="{7CC4D24F-E338-4CE3-AB45-BD7950F5561F}">
      <dgm:prSet/>
      <dgm:spPr/>
      <dgm:t>
        <a:bodyPr/>
        <a:lstStyle/>
        <a:p>
          <a:pPr rtl="1"/>
          <a:endParaRPr lang="he-IL">
            <a:solidFill>
              <a:schemeClr val="tx1"/>
            </a:solidFill>
          </a:endParaRPr>
        </a:p>
      </dgm:t>
    </dgm:pt>
    <dgm:pt modelId="{7FFAD83B-40C2-412D-88E7-3589FF7E1604}" type="sibTrans" cxnId="{7CC4D24F-E338-4CE3-AB45-BD7950F5561F}">
      <dgm:prSet/>
      <dgm:spPr/>
      <dgm:t>
        <a:bodyPr/>
        <a:lstStyle/>
        <a:p>
          <a:pPr rtl="1"/>
          <a:endParaRPr lang="he-IL">
            <a:solidFill>
              <a:schemeClr val="tx1"/>
            </a:solidFill>
          </a:endParaRPr>
        </a:p>
      </dgm:t>
    </dgm:pt>
    <dgm:pt modelId="{98028B84-2395-45C1-8038-8B076FA43693}">
      <dgm:prSet custT="1"/>
      <dgm:spPr>
        <a:solidFill>
          <a:schemeClr val="bg1">
            <a:lumMod val="90000"/>
          </a:schemeClr>
        </a:solidFill>
      </dgm:spPr>
      <dgm:t>
        <a:bodyPr/>
        <a:lstStyle/>
        <a:p>
          <a:pPr rtl="1"/>
          <a:r>
            <a:rPr lang="en-US" sz="2000" dirty="0">
              <a:solidFill>
                <a:schemeClr val="tx1"/>
              </a:solidFill>
            </a:rPr>
            <a:t>What characterizes effective teacher training?</a:t>
          </a:r>
          <a:endParaRPr lang="he-IL" sz="2000" dirty="0">
            <a:solidFill>
              <a:schemeClr val="tx1"/>
            </a:solidFill>
          </a:endParaRPr>
        </a:p>
      </dgm:t>
    </dgm:pt>
    <dgm:pt modelId="{D164C9FD-6F6B-45DF-BD20-05DD813D2ECC}" type="parTrans" cxnId="{10947C08-EC92-4038-914D-D2ED53C6FB74}">
      <dgm:prSet/>
      <dgm:spPr/>
      <dgm:t>
        <a:bodyPr/>
        <a:lstStyle/>
        <a:p>
          <a:pPr rtl="1"/>
          <a:endParaRPr lang="he-IL">
            <a:solidFill>
              <a:schemeClr val="tx1"/>
            </a:solidFill>
          </a:endParaRPr>
        </a:p>
      </dgm:t>
    </dgm:pt>
    <dgm:pt modelId="{25AD5154-8078-4E34-9625-4C798D8BF420}" type="sibTrans" cxnId="{10947C08-EC92-4038-914D-D2ED53C6FB74}">
      <dgm:prSet/>
      <dgm:spPr/>
      <dgm:t>
        <a:bodyPr/>
        <a:lstStyle/>
        <a:p>
          <a:pPr rtl="1"/>
          <a:endParaRPr lang="he-IL">
            <a:solidFill>
              <a:schemeClr val="tx1"/>
            </a:solidFill>
          </a:endParaRPr>
        </a:p>
      </dgm:t>
    </dgm:pt>
    <dgm:pt modelId="{731FC151-EC6E-4393-A0DA-74AA8F913877}">
      <dgm:prSet custT="1"/>
      <dgm:spPr>
        <a:solidFill>
          <a:schemeClr val="bg1">
            <a:lumMod val="90000"/>
          </a:schemeClr>
        </a:solidFill>
      </dgm:spPr>
      <dgm:t>
        <a:bodyPr/>
        <a:lstStyle/>
        <a:p>
          <a:pPr rtl="1"/>
          <a:r>
            <a:rPr lang="en-US" sz="2000" dirty="0">
              <a:solidFill>
                <a:schemeClr val="tx1"/>
              </a:solidFill>
            </a:rPr>
            <a:t>Which types of knowledge do teachers need</a:t>
          </a:r>
          <a:br>
            <a:rPr lang="en-US" sz="2000" dirty="0">
              <a:solidFill>
                <a:schemeClr val="tx1"/>
              </a:solidFill>
            </a:rPr>
          </a:br>
          <a:r>
            <a:rPr lang="en-US" sz="2000" dirty="0">
              <a:solidFill>
                <a:schemeClr val="tx1"/>
              </a:solidFill>
            </a:rPr>
            <a:t> to impart skills?</a:t>
          </a:r>
          <a:endParaRPr lang="he-IL" sz="2000" dirty="0">
            <a:solidFill>
              <a:schemeClr val="tx1"/>
            </a:solidFill>
          </a:endParaRPr>
        </a:p>
      </dgm:t>
    </dgm:pt>
    <dgm:pt modelId="{C8031A5E-D38C-42C3-8857-583D644A8926}" type="parTrans" cxnId="{F53284EC-54F1-4B4E-918C-ED3E0D223D00}">
      <dgm:prSet/>
      <dgm:spPr/>
      <dgm:t>
        <a:bodyPr/>
        <a:lstStyle/>
        <a:p>
          <a:pPr rtl="1"/>
          <a:endParaRPr lang="he-IL">
            <a:solidFill>
              <a:schemeClr val="tx1"/>
            </a:solidFill>
          </a:endParaRPr>
        </a:p>
      </dgm:t>
    </dgm:pt>
    <dgm:pt modelId="{12203641-BC75-4F2B-9B77-9A3E3711F5A3}" type="sibTrans" cxnId="{F53284EC-54F1-4B4E-918C-ED3E0D223D00}">
      <dgm:prSet/>
      <dgm:spPr/>
      <dgm:t>
        <a:bodyPr/>
        <a:lstStyle/>
        <a:p>
          <a:pPr rtl="1"/>
          <a:endParaRPr lang="he-IL">
            <a:solidFill>
              <a:schemeClr val="tx1"/>
            </a:solidFill>
          </a:endParaRPr>
        </a:p>
      </dgm:t>
    </dgm:pt>
    <dgm:pt modelId="{54E1559D-BC43-41A4-A325-43DE106B9973}">
      <dgm:prSet custT="1"/>
      <dgm:spPr>
        <a:solidFill>
          <a:schemeClr val="accent1"/>
        </a:solidFill>
      </dgm:spPr>
      <dgm:t>
        <a:bodyPr/>
        <a:lstStyle/>
        <a:p>
          <a:pPr rtl="1"/>
          <a:r>
            <a:rPr lang="en-US" sz="2000" dirty="0">
              <a:solidFill>
                <a:schemeClr val="tx1"/>
              </a:solidFill>
            </a:rPr>
            <a:t>What pedagogic knowledge do they need?</a:t>
          </a:r>
          <a:endParaRPr lang="he-IL" sz="2000" dirty="0">
            <a:solidFill>
              <a:schemeClr val="tx1"/>
            </a:solidFill>
          </a:endParaRPr>
        </a:p>
      </dgm:t>
    </dgm:pt>
    <dgm:pt modelId="{2771F5FA-3D62-4897-B828-5C9593626A46}" type="parTrans" cxnId="{1C98E86D-6A13-4AE3-92C8-9EDCBBB20B18}">
      <dgm:prSet/>
      <dgm:spPr/>
      <dgm:t>
        <a:bodyPr/>
        <a:lstStyle/>
        <a:p>
          <a:pPr rtl="1"/>
          <a:endParaRPr lang="he-IL">
            <a:solidFill>
              <a:schemeClr val="tx1"/>
            </a:solidFill>
          </a:endParaRPr>
        </a:p>
      </dgm:t>
    </dgm:pt>
    <dgm:pt modelId="{11F45D31-612D-48C1-8475-7DD7C36C7954}" type="sibTrans" cxnId="{1C98E86D-6A13-4AE3-92C8-9EDCBBB20B18}">
      <dgm:prSet/>
      <dgm:spPr/>
      <dgm:t>
        <a:bodyPr/>
        <a:lstStyle/>
        <a:p>
          <a:pPr rtl="1"/>
          <a:endParaRPr lang="he-IL">
            <a:solidFill>
              <a:schemeClr val="tx1"/>
            </a:solidFill>
          </a:endParaRPr>
        </a:p>
      </dgm:t>
    </dgm:pt>
    <dgm:pt modelId="{08C01BB8-3443-4D10-8C6A-FA3E575AB648}">
      <dgm:prSet custT="1"/>
      <dgm:spPr>
        <a:solidFill>
          <a:schemeClr val="bg1">
            <a:lumMod val="90000"/>
          </a:schemeClr>
        </a:solidFill>
      </dgm:spPr>
      <dgm:t>
        <a:bodyPr/>
        <a:lstStyle/>
        <a:p>
          <a:pPr rtl="1"/>
          <a:r>
            <a:rPr lang="en-US" sz="2000" dirty="0">
              <a:solidFill>
                <a:schemeClr val="tx1"/>
              </a:solidFill>
            </a:rPr>
            <a:t>How specific should skill instruction be?</a:t>
          </a:r>
          <a:endParaRPr lang="he-IL" sz="2000" dirty="0">
            <a:solidFill>
              <a:schemeClr val="tx1"/>
            </a:solidFill>
          </a:endParaRPr>
        </a:p>
      </dgm:t>
    </dgm:pt>
    <dgm:pt modelId="{CF13996A-14D4-46B8-B8DA-F03E08FF0FC6}" type="parTrans" cxnId="{06540DF3-4D35-4191-85A0-8BBD0BC31137}">
      <dgm:prSet/>
      <dgm:spPr/>
      <dgm:t>
        <a:bodyPr/>
        <a:lstStyle/>
        <a:p>
          <a:pPr rtl="1"/>
          <a:endParaRPr lang="he-IL">
            <a:solidFill>
              <a:schemeClr val="tx1"/>
            </a:solidFill>
          </a:endParaRPr>
        </a:p>
      </dgm:t>
    </dgm:pt>
    <dgm:pt modelId="{42218EFA-B8F8-4D4B-96D1-0C197F5B5128}" type="sibTrans" cxnId="{06540DF3-4D35-4191-85A0-8BBD0BC31137}">
      <dgm:prSet/>
      <dgm:spPr/>
      <dgm:t>
        <a:bodyPr/>
        <a:lstStyle/>
        <a:p>
          <a:pPr rtl="1"/>
          <a:endParaRPr lang="he-IL">
            <a:solidFill>
              <a:schemeClr val="tx1"/>
            </a:solidFill>
          </a:endParaRPr>
        </a:p>
      </dgm:t>
    </dgm:pt>
    <dgm:pt modelId="{70B1A0CC-582D-48A2-8F0B-5355160AC0A0}">
      <dgm:prSet custT="1"/>
      <dgm:spPr>
        <a:solidFill>
          <a:schemeClr val="bg1">
            <a:lumMod val="90000"/>
          </a:schemeClr>
        </a:solidFill>
      </dgm:spPr>
      <dgm:t>
        <a:bodyPr/>
        <a:lstStyle/>
        <a:p>
          <a:pPr rtl="1"/>
          <a:r>
            <a:rPr lang="en-US" sz="2000" dirty="0">
              <a:solidFill>
                <a:schemeClr val="tx1"/>
              </a:solidFill>
            </a:rPr>
            <a:t>Which decisions need to be made?</a:t>
          </a:r>
          <a:endParaRPr lang="he-IL" sz="2000" dirty="0">
            <a:solidFill>
              <a:schemeClr val="tx1"/>
            </a:solidFill>
          </a:endParaRPr>
        </a:p>
      </dgm:t>
    </dgm:pt>
    <dgm:pt modelId="{A489EE92-5281-420E-93D2-F564E95746D3}" type="parTrans" cxnId="{0898D78A-2F6F-4242-ABF4-158D1C93E417}">
      <dgm:prSet/>
      <dgm:spPr/>
      <dgm:t>
        <a:bodyPr/>
        <a:lstStyle/>
        <a:p>
          <a:pPr rtl="1"/>
          <a:endParaRPr lang="he-IL">
            <a:solidFill>
              <a:schemeClr val="tx1"/>
            </a:solidFill>
          </a:endParaRPr>
        </a:p>
      </dgm:t>
    </dgm:pt>
    <dgm:pt modelId="{C3B24685-7636-4120-98F6-E98E4EA40D7D}" type="sibTrans" cxnId="{0898D78A-2F6F-4242-ABF4-158D1C93E417}">
      <dgm:prSet/>
      <dgm:spPr/>
      <dgm:t>
        <a:bodyPr/>
        <a:lstStyle/>
        <a:p>
          <a:pPr rtl="1"/>
          <a:endParaRPr lang="he-IL">
            <a:solidFill>
              <a:schemeClr val="tx1"/>
            </a:solidFill>
          </a:endParaRPr>
        </a:p>
      </dgm:t>
    </dgm:pt>
    <dgm:pt modelId="{0C0A603C-1D85-4610-AD30-ED4EA598BEC7}" type="pres">
      <dgm:prSet presAssocID="{8CCE8AEA-1B51-4391-A2ED-4842895EBF8C}" presName="diagram" presStyleCnt="0">
        <dgm:presLayoutVars>
          <dgm:chPref val="1"/>
          <dgm:dir/>
          <dgm:animOne val="branch"/>
          <dgm:animLvl val="lvl"/>
          <dgm:resizeHandles val="exact"/>
        </dgm:presLayoutVars>
      </dgm:prSet>
      <dgm:spPr/>
    </dgm:pt>
    <dgm:pt modelId="{F39EE8D2-0105-43B7-A154-B62EFB082BE8}" type="pres">
      <dgm:prSet presAssocID="{80D3524D-24BF-4F20-B431-DE96A578FBA4}" presName="root1" presStyleCnt="0"/>
      <dgm:spPr/>
    </dgm:pt>
    <dgm:pt modelId="{30016B56-5A60-496F-83EB-1F15C2E19222}" type="pres">
      <dgm:prSet presAssocID="{80D3524D-24BF-4F20-B431-DE96A578FBA4}" presName="LevelOneTextNode" presStyleLbl="node0" presStyleIdx="0" presStyleCnt="6" custScaleX="393341" custLinFactNeighborY="4224">
        <dgm:presLayoutVars>
          <dgm:chPref val="3"/>
        </dgm:presLayoutVars>
      </dgm:prSet>
      <dgm:spPr/>
    </dgm:pt>
    <dgm:pt modelId="{E8741E58-8696-4B87-A679-6A25791E17E5}" type="pres">
      <dgm:prSet presAssocID="{80D3524D-24BF-4F20-B431-DE96A578FBA4}" presName="level2hierChild" presStyleCnt="0"/>
      <dgm:spPr/>
    </dgm:pt>
    <dgm:pt modelId="{29BF1A2C-13CA-4503-BDDA-A6513509C3CE}" type="pres">
      <dgm:prSet presAssocID="{98028B84-2395-45C1-8038-8B076FA43693}" presName="root1" presStyleCnt="0"/>
      <dgm:spPr/>
    </dgm:pt>
    <dgm:pt modelId="{9DAE0730-53DE-4B5F-8296-9A249EDBDA36}" type="pres">
      <dgm:prSet presAssocID="{98028B84-2395-45C1-8038-8B076FA43693}" presName="LevelOneTextNode" presStyleLbl="node0" presStyleIdx="1" presStyleCnt="6" custScaleX="393341" custLinFactNeighborY="4224">
        <dgm:presLayoutVars>
          <dgm:chPref val="3"/>
        </dgm:presLayoutVars>
      </dgm:prSet>
      <dgm:spPr/>
    </dgm:pt>
    <dgm:pt modelId="{03F7B8E2-FD44-41CB-8916-960792136C95}" type="pres">
      <dgm:prSet presAssocID="{98028B84-2395-45C1-8038-8B076FA43693}" presName="level2hierChild" presStyleCnt="0"/>
      <dgm:spPr/>
    </dgm:pt>
    <dgm:pt modelId="{AC29EF83-3BFE-498B-9ED8-C72A844693D8}" type="pres">
      <dgm:prSet presAssocID="{731FC151-EC6E-4393-A0DA-74AA8F913877}" presName="root1" presStyleCnt="0"/>
      <dgm:spPr/>
    </dgm:pt>
    <dgm:pt modelId="{F191052A-1A9E-4CB3-9EA1-1A009948F674}" type="pres">
      <dgm:prSet presAssocID="{731FC151-EC6E-4393-A0DA-74AA8F913877}" presName="LevelOneTextNode" presStyleLbl="node0" presStyleIdx="2" presStyleCnt="6" custScaleX="393341" custLinFactNeighborY="4224">
        <dgm:presLayoutVars>
          <dgm:chPref val="3"/>
        </dgm:presLayoutVars>
      </dgm:prSet>
      <dgm:spPr/>
    </dgm:pt>
    <dgm:pt modelId="{3B9444B6-248D-4694-BB7D-9014507618A1}" type="pres">
      <dgm:prSet presAssocID="{731FC151-EC6E-4393-A0DA-74AA8F913877}" presName="level2hierChild" presStyleCnt="0"/>
      <dgm:spPr/>
    </dgm:pt>
    <dgm:pt modelId="{14D0EA09-CC53-4087-95B6-CEC02803E9EB}" type="pres">
      <dgm:prSet presAssocID="{54E1559D-BC43-41A4-A325-43DE106B9973}" presName="root1" presStyleCnt="0"/>
      <dgm:spPr/>
    </dgm:pt>
    <dgm:pt modelId="{5A98FDA3-B036-46DF-B157-AD6B3FA0228E}" type="pres">
      <dgm:prSet presAssocID="{54E1559D-BC43-41A4-A325-43DE106B9973}" presName="LevelOneTextNode" presStyleLbl="node0" presStyleIdx="3" presStyleCnt="6" custScaleX="393341" custLinFactNeighborY="4224">
        <dgm:presLayoutVars>
          <dgm:chPref val="3"/>
        </dgm:presLayoutVars>
      </dgm:prSet>
      <dgm:spPr/>
    </dgm:pt>
    <dgm:pt modelId="{4A1331CA-5594-4EEA-9DF7-585F711535CE}" type="pres">
      <dgm:prSet presAssocID="{54E1559D-BC43-41A4-A325-43DE106B9973}" presName="level2hierChild" presStyleCnt="0"/>
      <dgm:spPr/>
    </dgm:pt>
    <dgm:pt modelId="{634014F7-388F-4240-9B2F-3FFCE622CD91}" type="pres">
      <dgm:prSet presAssocID="{08C01BB8-3443-4D10-8C6A-FA3E575AB648}" presName="root1" presStyleCnt="0"/>
      <dgm:spPr/>
    </dgm:pt>
    <dgm:pt modelId="{7889E6F7-88E6-481D-9A55-E89AAC806364}" type="pres">
      <dgm:prSet presAssocID="{08C01BB8-3443-4D10-8C6A-FA3E575AB648}" presName="LevelOneTextNode" presStyleLbl="node0" presStyleIdx="4" presStyleCnt="6" custScaleX="393341" custLinFactNeighborY="4224">
        <dgm:presLayoutVars>
          <dgm:chPref val="3"/>
        </dgm:presLayoutVars>
      </dgm:prSet>
      <dgm:spPr/>
    </dgm:pt>
    <dgm:pt modelId="{8096AE2C-7D93-4776-8800-D6B9C1B90FFD}" type="pres">
      <dgm:prSet presAssocID="{08C01BB8-3443-4D10-8C6A-FA3E575AB648}" presName="level2hierChild" presStyleCnt="0"/>
      <dgm:spPr/>
    </dgm:pt>
    <dgm:pt modelId="{ECDD9FE4-18A0-4531-B840-CCE52CE39C6A}" type="pres">
      <dgm:prSet presAssocID="{70B1A0CC-582D-48A2-8F0B-5355160AC0A0}" presName="root1" presStyleCnt="0"/>
      <dgm:spPr/>
    </dgm:pt>
    <dgm:pt modelId="{E9442F3E-364E-4FC1-A45E-3A623D209D49}" type="pres">
      <dgm:prSet presAssocID="{70B1A0CC-582D-48A2-8F0B-5355160AC0A0}" presName="LevelOneTextNode" presStyleLbl="node0" presStyleIdx="5" presStyleCnt="6" custScaleX="393341">
        <dgm:presLayoutVars>
          <dgm:chPref val="3"/>
        </dgm:presLayoutVars>
      </dgm:prSet>
      <dgm:spPr/>
    </dgm:pt>
    <dgm:pt modelId="{42972157-9AAA-4637-BF0E-D670CAC3AF08}" type="pres">
      <dgm:prSet presAssocID="{70B1A0CC-582D-48A2-8F0B-5355160AC0A0}" presName="level2hierChild" presStyleCnt="0"/>
      <dgm:spPr/>
    </dgm:pt>
  </dgm:ptLst>
  <dgm:cxnLst>
    <dgm:cxn modelId="{10947C08-EC92-4038-914D-D2ED53C6FB74}" srcId="{8CCE8AEA-1B51-4391-A2ED-4842895EBF8C}" destId="{98028B84-2395-45C1-8038-8B076FA43693}" srcOrd="1" destOrd="0" parTransId="{D164C9FD-6F6B-45DF-BD20-05DD813D2ECC}" sibTransId="{25AD5154-8078-4E34-9625-4C798D8BF420}"/>
    <dgm:cxn modelId="{D127963B-7B51-4FA3-ACE5-AEA0E97AB5E1}" type="presOf" srcId="{98028B84-2395-45C1-8038-8B076FA43693}" destId="{9DAE0730-53DE-4B5F-8296-9A249EDBDA36}" srcOrd="0" destOrd="0" presId="urn:microsoft.com/office/officeart/2005/8/layout/hierarchy2"/>
    <dgm:cxn modelId="{4ADF7B5C-5476-4DDA-AE78-C0FF05847D8A}" type="presOf" srcId="{80D3524D-24BF-4F20-B431-DE96A578FBA4}" destId="{30016B56-5A60-496F-83EB-1F15C2E19222}" srcOrd="0" destOrd="0" presId="urn:microsoft.com/office/officeart/2005/8/layout/hierarchy2"/>
    <dgm:cxn modelId="{90A42768-07AC-46E7-8E6B-E4FC137E4882}" type="presOf" srcId="{8CCE8AEA-1B51-4391-A2ED-4842895EBF8C}" destId="{0C0A603C-1D85-4610-AD30-ED4EA598BEC7}" srcOrd="0" destOrd="0" presId="urn:microsoft.com/office/officeart/2005/8/layout/hierarchy2"/>
    <dgm:cxn modelId="{1C98E86D-6A13-4AE3-92C8-9EDCBBB20B18}" srcId="{8CCE8AEA-1B51-4391-A2ED-4842895EBF8C}" destId="{54E1559D-BC43-41A4-A325-43DE106B9973}" srcOrd="3" destOrd="0" parTransId="{2771F5FA-3D62-4897-B828-5C9593626A46}" sibTransId="{11F45D31-612D-48C1-8475-7DD7C36C7954}"/>
    <dgm:cxn modelId="{7CC4D24F-E338-4CE3-AB45-BD7950F5561F}" srcId="{8CCE8AEA-1B51-4391-A2ED-4842895EBF8C}" destId="{80D3524D-24BF-4F20-B431-DE96A578FBA4}" srcOrd="0" destOrd="0" parTransId="{7AB27A43-74D0-446D-B978-8E13E574E197}" sibTransId="{7FFAD83B-40C2-412D-88E7-3589FF7E1604}"/>
    <dgm:cxn modelId="{B6B75171-0877-480E-9C93-F1D4B5F2DDCD}" type="presOf" srcId="{731FC151-EC6E-4393-A0DA-74AA8F913877}" destId="{F191052A-1A9E-4CB3-9EA1-1A009948F674}" srcOrd="0" destOrd="0" presId="urn:microsoft.com/office/officeart/2005/8/layout/hierarchy2"/>
    <dgm:cxn modelId="{239BC37E-C993-4B91-9DA0-DBB3F84004D7}" type="presOf" srcId="{54E1559D-BC43-41A4-A325-43DE106B9973}" destId="{5A98FDA3-B036-46DF-B157-AD6B3FA0228E}" srcOrd="0" destOrd="0" presId="urn:microsoft.com/office/officeart/2005/8/layout/hierarchy2"/>
    <dgm:cxn modelId="{0898D78A-2F6F-4242-ABF4-158D1C93E417}" srcId="{8CCE8AEA-1B51-4391-A2ED-4842895EBF8C}" destId="{70B1A0CC-582D-48A2-8F0B-5355160AC0A0}" srcOrd="5" destOrd="0" parTransId="{A489EE92-5281-420E-93D2-F564E95746D3}" sibTransId="{C3B24685-7636-4120-98F6-E98E4EA40D7D}"/>
    <dgm:cxn modelId="{2526069B-D6C4-4F22-9E65-3DC8F3576774}" type="presOf" srcId="{08C01BB8-3443-4D10-8C6A-FA3E575AB648}" destId="{7889E6F7-88E6-481D-9A55-E89AAC806364}" srcOrd="0" destOrd="0" presId="urn:microsoft.com/office/officeart/2005/8/layout/hierarchy2"/>
    <dgm:cxn modelId="{F53284EC-54F1-4B4E-918C-ED3E0D223D00}" srcId="{8CCE8AEA-1B51-4391-A2ED-4842895EBF8C}" destId="{731FC151-EC6E-4393-A0DA-74AA8F913877}" srcOrd="2" destOrd="0" parTransId="{C8031A5E-D38C-42C3-8857-583D644A8926}" sibTransId="{12203641-BC75-4F2B-9B77-9A3E3711F5A3}"/>
    <dgm:cxn modelId="{263258F1-30DD-4E8E-B014-6C549FEFA513}" type="presOf" srcId="{70B1A0CC-582D-48A2-8F0B-5355160AC0A0}" destId="{E9442F3E-364E-4FC1-A45E-3A623D209D49}" srcOrd="0" destOrd="0" presId="urn:microsoft.com/office/officeart/2005/8/layout/hierarchy2"/>
    <dgm:cxn modelId="{06540DF3-4D35-4191-85A0-8BBD0BC31137}" srcId="{8CCE8AEA-1B51-4391-A2ED-4842895EBF8C}" destId="{08C01BB8-3443-4D10-8C6A-FA3E575AB648}" srcOrd="4" destOrd="0" parTransId="{CF13996A-14D4-46B8-B8DA-F03E08FF0FC6}" sibTransId="{42218EFA-B8F8-4D4B-96D1-0C197F5B5128}"/>
    <dgm:cxn modelId="{D6AF3410-5F33-4414-A46D-B67E887BB1DD}" type="presParOf" srcId="{0C0A603C-1D85-4610-AD30-ED4EA598BEC7}" destId="{F39EE8D2-0105-43B7-A154-B62EFB082BE8}" srcOrd="0" destOrd="0" presId="urn:microsoft.com/office/officeart/2005/8/layout/hierarchy2"/>
    <dgm:cxn modelId="{5DD4C011-1E03-4D51-B547-4A9909DB4CBE}" type="presParOf" srcId="{F39EE8D2-0105-43B7-A154-B62EFB082BE8}" destId="{30016B56-5A60-496F-83EB-1F15C2E19222}" srcOrd="0" destOrd="0" presId="urn:microsoft.com/office/officeart/2005/8/layout/hierarchy2"/>
    <dgm:cxn modelId="{2259EFBA-A808-4247-BF7C-FAF21DD6B820}" type="presParOf" srcId="{F39EE8D2-0105-43B7-A154-B62EFB082BE8}" destId="{E8741E58-8696-4B87-A679-6A25791E17E5}" srcOrd="1" destOrd="0" presId="urn:microsoft.com/office/officeart/2005/8/layout/hierarchy2"/>
    <dgm:cxn modelId="{176C17AD-E35D-4035-94FA-8EF20B9E3B9A}" type="presParOf" srcId="{0C0A603C-1D85-4610-AD30-ED4EA598BEC7}" destId="{29BF1A2C-13CA-4503-BDDA-A6513509C3CE}" srcOrd="1" destOrd="0" presId="urn:microsoft.com/office/officeart/2005/8/layout/hierarchy2"/>
    <dgm:cxn modelId="{E59A3E21-9265-4570-8299-FCCECCEBA3F0}" type="presParOf" srcId="{29BF1A2C-13CA-4503-BDDA-A6513509C3CE}" destId="{9DAE0730-53DE-4B5F-8296-9A249EDBDA36}" srcOrd="0" destOrd="0" presId="urn:microsoft.com/office/officeart/2005/8/layout/hierarchy2"/>
    <dgm:cxn modelId="{A57DD7D2-AD0B-40CA-809C-676C068F42A5}" type="presParOf" srcId="{29BF1A2C-13CA-4503-BDDA-A6513509C3CE}" destId="{03F7B8E2-FD44-41CB-8916-960792136C95}" srcOrd="1" destOrd="0" presId="urn:microsoft.com/office/officeart/2005/8/layout/hierarchy2"/>
    <dgm:cxn modelId="{A67C0EC2-1A4D-45CF-B8FB-6932BADA57E7}" type="presParOf" srcId="{0C0A603C-1D85-4610-AD30-ED4EA598BEC7}" destId="{AC29EF83-3BFE-498B-9ED8-C72A844693D8}" srcOrd="2" destOrd="0" presId="urn:microsoft.com/office/officeart/2005/8/layout/hierarchy2"/>
    <dgm:cxn modelId="{02CE2FC6-BBD9-4CFE-BD4D-AE20A4422FC1}" type="presParOf" srcId="{AC29EF83-3BFE-498B-9ED8-C72A844693D8}" destId="{F191052A-1A9E-4CB3-9EA1-1A009948F674}" srcOrd="0" destOrd="0" presId="urn:microsoft.com/office/officeart/2005/8/layout/hierarchy2"/>
    <dgm:cxn modelId="{06DB013E-C952-492B-9CC1-2956FAE2D5AB}" type="presParOf" srcId="{AC29EF83-3BFE-498B-9ED8-C72A844693D8}" destId="{3B9444B6-248D-4694-BB7D-9014507618A1}" srcOrd="1" destOrd="0" presId="urn:microsoft.com/office/officeart/2005/8/layout/hierarchy2"/>
    <dgm:cxn modelId="{4B2815AF-74E1-443B-91CD-8C45A0BB23A6}" type="presParOf" srcId="{0C0A603C-1D85-4610-AD30-ED4EA598BEC7}" destId="{14D0EA09-CC53-4087-95B6-CEC02803E9EB}" srcOrd="3" destOrd="0" presId="urn:microsoft.com/office/officeart/2005/8/layout/hierarchy2"/>
    <dgm:cxn modelId="{FEA132FE-2B77-44DB-9D4B-2AE9BF52AA30}" type="presParOf" srcId="{14D0EA09-CC53-4087-95B6-CEC02803E9EB}" destId="{5A98FDA3-B036-46DF-B157-AD6B3FA0228E}" srcOrd="0" destOrd="0" presId="urn:microsoft.com/office/officeart/2005/8/layout/hierarchy2"/>
    <dgm:cxn modelId="{585B1969-9AAD-4DE5-AE00-B9F2A9191D3D}" type="presParOf" srcId="{14D0EA09-CC53-4087-95B6-CEC02803E9EB}" destId="{4A1331CA-5594-4EEA-9DF7-585F711535CE}" srcOrd="1" destOrd="0" presId="urn:microsoft.com/office/officeart/2005/8/layout/hierarchy2"/>
    <dgm:cxn modelId="{01C138CB-C905-403E-90CE-92BBA2ABC880}" type="presParOf" srcId="{0C0A603C-1D85-4610-AD30-ED4EA598BEC7}" destId="{634014F7-388F-4240-9B2F-3FFCE622CD91}" srcOrd="4" destOrd="0" presId="urn:microsoft.com/office/officeart/2005/8/layout/hierarchy2"/>
    <dgm:cxn modelId="{3B16F61D-F8A8-4964-A234-683835F2FBA8}" type="presParOf" srcId="{634014F7-388F-4240-9B2F-3FFCE622CD91}" destId="{7889E6F7-88E6-481D-9A55-E89AAC806364}" srcOrd="0" destOrd="0" presId="urn:microsoft.com/office/officeart/2005/8/layout/hierarchy2"/>
    <dgm:cxn modelId="{EEE958DA-5058-44DF-9EE5-EA849D9677AE}" type="presParOf" srcId="{634014F7-388F-4240-9B2F-3FFCE622CD91}" destId="{8096AE2C-7D93-4776-8800-D6B9C1B90FFD}" srcOrd="1" destOrd="0" presId="urn:microsoft.com/office/officeart/2005/8/layout/hierarchy2"/>
    <dgm:cxn modelId="{E1109807-F215-4526-AF9B-7F8CE5E81E53}" type="presParOf" srcId="{0C0A603C-1D85-4610-AD30-ED4EA598BEC7}" destId="{ECDD9FE4-18A0-4531-B840-CCE52CE39C6A}" srcOrd="5" destOrd="0" presId="urn:microsoft.com/office/officeart/2005/8/layout/hierarchy2"/>
    <dgm:cxn modelId="{B2F8A6F6-128E-464F-B073-63FA02D73651}" type="presParOf" srcId="{ECDD9FE4-18A0-4531-B840-CCE52CE39C6A}" destId="{E9442F3E-364E-4FC1-A45E-3A623D209D49}" srcOrd="0" destOrd="0" presId="urn:microsoft.com/office/officeart/2005/8/layout/hierarchy2"/>
    <dgm:cxn modelId="{F2374A9C-4BDE-40E1-970B-1D7A44F4801A}" type="presParOf" srcId="{ECDD9FE4-18A0-4531-B840-CCE52CE39C6A}" destId="{42972157-9AAA-4637-BF0E-D670CAC3AF08}"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CCE8AEA-1B51-4391-A2ED-4842895EBF8C}"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pPr rtl="1"/>
          <a:endParaRPr lang="he-IL"/>
        </a:p>
      </dgm:t>
    </dgm:pt>
    <dgm:pt modelId="{80D3524D-24BF-4F20-B431-DE96A578FBA4}">
      <dgm:prSet custT="1"/>
      <dgm:spPr>
        <a:solidFill>
          <a:schemeClr val="bg1">
            <a:lumMod val="90000"/>
          </a:schemeClr>
        </a:solidFill>
      </dgm:spPr>
      <dgm:t>
        <a:bodyPr/>
        <a:lstStyle/>
        <a:p>
          <a:pPr rtl="1"/>
          <a:r>
            <a:rPr lang="en-US" sz="2000" dirty="0">
              <a:solidFill>
                <a:schemeClr val="tx1"/>
              </a:solidFill>
            </a:rPr>
            <a:t>How effective is teacher training?</a:t>
          </a:r>
          <a:endParaRPr lang="he-IL" sz="2000" dirty="0">
            <a:solidFill>
              <a:schemeClr val="tx1"/>
            </a:solidFill>
          </a:endParaRPr>
        </a:p>
      </dgm:t>
    </dgm:pt>
    <dgm:pt modelId="{7AB27A43-74D0-446D-B978-8E13E574E197}" type="parTrans" cxnId="{7CC4D24F-E338-4CE3-AB45-BD7950F5561F}">
      <dgm:prSet/>
      <dgm:spPr/>
      <dgm:t>
        <a:bodyPr/>
        <a:lstStyle/>
        <a:p>
          <a:pPr rtl="1"/>
          <a:endParaRPr lang="he-IL">
            <a:solidFill>
              <a:schemeClr val="tx1"/>
            </a:solidFill>
          </a:endParaRPr>
        </a:p>
      </dgm:t>
    </dgm:pt>
    <dgm:pt modelId="{7FFAD83B-40C2-412D-88E7-3589FF7E1604}" type="sibTrans" cxnId="{7CC4D24F-E338-4CE3-AB45-BD7950F5561F}">
      <dgm:prSet/>
      <dgm:spPr/>
      <dgm:t>
        <a:bodyPr/>
        <a:lstStyle/>
        <a:p>
          <a:pPr rtl="1"/>
          <a:endParaRPr lang="he-IL">
            <a:solidFill>
              <a:schemeClr val="tx1"/>
            </a:solidFill>
          </a:endParaRPr>
        </a:p>
      </dgm:t>
    </dgm:pt>
    <dgm:pt modelId="{98028B84-2395-45C1-8038-8B076FA43693}">
      <dgm:prSet custT="1"/>
      <dgm:spPr>
        <a:solidFill>
          <a:schemeClr val="bg1">
            <a:lumMod val="90000"/>
          </a:schemeClr>
        </a:solidFill>
      </dgm:spPr>
      <dgm:t>
        <a:bodyPr/>
        <a:lstStyle/>
        <a:p>
          <a:pPr rtl="1"/>
          <a:r>
            <a:rPr lang="en-US" sz="2000" dirty="0">
              <a:solidFill>
                <a:schemeClr val="tx1"/>
              </a:solidFill>
            </a:rPr>
            <a:t>What characterizes effective teacher training?</a:t>
          </a:r>
          <a:endParaRPr lang="he-IL" sz="2000" dirty="0">
            <a:solidFill>
              <a:schemeClr val="tx1"/>
            </a:solidFill>
          </a:endParaRPr>
        </a:p>
      </dgm:t>
    </dgm:pt>
    <dgm:pt modelId="{D164C9FD-6F6B-45DF-BD20-05DD813D2ECC}" type="parTrans" cxnId="{10947C08-EC92-4038-914D-D2ED53C6FB74}">
      <dgm:prSet/>
      <dgm:spPr/>
      <dgm:t>
        <a:bodyPr/>
        <a:lstStyle/>
        <a:p>
          <a:pPr rtl="1"/>
          <a:endParaRPr lang="he-IL">
            <a:solidFill>
              <a:schemeClr val="tx1"/>
            </a:solidFill>
          </a:endParaRPr>
        </a:p>
      </dgm:t>
    </dgm:pt>
    <dgm:pt modelId="{25AD5154-8078-4E34-9625-4C798D8BF420}" type="sibTrans" cxnId="{10947C08-EC92-4038-914D-D2ED53C6FB74}">
      <dgm:prSet/>
      <dgm:spPr/>
      <dgm:t>
        <a:bodyPr/>
        <a:lstStyle/>
        <a:p>
          <a:pPr rtl="1"/>
          <a:endParaRPr lang="he-IL">
            <a:solidFill>
              <a:schemeClr val="tx1"/>
            </a:solidFill>
          </a:endParaRPr>
        </a:p>
      </dgm:t>
    </dgm:pt>
    <dgm:pt modelId="{731FC151-EC6E-4393-A0DA-74AA8F913877}">
      <dgm:prSet custT="1"/>
      <dgm:spPr>
        <a:solidFill>
          <a:schemeClr val="bg1">
            <a:lumMod val="90000"/>
          </a:schemeClr>
        </a:solidFill>
      </dgm:spPr>
      <dgm:t>
        <a:bodyPr/>
        <a:lstStyle/>
        <a:p>
          <a:pPr rtl="1"/>
          <a:r>
            <a:rPr lang="en-US" sz="2000" dirty="0">
              <a:solidFill>
                <a:schemeClr val="tx1"/>
              </a:solidFill>
            </a:rPr>
            <a:t>Which types of knowledge do teachers need</a:t>
          </a:r>
          <a:br>
            <a:rPr lang="en-US" sz="2000" dirty="0">
              <a:solidFill>
                <a:schemeClr val="tx1"/>
              </a:solidFill>
            </a:rPr>
          </a:br>
          <a:r>
            <a:rPr lang="en-US" sz="2000" dirty="0">
              <a:solidFill>
                <a:schemeClr val="tx1"/>
              </a:solidFill>
            </a:rPr>
            <a:t> to impart skills?</a:t>
          </a:r>
          <a:endParaRPr lang="he-IL" sz="2000" dirty="0">
            <a:solidFill>
              <a:schemeClr val="tx1"/>
            </a:solidFill>
          </a:endParaRPr>
        </a:p>
      </dgm:t>
    </dgm:pt>
    <dgm:pt modelId="{C8031A5E-D38C-42C3-8857-583D644A8926}" type="parTrans" cxnId="{F53284EC-54F1-4B4E-918C-ED3E0D223D00}">
      <dgm:prSet/>
      <dgm:spPr/>
      <dgm:t>
        <a:bodyPr/>
        <a:lstStyle/>
        <a:p>
          <a:pPr rtl="1"/>
          <a:endParaRPr lang="he-IL">
            <a:solidFill>
              <a:schemeClr val="tx1"/>
            </a:solidFill>
          </a:endParaRPr>
        </a:p>
      </dgm:t>
    </dgm:pt>
    <dgm:pt modelId="{12203641-BC75-4F2B-9B77-9A3E3711F5A3}" type="sibTrans" cxnId="{F53284EC-54F1-4B4E-918C-ED3E0D223D00}">
      <dgm:prSet/>
      <dgm:spPr/>
      <dgm:t>
        <a:bodyPr/>
        <a:lstStyle/>
        <a:p>
          <a:pPr rtl="1"/>
          <a:endParaRPr lang="he-IL">
            <a:solidFill>
              <a:schemeClr val="tx1"/>
            </a:solidFill>
          </a:endParaRPr>
        </a:p>
      </dgm:t>
    </dgm:pt>
    <dgm:pt modelId="{54E1559D-BC43-41A4-A325-43DE106B9973}">
      <dgm:prSet custT="1"/>
      <dgm:spPr>
        <a:solidFill>
          <a:schemeClr val="bg1">
            <a:lumMod val="90000"/>
          </a:schemeClr>
        </a:solidFill>
      </dgm:spPr>
      <dgm:t>
        <a:bodyPr/>
        <a:lstStyle/>
        <a:p>
          <a:pPr rtl="1"/>
          <a:r>
            <a:rPr lang="en-US" sz="2000" dirty="0">
              <a:solidFill>
                <a:schemeClr val="tx1"/>
              </a:solidFill>
            </a:rPr>
            <a:t>What pedagogic knowledge do they need?</a:t>
          </a:r>
          <a:endParaRPr lang="he-IL" sz="2000" dirty="0">
            <a:solidFill>
              <a:schemeClr val="tx1"/>
            </a:solidFill>
          </a:endParaRPr>
        </a:p>
      </dgm:t>
    </dgm:pt>
    <dgm:pt modelId="{2771F5FA-3D62-4897-B828-5C9593626A46}" type="parTrans" cxnId="{1C98E86D-6A13-4AE3-92C8-9EDCBBB20B18}">
      <dgm:prSet/>
      <dgm:spPr/>
      <dgm:t>
        <a:bodyPr/>
        <a:lstStyle/>
        <a:p>
          <a:pPr rtl="1"/>
          <a:endParaRPr lang="he-IL">
            <a:solidFill>
              <a:schemeClr val="tx1"/>
            </a:solidFill>
          </a:endParaRPr>
        </a:p>
      </dgm:t>
    </dgm:pt>
    <dgm:pt modelId="{11F45D31-612D-48C1-8475-7DD7C36C7954}" type="sibTrans" cxnId="{1C98E86D-6A13-4AE3-92C8-9EDCBBB20B18}">
      <dgm:prSet/>
      <dgm:spPr/>
      <dgm:t>
        <a:bodyPr/>
        <a:lstStyle/>
        <a:p>
          <a:pPr rtl="1"/>
          <a:endParaRPr lang="he-IL">
            <a:solidFill>
              <a:schemeClr val="tx1"/>
            </a:solidFill>
          </a:endParaRPr>
        </a:p>
      </dgm:t>
    </dgm:pt>
    <dgm:pt modelId="{08C01BB8-3443-4D10-8C6A-FA3E575AB648}">
      <dgm:prSet custT="1"/>
      <dgm:spPr>
        <a:solidFill>
          <a:schemeClr val="accent1"/>
        </a:solidFill>
      </dgm:spPr>
      <dgm:t>
        <a:bodyPr/>
        <a:lstStyle/>
        <a:p>
          <a:pPr rtl="1"/>
          <a:r>
            <a:rPr lang="en-US" sz="2000" dirty="0">
              <a:solidFill>
                <a:schemeClr val="tx1"/>
              </a:solidFill>
            </a:rPr>
            <a:t>How specific should skill instruction be?</a:t>
          </a:r>
          <a:endParaRPr lang="he-IL" sz="2000" dirty="0">
            <a:solidFill>
              <a:schemeClr val="tx1"/>
            </a:solidFill>
          </a:endParaRPr>
        </a:p>
      </dgm:t>
    </dgm:pt>
    <dgm:pt modelId="{CF13996A-14D4-46B8-B8DA-F03E08FF0FC6}" type="parTrans" cxnId="{06540DF3-4D35-4191-85A0-8BBD0BC31137}">
      <dgm:prSet/>
      <dgm:spPr/>
      <dgm:t>
        <a:bodyPr/>
        <a:lstStyle/>
        <a:p>
          <a:pPr rtl="1"/>
          <a:endParaRPr lang="he-IL">
            <a:solidFill>
              <a:schemeClr val="tx1"/>
            </a:solidFill>
          </a:endParaRPr>
        </a:p>
      </dgm:t>
    </dgm:pt>
    <dgm:pt modelId="{42218EFA-B8F8-4D4B-96D1-0C197F5B5128}" type="sibTrans" cxnId="{06540DF3-4D35-4191-85A0-8BBD0BC31137}">
      <dgm:prSet/>
      <dgm:spPr/>
      <dgm:t>
        <a:bodyPr/>
        <a:lstStyle/>
        <a:p>
          <a:pPr rtl="1"/>
          <a:endParaRPr lang="he-IL">
            <a:solidFill>
              <a:schemeClr val="tx1"/>
            </a:solidFill>
          </a:endParaRPr>
        </a:p>
      </dgm:t>
    </dgm:pt>
    <dgm:pt modelId="{70B1A0CC-582D-48A2-8F0B-5355160AC0A0}">
      <dgm:prSet custT="1"/>
      <dgm:spPr>
        <a:solidFill>
          <a:schemeClr val="bg1">
            <a:lumMod val="90000"/>
          </a:schemeClr>
        </a:solidFill>
      </dgm:spPr>
      <dgm:t>
        <a:bodyPr/>
        <a:lstStyle/>
        <a:p>
          <a:pPr rtl="1"/>
          <a:r>
            <a:rPr lang="en-US" sz="2000" dirty="0">
              <a:solidFill>
                <a:schemeClr val="tx1"/>
              </a:solidFill>
            </a:rPr>
            <a:t>Which decisions need to be made?</a:t>
          </a:r>
          <a:endParaRPr lang="he-IL" sz="2000" dirty="0">
            <a:solidFill>
              <a:schemeClr val="tx1"/>
            </a:solidFill>
          </a:endParaRPr>
        </a:p>
      </dgm:t>
    </dgm:pt>
    <dgm:pt modelId="{A489EE92-5281-420E-93D2-F564E95746D3}" type="parTrans" cxnId="{0898D78A-2F6F-4242-ABF4-158D1C93E417}">
      <dgm:prSet/>
      <dgm:spPr/>
      <dgm:t>
        <a:bodyPr/>
        <a:lstStyle/>
        <a:p>
          <a:pPr rtl="1"/>
          <a:endParaRPr lang="he-IL">
            <a:solidFill>
              <a:schemeClr val="tx1"/>
            </a:solidFill>
          </a:endParaRPr>
        </a:p>
      </dgm:t>
    </dgm:pt>
    <dgm:pt modelId="{C3B24685-7636-4120-98F6-E98E4EA40D7D}" type="sibTrans" cxnId="{0898D78A-2F6F-4242-ABF4-158D1C93E417}">
      <dgm:prSet/>
      <dgm:spPr/>
      <dgm:t>
        <a:bodyPr/>
        <a:lstStyle/>
        <a:p>
          <a:pPr rtl="1"/>
          <a:endParaRPr lang="he-IL">
            <a:solidFill>
              <a:schemeClr val="tx1"/>
            </a:solidFill>
          </a:endParaRPr>
        </a:p>
      </dgm:t>
    </dgm:pt>
    <dgm:pt modelId="{0C0A603C-1D85-4610-AD30-ED4EA598BEC7}" type="pres">
      <dgm:prSet presAssocID="{8CCE8AEA-1B51-4391-A2ED-4842895EBF8C}" presName="diagram" presStyleCnt="0">
        <dgm:presLayoutVars>
          <dgm:chPref val="1"/>
          <dgm:dir/>
          <dgm:animOne val="branch"/>
          <dgm:animLvl val="lvl"/>
          <dgm:resizeHandles val="exact"/>
        </dgm:presLayoutVars>
      </dgm:prSet>
      <dgm:spPr/>
    </dgm:pt>
    <dgm:pt modelId="{F39EE8D2-0105-43B7-A154-B62EFB082BE8}" type="pres">
      <dgm:prSet presAssocID="{80D3524D-24BF-4F20-B431-DE96A578FBA4}" presName="root1" presStyleCnt="0"/>
      <dgm:spPr/>
    </dgm:pt>
    <dgm:pt modelId="{30016B56-5A60-496F-83EB-1F15C2E19222}" type="pres">
      <dgm:prSet presAssocID="{80D3524D-24BF-4F20-B431-DE96A578FBA4}" presName="LevelOneTextNode" presStyleLbl="node0" presStyleIdx="0" presStyleCnt="6" custScaleX="393341" custLinFactNeighborY="4224">
        <dgm:presLayoutVars>
          <dgm:chPref val="3"/>
        </dgm:presLayoutVars>
      </dgm:prSet>
      <dgm:spPr/>
    </dgm:pt>
    <dgm:pt modelId="{E8741E58-8696-4B87-A679-6A25791E17E5}" type="pres">
      <dgm:prSet presAssocID="{80D3524D-24BF-4F20-B431-DE96A578FBA4}" presName="level2hierChild" presStyleCnt="0"/>
      <dgm:spPr/>
    </dgm:pt>
    <dgm:pt modelId="{29BF1A2C-13CA-4503-BDDA-A6513509C3CE}" type="pres">
      <dgm:prSet presAssocID="{98028B84-2395-45C1-8038-8B076FA43693}" presName="root1" presStyleCnt="0"/>
      <dgm:spPr/>
    </dgm:pt>
    <dgm:pt modelId="{9DAE0730-53DE-4B5F-8296-9A249EDBDA36}" type="pres">
      <dgm:prSet presAssocID="{98028B84-2395-45C1-8038-8B076FA43693}" presName="LevelOneTextNode" presStyleLbl="node0" presStyleIdx="1" presStyleCnt="6" custScaleX="393341" custLinFactNeighborY="4224">
        <dgm:presLayoutVars>
          <dgm:chPref val="3"/>
        </dgm:presLayoutVars>
      </dgm:prSet>
      <dgm:spPr/>
    </dgm:pt>
    <dgm:pt modelId="{03F7B8E2-FD44-41CB-8916-960792136C95}" type="pres">
      <dgm:prSet presAssocID="{98028B84-2395-45C1-8038-8B076FA43693}" presName="level2hierChild" presStyleCnt="0"/>
      <dgm:spPr/>
    </dgm:pt>
    <dgm:pt modelId="{AC29EF83-3BFE-498B-9ED8-C72A844693D8}" type="pres">
      <dgm:prSet presAssocID="{731FC151-EC6E-4393-A0DA-74AA8F913877}" presName="root1" presStyleCnt="0"/>
      <dgm:spPr/>
    </dgm:pt>
    <dgm:pt modelId="{F191052A-1A9E-4CB3-9EA1-1A009948F674}" type="pres">
      <dgm:prSet presAssocID="{731FC151-EC6E-4393-A0DA-74AA8F913877}" presName="LevelOneTextNode" presStyleLbl="node0" presStyleIdx="2" presStyleCnt="6" custScaleX="393341" custLinFactNeighborY="4224">
        <dgm:presLayoutVars>
          <dgm:chPref val="3"/>
        </dgm:presLayoutVars>
      </dgm:prSet>
      <dgm:spPr/>
    </dgm:pt>
    <dgm:pt modelId="{3B9444B6-248D-4694-BB7D-9014507618A1}" type="pres">
      <dgm:prSet presAssocID="{731FC151-EC6E-4393-A0DA-74AA8F913877}" presName="level2hierChild" presStyleCnt="0"/>
      <dgm:spPr/>
    </dgm:pt>
    <dgm:pt modelId="{14D0EA09-CC53-4087-95B6-CEC02803E9EB}" type="pres">
      <dgm:prSet presAssocID="{54E1559D-BC43-41A4-A325-43DE106B9973}" presName="root1" presStyleCnt="0"/>
      <dgm:spPr/>
    </dgm:pt>
    <dgm:pt modelId="{5A98FDA3-B036-46DF-B157-AD6B3FA0228E}" type="pres">
      <dgm:prSet presAssocID="{54E1559D-BC43-41A4-A325-43DE106B9973}" presName="LevelOneTextNode" presStyleLbl="node0" presStyleIdx="3" presStyleCnt="6" custScaleX="393341" custLinFactNeighborY="4224">
        <dgm:presLayoutVars>
          <dgm:chPref val="3"/>
        </dgm:presLayoutVars>
      </dgm:prSet>
      <dgm:spPr/>
    </dgm:pt>
    <dgm:pt modelId="{4A1331CA-5594-4EEA-9DF7-585F711535CE}" type="pres">
      <dgm:prSet presAssocID="{54E1559D-BC43-41A4-A325-43DE106B9973}" presName="level2hierChild" presStyleCnt="0"/>
      <dgm:spPr/>
    </dgm:pt>
    <dgm:pt modelId="{634014F7-388F-4240-9B2F-3FFCE622CD91}" type="pres">
      <dgm:prSet presAssocID="{08C01BB8-3443-4D10-8C6A-FA3E575AB648}" presName="root1" presStyleCnt="0"/>
      <dgm:spPr/>
    </dgm:pt>
    <dgm:pt modelId="{7889E6F7-88E6-481D-9A55-E89AAC806364}" type="pres">
      <dgm:prSet presAssocID="{08C01BB8-3443-4D10-8C6A-FA3E575AB648}" presName="LevelOneTextNode" presStyleLbl="node0" presStyleIdx="4" presStyleCnt="6" custScaleX="393341" custLinFactNeighborY="4224">
        <dgm:presLayoutVars>
          <dgm:chPref val="3"/>
        </dgm:presLayoutVars>
      </dgm:prSet>
      <dgm:spPr/>
    </dgm:pt>
    <dgm:pt modelId="{8096AE2C-7D93-4776-8800-D6B9C1B90FFD}" type="pres">
      <dgm:prSet presAssocID="{08C01BB8-3443-4D10-8C6A-FA3E575AB648}" presName="level2hierChild" presStyleCnt="0"/>
      <dgm:spPr/>
    </dgm:pt>
    <dgm:pt modelId="{ECDD9FE4-18A0-4531-B840-CCE52CE39C6A}" type="pres">
      <dgm:prSet presAssocID="{70B1A0CC-582D-48A2-8F0B-5355160AC0A0}" presName="root1" presStyleCnt="0"/>
      <dgm:spPr/>
    </dgm:pt>
    <dgm:pt modelId="{E9442F3E-364E-4FC1-A45E-3A623D209D49}" type="pres">
      <dgm:prSet presAssocID="{70B1A0CC-582D-48A2-8F0B-5355160AC0A0}" presName="LevelOneTextNode" presStyleLbl="node0" presStyleIdx="5" presStyleCnt="6" custScaleX="393341">
        <dgm:presLayoutVars>
          <dgm:chPref val="3"/>
        </dgm:presLayoutVars>
      </dgm:prSet>
      <dgm:spPr/>
    </dgm:pt>
    <dgm:pt modelId="{42972157-9AAA-4637-BF0E-D670CAC3AF08}" type="pres">
      <dgm:prSet presAssocID="{70B1A0CC-582D-48A2-8F0B-5355160AC0A0}" presName="level2hierChild" presStyleCnt="0"/>
      <dgm:spPr/>
    </dgm:pt>
  </dgm:ptLst>
  <dgm:cxnLst>
    <dgm:cxn modelId="{10947C08-EC92-4038-914D-D2ED53C6FB74}" srcId="{8CCE8AEA-1B51-4391-A2ED-4842895EBF8C}" destId="{98028B84-2395-45C1-8038-8B076FA43693}" srcOrd="1" destOrd="0" parTransId="{D164C9FD-6F6B-45DF-BD20-05DD813D2ECC}" sibTransId="{25AD5154-8078-4E34-9625-4C798D8BF420}"/>
    <dgm:cxn modelId="{D127963B-7B51-4FA3-ACE5-AEA0E97AB5E1}" type="presOf" srcId="{98028B84-2395-45C1-8038-8B076FA43693}" destId="{9DAE0730-53DE-4B5F-8296-9A249EDBDA36}" srcOrd="0" destOrd="0" presId="urn:microsoft.com/office/officeart/2005/8/layout/hierarchy2"/>
    <dgm:cxn modelId="{4ADF7B5C-5476-4DDA-AE78-C0FF05847D8A}" type="presOf" srcId="{80D3524D-24BF-4F20-B431-DE96A578FBA4}" destId="{30016B56-5A60-496F-83EB-1F15C2E19222}" srcOrd="0" destOrd="0" presId="urn:microsoft.com/office/officeart/2005/8/layout/hierarchy2"/>
    <dgm:cxn modelId="{90A42768-07AC-46E7-8E6B-E4FC137E4882}" type="presOf" srcId="{8CCE8AEA-1B51-4391-A2ED-4842895EBF8C}" destId="{0C0A603C-1D85-4610-AD30-ED4EA598BEC7}" srcOrd="0" destOrd="0" presId="urn:microsoft.com/office/officeart/2005/8/layout/hierarchy2"/>
    <dgm:cxn modelId="{1C98E86D-6A13-4AE3-92C8-9EDCBBB20B18}" srcId="{8CCE8AEA-1B51-4391-A2ED-4842895EBF8C}" destId="{54E1559D-BC43-41A4-A325-43DE106B9973}" srcOrd="3" destOrd="0" parTransId="{2771F5FA-3D62-4897-B828-5C9593626A46}" sibTransId="{11F45D31-612D-48C1-8475-7DD7C36C7954}"/>
    <dgm:cxn modelId="{7CC4D24F-E338-4CE3-AB45-BD7950F5561F}" srcId="{8CCE8AEA-1B51-4391-A2ED-4842895EBF8C}" destId="{80D3524D-24BF-4F20-B431-DE96A578FBA4}" srcOrd="0" destOrd="0" parTransId="{7AB27A43-74D0-446D-B978-8E13E574E197}" sibTransId="{7FFAD83B-40C2-412D-88E7-3589FF7E1604}"/>
    <dgm:cxn modelId="{B6B75171-0877-480E-9C93-F1D4B5F2DDCD}" type="presOf" srcId="{731FC151-EC6E-4393-A0DA-74AA8F913877}" destId="{F191052A-1A9E-4CB3-9EA1-1A009948F674}" srcOrd="0" destOrd="0" presId="urn:microsoft.com/office/officeart/2005/8/layout/hierarchy2"/>
    <dgm:cxn modelId="{239BC37E-C993-4B91-9DA0-DBB3F84004D7}" type="presOf" srcId="{54E1559D-BC43-41A4-A325-43DE106B9973}" destId="{5A98FDA3-B036-46DF-B157-AD6B3FA0228E}" srcOrd="0" destOrd="0" presId="urn:microsoft.com/office/officeart/2005/8/layout/hierarchy2"/>
    <dgm:cxn modelId="{0898D78A-2F6F-4242-ABF4-158D1C93E417}" srcId="{8CCE8AEA-1B51-4391-A2ED-4842895EBF8C}" destId="{70B1A0CC-582D-48A2-8F0B-5355160AC0A0}" srcOrd="5" destOrd="0" parTransId="{A489EE92-5281-420E-93D2-F564E95746D3}" sibTransId="{C3B24685-7636-4120-98F6-E98E4EA40D7D}"/>
    <dgm:cxn modelId="{2526069B-D6C4-4F22-9E65-3DC8F3576774}" type="presOf" srcId="{08C01BB8-3443-4D10-8C6A-FA3E575AB648}" destId="{7889E6F7-88E6-481D-9A55-E89AAC806364}" srcOrd="0" destOrd="0" presId="urn:microsoft.com/office/officeart/2005/8/layout/hierarchy2"/>
    <dgm:cxn modelId="{F53284EC-54F1-4B4E-918C-ED3E0D223D00}" srcId="{8CCE8AEA-1B51-4391-A2ED-4842895EBF8C}" destId="{731FC151-EC6E-4393-A0DA-74AA8F913877}" srcOrd="2" destOrd="0" parTransId="{C8031A5E-D38C-42C3-8857-583D644A8926}" sibTransId="{12203641-BC75-4F2B-9B77-9A3E3711F5A3}"/>
    <dgm:cxn modelId="{263258F1-30DD-4E8E-B014-6C549FEFA513}" type="presOf" srcId="{70B1A0CC-582D-48A2-8F0B-5355160AC0A0}" destId="{E9442F3E-364E-4FC1-A45E-3A623D209D49}" srcOrd="0" destOrd="0" presId="urn:microsoft.com/office/officeart/2005/8/layout/hierarchy2"/>
    <dgm:cxn modelId="{06540DF3-4D35-4191-85A0-8BBD0BC31137}" srcId="{8CCE8AEA-1B51-4391-A2ED-4842895EBF8C}" destId="{08C01BB8-3443-4D10-8C6A-FA3E575AB648}" srcOrd="4" destOrd="0" parTransId="{CF13996A-14D4-46B8-B8DA-F03E08FF0FC6}" sibTransId="{42218EFA-B8F8-4D4B-96D1-0C197F5B5128}"/>
    <dgm:cxn modelId="{D6AF3410-5F33-4414-A46D-B67E887BB1DD}" type="presParOf" srcId="{0C0A603C-1D85-4610-AD30-ED4EA598BEC7}" destId="{F39EE8D2-0105-43B7-A154-B62EFB082BE8}" srcOrd="0" destOrd="0" presId="urn:microsoft.com/office/officeart/2005/8/layout/hierarchy2"/>
    <dgm:cxn modelId="{5DD4C011-1E03-4D51-B547-4A9909DB4CBE}" type="presParOf" srcId="{F39EE8D2-0105-43B7-A154-B62EFB082BE8}" destId="{30016B56-5A60-496F-83EB-1F15C2E19222}" srcOrd="0" destOrd="0" presId="urn:microsoft.com/office/officeart/2005/8/layout/hierarchy2"/>
    <dgm:cxn modelId="{2259EFBA-A808-4247-BF7C-FAF21DD6B820}" type="presParOf" srcId="{F39EE8D2-0105-43B7-A154-B62EFB082BE8}" destId="{E8741E58-8696-4B87-A679-6A25791E17E5}" srcOrd="1" destOrd="0" presId="urn:microsoft.com/office/officeart/2005/8/layout/hierarchy2"/>
    <dgm:cxn modelId="{176C17AD-E35D-4035-94FA-8EF20B9E3B9A}" type="presParOf" srcId="{0C0A603C-1D85-4610-AD30-ED4EA598BEC7}" destId="{29BF1A2C-13CA-4503-BDDA-A6513509C3CE}" srcOrd="1" destOrd="0" presId="urn:microsoft.com/office/officeart/2005/8/layout/hierarchy2"/>
    <dgm:cxn modelId="{E59A3E21-9265-4570-8299-FCCECCEBA3F0}" type="presParOf" srcId="{29BF1A2C-13CA-4503-BDDA-A6513509C3CE}" destId="{9DAE0730-53DE-4B5F-8296-9A249EDBDA36}" srcOrd="0" destOrd="0" presId="urn:microsoft.com/office/officeart/2005/8/layout/hierarchy2"/>
    <dgm:cxn modelId="{A57DD7D2-AD0B-40CA-809C-676C068F42A5}" type="presParOf" srcId="{29BF1A2C-13CA-4503-BDDA-A6513509C3CE}" destId="{03F7B8E2-FD44-41CB-8916-960792136C95}" srcOrd="1" destOrd="0" presId="urn:microsoft.com/office/officeart/2005/8/layout/hierarchy2"/>
    <dgm:cxn modelId="{A67C0EC2-1A4D-45CF-B8FB-6932BADA57E7}" type="presParOf" srcId="{0C0A603C-1D85-4610-AD30-ED4EA598BEC7}" destId="{AC29EF83-3BFE-498B-9ED8-C72A844693D8}" srcOrd="2" destOrd="0" presId="urn:microsoft.com/office/officeart/2005/8/layout/hierarchy2"/>
    <dgm:cxn modelId="{02CE2FC6-BBD9-4CFE-BD4D-AE20A4422FC1}" type="presParOf" srcId="{AC29EF83-3BFE-498B-9ED8-C72A844693D8}" destId="{F191052A-1A9E-4CB3-9EA1-1A009948F674}" srcOrd="0" destOrd="0" presId="urn:microsoft.com/office/officeart/2005/8/layout/hierarchy2"/>
    <dgm:cxn modelId="{06DB013E-C952-492B-9CC1-2956FAE2D5AB}" type="presParOf" srcId="{AC29EF83-3BFE-498B-9ED8-C72A844693D8}" destId="{3B9444B6-248D-4694-BB7D-9014507618A1}" srcOrd="1" destOrd="0" presId="urn:microsoft.com/office/officeart/2005/8/layout/hierarchy2"/>
    <dgm:cxn modelId="{4B2815AF-74E1-443B-91CD-8C45A0BB23A6}" type="presParOf" srcId="{0C0A603C-1D85-4610-AD30-ED4EA598BEC7}" destId="{14D0EA09-CC53-4087-95B6-CEC02803E9EB}" srcOrd="3" destOrd="0" presId="urn:microsoft.com/office/officeart/2005/8/layout/hierarchy2"/>
    <dgm:cxn modelId="{FEA132FE-2B77-44DB-9D4B-2AE9BF52AA30}" type="presParOf" srcId="{14D0EA09-CC53-4087-95B6-CEC02803E9EB}" destId="{5A98FDA3-B036-46DF-B157-AD6B3FA0228E}" srcOrd="0" destOrd="0" presId="urn:microsoft.com/office/officeart/2005/8/layout/hierarchy2"/>
    <dgm:cxn modelId="{585B1969-9AAD-4DE5-AE00-B9F2A9191D3D}" type="presParOf" srcId="{14D0EA09-CC53-4087-95B6-CEC02803E9EB}" destId="{4A1331CA-5594-4EEA-9DF7-585F711535CE}" srcOrd="1" destOrd="0" presId="urn:microsoft.com/office/officeart/2005/8/layout/hierarchy2"/>
    <dgm:cxn modelId="{01C138CB-C905-403E-90CE-92BBA2ABC880}" type="presParOf" srcId="{0C0A603C-1D85-4610-AD30-ED4EA598BEC7}" destId="{634014F7-388F-4240-9B2F-3FFCE622CD91}" srcOrd="4" destOrd="0" presId="urn:microsoft.com/office/officeart/2005/8/layout/hierarchy2"/>
    <dgm:cxn modelId="{3B16F61D-F8A8-4964-A234-683835F2FBA8}" type="presParOf" srcId="{634014F7-388F-4240-9B2F-3FFCE622CD91}" destId="{7889E6F7-88E6-481D-9A55-E89AAC806364}" srcOrd="0" destOrd="0" presId="urn:microsoft.com/office/officeart/2005/8/layout/hierarchy2"/>
    <dgm:cxn modelId="{EEE958DA-5058-44DF-9EE5-EA849D9677AE}" type="presParOf" srcId="{634014F7-388F-4240-9B2F-3FFCE622CD91}" destId="{8096AE2C-7D93-4776-8800-D6B9C1B90FFD}" srcOrd="1" destOrd="0" presId="urn:microsoft.com/office/officeart/2005/8/layout/hierarchy2"/>
    <dgm:cxn modelId="{E1109807-F215-4526-AF9B-7F8CE5E81E53}" type="presParOf" srcId="{0C0A603C-1D85-4610-AD30-ED4EA598BEC7}" destId="{ECDD9FE4-18A0-4531-B840-CCE52CE39C6A}" srcOrd="5" destOrd="0" presId="urn:microsoft.com/office/officeart/2005/8/layout/hierarchy2"/>
    <dgm:cxn modelId="{B2F8A6F6-128E-464F-B073-63FA02D73651}" type="presParOf" srcId="{ECDD9FE4-18A0-4531-B840-CCE52CE39C6A}" destId="{E9442F3E-364E-4FC1-A45E-3A623D209D49}" srcOrd="0" destOrd="0" presId="urn:microsoft.com/office/officeart/2005/8/layout/hierarchy2"/>
    <dgm:cxn modelId="{F2374A9C-4BDE-40E1-970B-1D7A44F4801A}" type="presParOf" srcId="{ECDD9FE4-18A0-4531-B840-CCE52CE39C6A}" destId="{42972157-9AAA-4637-BF0E-D670CAC3AF08}"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CCE8AEA-1B51-4391-A2ED-4842895EBF8C}"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pPr rtl="1"/>
          <a:endParaRPr lang="he-IL"/>
        </a:p>
      </dgm:t>
    </dgm:pt>
    <dgm:pt modelId="{80D3524D-24BF-4F20-B431-DE96A578FBA4}">
      <dgm:prSet custT="1"/>
      <dgm:spPr>
        <a:solidFill>
          <a:schemeClr val="bg1">
            <a:lumMod val="90000"/>
          </a:schemeClr>
        </a:solidFill>
      </dgm:spPr>
      <dgm:t>
        <a:bodyPr/>
        <a:lstStyle/>
        <a:p>
          <a:pPr rtl="1"/>
          <a:r>
            <a:rPr lang="en-US" sz="2000" dirty="0">
              <a:solidFill>
                <a:schemeClr val="tx1"/>
              </a:solidFill>
            </a:rPr>
            <a:t>How effective is teacher training?</a:t>
          </a:r>
          <a:endParaRPr lang="he-IL" sz="2000" dirty="0">
            <a:solidFill>
              <a:schemeClr val="tx1"/>
            </a:solidFill>
          </a:endParaRPr>
        </a:p>
      </dgm:t>
    </dgm:pt>
    <dgm:pt modelId="{7AB27A43-74D0-446D-B978-8E13E574E197}" type="parTrans" cxnId="{7CC4D24F-E338-4CE3-AB45-BD7950F5561F}">
      <dgm:prSet/>
      <dgm:spPr/>
      <dgm:t>
        <a:bodyPr/>
        <a:lstStyle/>
        <a:p>
          <a:pPr rtl="1"/>
          <a:endParaRPr lang="he-IL">
            <a:solidFill>
              <a:schemeClr val="tx1"/>
            </a:solidFill>
          </a:endParaRPr>
        </a:p>
      </dgm:t>
    </dgm:pt>
    <dgm:pt modelId="{7FFAD83B-40C2-412D-88E7-3589FF7E1604}" type="sibTrans" cxnId="{7CC4D24F-E338-4CE3-AB45-BD7950F5561F}">
      <dgm:prSet/>
      <dgm:spPr/>
      <dgm:t>
        <a:bodyPr/>
        <a:lstStyle/>
        <a:p>
          <a:pPr rtl="1"/>
          <a:endParaRPr lang="he-IL">
            <a:solidFill>
              <a:schemeClr val="tx1"/>
            </a:solidFill>
          </a:endParaRPr>
        </a:p>
      </dgm:t>
    </dgm:pt>
    <dgm:pt modelId="{98028B84-2395-45C1-8038-8B076FA43693}">
      <dgm:prSet custT="1"/>
      <dgm:spPr>
        <a:solidFill>
          <a:schemeClr val="bg1">
            <a:lumMod val="90000"/>
          </a:schemeClr>
        </a:solidFill>
      </dgm:spPr>
      <dgm:t>
        <a:bodyPr/>
        <a:lstStyle/>
        <a:p>
          <a:pPr rtl="1"/>
          <a:r>
            <a:rPr lang="en-US" sz="2000" dirty="0">
              <a:solidFill>
                <a:schemeClr val="tx1"/>
              </a:solidFill>
            </a:rPr>
            <a:t>What characterizes effective teacher training?</a:t>
          </a:r>
          <a:endParaRPr lang="he-IL" sz="2000" dirty="0">
            <a:solidFill>
              <a:schemeClr val="tx1"/>
            </a:solidFill>
          </a:endParaRPr>
        </a:p>
      </dgm:t>
    </dgm:pt>
    <dgm:pt modelId="{D164C9FD-6F6B-45DF-BD20-05DD813D2ECC}" type="parTrans" cxnId="{10947C08-EC92-4038-914D-D2ED53C6FB74}">
      <dgm:prSet/>
      <dgm:spPr/>
      <dgm:t>
        <a:bodyPr/>
        <a:lstStyle/>
        <a:p>
          <a:pPr rtl="1"/>
          <a:endParaRPr lang="he-IL">
            <a:solidFill>
              <a:schemeClr val="tx1"/>
            </a:solidFill>
          </a:endParaRPr>
        </a:p>
      </dgm:t>
    </dgm:pt>
    <dgm:pt modelId="{25AD5154-8078-4E34-9625-4C798D8BF420}" type="sibTrans" cxnId="{10947C08-EC92-4038-914D-D2ED53C6FB74}">
      <dgm:prSet/>
      <dgm:spPr/>
      <dgm:t>
        <a:bodyPr/>
        <a:lstStyle/>
        <a:p>
          <a:pPr rtl="1"/>
          <a:endParaRPr lang="he-IL">
            <a:solidFill>
              <a:schemeClr val="tx1"/>
            </a:solidFill>
          </a:endParaRPr>
        </a:p>
      </dgm:t>
    </dgm:pt>
    <dgm:pt modelId="{731FC151-EC6E-4393-A0DA-74AA8F913877}">
      <dgm:prSet custT="1"/>
      <dgm:spPr>
        <a:solidFill>
          <a:schemeClr val="bg1">
            <a:lumMod val="90000"/>
          </a:schemeClr>
        </a:solidFill>
      </dgm:spPr>
      <dgm:t>
        <a:bodyPr/>
        <a:lstStyle/>
        <a:p>
          <a:pPr rtl="1"/>
          <a:r>
            <a:rPr lang="en-US" sz="2000" dirty="0">
              <a:solidFill>
                <a:schemeClr val="tx1"/>
              </a:solidFill>
            </a:rPr>
            <a:t>Which types of knowledge do teachers need</a:t>
          </a:r>
          <a:br>
            <a:rPr lang="en-US" sz="2000" dirty="0">
              <a:solidFill>
                <a:schemeClr val="tx1"/>
              </a:solidFill>
            </a:rPr>
          </a:br>
          <a:r>
            <a:rPr lang="en-US" sz="2000" dirty="0">
              <a:solidFill>
                <a:schemeClr val="tx1"/>
              </a:solidFill>
            </a:rPr>
            <a:t> to impart skills?</a:t>
          </a:r>
          <a:endParaRPr lang="he-IL" sz="2000" dirty="0">
            <a:solidFill>
              <a:schemeClr val="tx1"/>
            </a:solidFill>
          </a:endParaRPr>
        </a:p>
      </dgm:t>
    </dgm:pt>
    <dgm:pt modelId="{C8031A5E-D38C-42C3-8857-583D644A8926}" type="parTrans" cxnId="{F53284EC-54F1-4B4E-918C-ED3E0D223D00}">
      <dgm:prSet/>
      <dgm:spPr/>
      <dgm:t>
        <a:bodyPr/>
        <a:lstStyle/>
        <a:p>
          <a:pPr rtl="1"/>
          <a:endParaRPr lang="he-IL">
            <a:solidFill>
              <a:schemeClr val="tx1"/>
            </a:solidFill>
          </a:endParaRPr>
        </a:p>
      </dgm:t>
    </dgm:pt>
    <dgm:pt modelId="{12203641-BC75-4F2B-9B77-9A3E3711F5A3}" type="sibTrans" cxnId="{F53284EC-54F1-4B4E-918C-ED3E0D223D00}">
      <dgm:prSet/>
      <dgm:spPr/>
      <dgm:t>
        <a:bodyPr/>
        <a:lstStyle/>
        <a:p>
          <a:pPr rtl="1"/>
          <a:endParaRPr lang="he-IL">
            <a:solidFill>
              <a:schemeClr val="tx1"/>
            </a:solidFill>
          </a:endParaRPr>
        </a:p>
      </dgm:t>
    </dgm:pt>
    <dgm:pt modelId="{54E1559D-BC43-41A4-A325-43DE106B9973}">
      <dgm:prSet custT="1"/>
      <dgm:spPr>
        <a:solidFill>
          <a:schemeClr val="bg1">
            <a:lumMod val="90000"/>
          </a:schemeClr>
        </a:solidFill>
      </dgm:spPr>
      <dgm:t>
        <a:bodyPr/>
        <a:lstStyle/>
        <a:p>
          <a:pPr rtl="1"/>
          <a:r>
            <a:rPr lang="en-US" sz="2000" dirty="0">
              <a:solidFill>
                <a:schemeClr val="tx1"/>
              </a:solidFill>
            </a:rPr>
            <a:t>What pedagogic knowledge do they need?</a:t>
          </a:r>
          <a:endParaRPr lang="he-IL" sz="2000" dirty="0">
            <a:solidFill>
              <a:schemeClr val="tx1"/>
            </a:solidFill>
          </a:endParaRPr>
        </a:p>
      </dgm:t>
    </dgm:pt>
    <dgm:pt modelId="{2771F5FA-3D62-4897-B828-5C9593626A46}" type="parTrans" cxnId="{1C98E86D-6A13-4AE3-92C8-9EDCBBB20B18}">
      <dgm:prSet/>
      <dgm:spPr/>
      <dgm:t>
        <a:bodyPr/>
        <a:lstStyle/>
        <a:p>
          <a:pPr rtl="1"/>
          <a:endParaRPr lang="he-IL">
            <a:solidFill>
              <a:schemeClr val="tx1"/>
            </a:solidFill>
          </a:endParaRPr>
        </a:p>
      </dgm:t>
    </dgm:pt>
    <dgm:pt modelId="{11F45D31-612D-48C1-8475-7DD7C36C7954}" type="sibTrans" cxnId="{1C98E86D-6A13-4AE3-92C8-9EDCBBB20B18}">
      <dgm:prSet/>
      <dgm:spPr/>
      <dgm:t>
        <a:bodyPr/>
        <a:lstStyle/>
        <a:p>
          <a:pPr rtl="1"/>
          <a:endParaRPr lang="he-IL">
            <a:solidFill>
              <a:schemeClr val="tx1"/>
            </a:solidFill>
          </a:endParaRPr>
        </a:p>
      </dgm:t>
    </dgm:pt>
    <dgm:pt modelId="{08C01BB8-3443-4D10-8C6A-FA3E575AB648}">
      <dgm:prSet custT="1"/>
      <dgm:spPr>
        <a:solidFill>
          <a:schemeClr val="bg1">
            <a:lumMod val="90000"/>
          </a:schemeClr>
        </a:solidFill>
      </dgm:spPr>
      <dgm:t>
        <a:bodyPr/>
        <a:lstStyle/>
        <a:p>
          <a:pPr rtl="1"/>
          <a:r>
            <a:rPr lang="en-US" sz="2000" dirty="0">
              <a:solidFill>
                <a:schemeClr val="tx1"/>
              </a:solidFill>
            </a:rPr>
            <a:t>How specific should skill instruction be?</a:t>
          </a:r>
          <a:endParaRPr lang="he-IL" sz="2000" dirty="0">
            <a:solidFill>
              <a:schemeClr val="tx1"/>
            </a:solidFill>
          </a:endParaRPr>
        </a:p>
      </dgm:t>
    </dgm:pt>
    <dgm:pt modelId="{CF13996A-14D4-46B8-B8DA-F03E08FF0FC6}" type="parTrans" cxnId="{06540DF3-4D35-4191-85A0-8BBD0BC31137}">
      <dgm:prSet/>
      <dgm:spPr/>
      <dgm:t>
        <a:bodyPr/>
        <a:lstStyle/>
        <a:p>
          <a:pPr rtl="1"/>
          <a:endParaRPr lang="he-IL">
            <a:solidFill>
              <a:schemeClr val="tx1"/>
            </a:solidFill>
          </a:endParaRPr>
        </a:p>
      </dgm:t>
    </dgm:pt>
    <dgm:pt modelId="{42218EFA-B8F8-4D4B-96D1-0C197F5B5128}" type="sibTrans" cxnId="{06540DF3-4D35-4191-85A0-8BBD0BC31137}">
      <dgm:prSet/>
      <dgm:spPr/>
      <dgm:t>
        <a:bodyPr/>
        <a:lstStyle/>
        <a:p>
          <a:pPr rtl="1"/>
          <a:endParaRPr lang="he-IL">
            <a:solidFill>
              <a:schemeClr val="tx1"/>
            </a:solidFill>
          </a:endParaRPr>
        </a:p>
      </dgm:t>
    </dgm:pt>
    <dgm:pt modelId="{70B1A0CC-582D-48A2-8F0B-5355160AC0A0}">
      <dgm:prSet custT="1"/>
      <dgm:spPr>
        <a:solidFill>
          <a:schemeClr val="accent1"/>
        </a:solidFill>
      </dgm:spPr>
      <dgm:t>
        <a:bodyPr/>
        <a:lstStyle/>
        <a:p>
          <a:pPr rtl="1"/>
          <a:r>
            <a:rPr lang="en-US" sz="2000" dirty="0">
              <a:solidFill>
                <a:schemeClr val="tx1"/>
              </a:solidFill>
            </a:rPr>
            <a:t>Which decisions need to be made?</a:t>
          </a:r>
          <a:endParaRPr lang="he-IL" sz="2000" dirty="0">
            <a:solidFill>
              <a:schemeClr val="tx1"/>
            </a:solidFill>
          </a:endParaRPr>
        </a:p>
      </dgm:t>
    </dgm:pt>
    <dgm:pt modelId="{A489EE92-5281-420E-93D2-F564E95746D3}" type="parTrans" cxnId="{0898D78A-2F6F-4242-ABF4-158D1C93E417}">
      <dgm:prSet/>
      <dgm:spPr/>
      <dgm:t>
        <a:bodyPr/>
        <a:lstStyle/>
        <a:p>
          <a:pPr rtl="1"/>
          <a:endParaRPr lang="he-IL">
            <a:solidFill>
              <a:schemeClr val="tx1"/>
            </a:solidFill>
          </a:endParaRPr>
        </a:p>
      </dgm:t>
    </dgm:pt>
    <dgm:pt modelId="{C3B24685-7636-4120-98F6-E98E4EA40D7D}" type="sibTrans" cxnId="{0898D78A-2F6F-4242-ABF4-158D1C93E417}">
      <dgm:prSet/>
      <dgm:spPr/>
      <dgm:t>
        <a:bodyPr/>
        <a:lstStyle/>
        <a:p>
          <a:pPr rtl="1"/>
          <a:endParaRPr lang="he-IL">
            <a:solidFill>
              <a:schemeClr val="tx1"/>
            </a:solidFill>
          </a:endParaRPr>
        </a:p>
      </dgm:t>
    </dgm:pt>
    <dgm:pt modelId="{0C0A603C-1D85-4610-AD30-ED4EA598BEC7}" type="pres">
      <dgm:prSet presAssocID="{8CCE8AEA-1B51-4391-A2ED-4842895EBF8C}" presName="diagram" presStyleCnt="0">
        <dgm:presLayoutVars>
          <dgm:chPref val="1"/>
          <dgm:dir/>
          <dgm:animOne val="branch"/>
          <dgm:animLvl val="lvl"/>
          <dgm:resizeHandles val="exact"/>
        </dgm:presLayoutVars>
      </dgm:prSet>
      <dgm:spPr/>
    </dgm:pt>
    <dgm:pt modelId="{F39EE8D2-0105-43B7-A154-B62EFB082BE8}" type="pres">
      <dgm:prSet presAssocID="{80D3524D-24BF-4F20-B431-DE96A578FBA4}" presName="root1" presStyleCnt="0"/>
      <dgm:spPr/>
    </dgm:pt>
    <dgm:pt modelId="{30016B56-5A60-496F-83EB-1F15C2E19222}" type="pres">
      <dgm:prSet presAssocID="{80D3524D-24BF-4F20-B431-DE96A578FBA4}" presName="LevelOneTextNode" presStyleLbl="node0" presStyleIdx="0" presStyleCnt="6" custScaleX="393341" custLinFactNeighborY="4224">
        <dgm:presLayoutVars>
          <dgm:chPref val="3"/>
        </dgm:presLayoutVars>
      </dgm:prSet>
      <dgm:spPr/>
    </dgm:pt>
    <dgm:pt modelId="{E8741E58-8696-4B87-A679-6A25791E17E5}" type="pres">
      <dgm:prSet presAssocID="{80D3524D-24BF-4F20-B431-DE96A578FBA4}" presName="level2hierChild" presStyleCnt="0"/>
      <dgm:spPr/>
    </dgm:pt>
    <dgm:pt modelId="{29BF1A2C-13CA-4503-BDDA-A6513509C3CE}" type="pres">
      <dgm:prSet presAssocID="{98028B84-2395-45C1-8038-8B076FA43693}" presName="root1" presStyleCnt="0"/>
      <dgm:spPr/>
    </dgm:pt>
    <dgm:pt modelId="{9DAE0730-53DE-4B5F-8296-9A249EDBDA36}" type="pres">
      <dgm:prSet presAssocID="{98028B84-2395-45C1-8038-8B076FA43693}" presName="LevelOneTextNode" presStyleLbl="node0" presStyleIdx="1" presStyleCnt="6" custScaleX="393341" custLinFactNeighborY="4224">
        <dgm:presLayoutVars>
          <dgm:chPref val="3"/>
        </dgm:presLayoutVars>
      </dgm:prSet>
      <dgm:spPr/>
    </dgm:pt>
    <dgm:pt modelId="{03F7B8E2-FD44-41CB-8916-960792136C95}" type="pres">
      <dgm:prSet presAssocID="{98028B84-2395-45C1-8038-8B076FA43693}" presName="level2hierChild" presStyleCnt="0"/>
      <dgm:spPr/>
    </dgm:pt>
    <dgm:pt modelId="{AC29EF83-3BFE-498B-9ED8-C72A844693D8}" type="pres">
      <dgm:prSet presAssocID="{731FC151-EC6E-4393-A0DA-74AA8F913877}" presName="root1" presStyleCnt="0"/>
      <dgm:spPr/>
    </dgm:pt>
    <dgm:pt modelId="{F191052A-1A9E-4CB3-9EA1-1A009948F674}" type="pres">
      <dgm:prSet presAssocID="{731FC151-EC6E-4393-A0DA-74AA8F913877}" presName="LevelOneTextNode" presStyleLbl="node0" presStyleIdx="2" presStyleCnt="6" custScaleX="393341" custLinFactNeighborY="4224">
        <dgm:presLayoutVars>
          <dgm:chPref val="3"/>
        </dgm:presLayoutVars>
      </dgm:prSet>
      <dgm:spPr/>
    </dgm:pt>
    <dgm:pt modelId="{3B9444B6-248D-4694-BB7D-9014507618A1}" type="pres">
      <dgm:prSet presAssocID="{731FC151-EC6E-4393-A0DA-74AA8F913877}" presName="level2hierChild" presStyleCnt="0"/>
      <dgm:spPr/>
    </dgm:pt>
    <dgm:pt modelId="{14D0EA09-CC53-4087-95B6-CEC02803E9EB}" type="pres">
      <dgm:prSet presAssocID="{54E1559D-BC43-41A4-A325-43DE106B9973}" presName="root1" presStyleCnt="0"/>
      <dgm:spPr/>
    </dgm:pt>
    <dgm:pt modelId="{5A98FDA3-B036-46DF-B157-AD6B3FA0228E}" type="pres">
      <dgm:prSet presAssocID="{54E1559D-BC43-41A4-A325-43DE106B9973}" presName="LevelOneTextNode" presStyleLbl="node0" presStyleIdx="3" presStyleCnt="6" custScaleX="393341" custLinFactNeighborY="4224">
        <dgm:presLayoutVars>
          <dgm:chPref val="3"/>
        </dgm:presLayoutVars>
      </dgm:prSet>
      <dgm:spPr/>
    </dgm:pt>
    <dgm:pt modelId="{4A1331CA-5594-4EEA-9DF7-585F711535CE}" type="pres">
      <dgm:prSet presAssocID="{54E1559D-BC43-41A4-A325-43DE106B9973}" presName="level2hierChild" presStyleCnt="0"/>
      <dgm:spPr/>
    </dgm:pt>
    <dgm:pt modelId="{634014F7-388F-4240-9B2F-3FFCE622CD91}" type="pres">
      <dgm:prSet presAssocID="{08C01BB8-3443-4D10-8C6A-FA3E575AB648}" presName="root1" presStyleCnt="0"/>
      <dgm:spPr/>
    </dgm:pt>
    <dgm:pt modelId="{7889E6F7-88E6-481D-9A55-E89AAC806364}" type="pres">
      <dgm:prSet presAssocID="{08C01BB8-3443-4D10-8C6A-FA3E575AB648}" presName="LevelOneTextNode" presStyleLbl="node0" presStyleIdx="4" presStyleCnt="6" custScaleX="393341" custLinFactNeighborY="4224">
        <dgm:presLayoutVars>
          <dgm:chPref val="3"/>
        </dgm:presLayoutVars>
      </dgm:prSet>
      <dgm:spPr/>
    </dgm:pt>
    <dgm:pt modelId="{8096AE2C-7D93-4776-8800-D6B9C1B90FFD}" type="pres">
      <dgm:prSet presAssocID="{08C01BB8-3443-4D10-8C6A-FA3E575AB648}" presName="level2hierChild" presStyleCnt="0"/>
      <dgm:spPr/>
    </dgm:pt>
    <dgm:pt modelId="{ECDD9FE4-18A0-4531-B840-CCE52CE39C6A}" type="pres">
      <dgm:prSet presAssocID="{70B1A0CC-582D-48A2-8F0B-5355160AC0A0}" presName="root1" presStyleCnt="0"/>
      <dgm:spPr/>
    </dgm:pt>
    <dgm:pt modelId="{E9442F3E-364E-4FC1-A45E-3A623D209D49}" type="pres">
      <dgm:prSet presAssocID="{70B1A0CC-582D-48A2-8F0B-5355160AC0A0}" presName="LevelOneTextNode" presStyleLbl="node0" presStyleIdx="5" presStyleCnt="6" custScaleX="393341">
        <dgm:presLayoutVars>
          <dgm:chPref val="3"/>
        </dgm:presLayoutVars>
      </dgm:prSet>
      <dgm:spPr/>
    </dgm:pt>
    <dgm:pt modelId="{42972157-9AAA-4637-BF0E-D670CAC3AF08}" type="pres">
      <dgm:prSet presAssocID="{70B1A0CC-582D-48A2-8F0B-5355160AC0A0}" presName="level2hierChild" presStyleCnt="0"/>
      <dgm:spPr/>
    </dgm:pt>
  </dgm:ptLst>
  <dgm:cxnLst>
    <dgm:cxn modelId="{10947C08-EC92-4038-914D-D2ED53C6FB74}" srcId="{8CCE8AEA-1B51-4391-A2ED-4842895EBF8C}" destId="{98028B84-2395-45C1-8038-8B076FA43693}" srcOrd="1" destOrd="0" parTransId="{D164C9FD-6F6B-45DF-BD20-05DD813D2ECC}" sibTransId="{25AD5154-8078-4E34-9625-4C798D8BF420}"/>
    <dgm:cxn modelId="{D127963B-7B51-4FA3-ACE5-AEA0E97AB5E1}" type="presOf" srcId="{98028B84-2395-45C1-8038-8B076FA43693}" destId="{9DAE0730-53DE-4B5F-8296-9A249EDBDA36}" srcOrd="0" destOrd="0" presId="urn:microsoft.com/office/officeart/2005/8/layout/hierarchy2"/>
    <dgm:cxn modelId="{4ADF7B5C-5476-4DDA-AE78-C0FF05847D8A}" type="presOf" srcId="{80D3524D-24BF-4F20-B431-DE96A578FBA4}" destId="{30016B56-5A60-496F-83EB-1F15C2E19222}" srcOrd="0" destOrd="0" presId="urn:microsoft.com/office/officeart/2005/8/layout/hierarchy2"/>
    <dgm:cxn modelId="{90A42768-07AC-46E7-8E6B-E4FC137E4882}" type="presOf" srcId="{8CCE8AEA-1B51-4391-A2ED-4842895EBF8C}" destId="{0C0A603C-1D85-4610-AD30-ED4EA598BEC7}" srcOrd="0" destOrd="0" presId="urn:microsoft.com/office/officeart/2005/8/layout/hierarchy2"/>
    <dgm:cxn modelId="{1C98E86D-6A13-4AE3-92C8-9EDCBBB20B18}" srcId="{8CCE8AEA-1B51-4391-A2ED-4842895EBF8C}" destId="{54E1559D-BC43-41A4-A325-43DE106B9973}" srcOrd="3" destOrd="0" parTransId="{2771F5FA-3D62-4897-B828-5C9593626A46}" sibTransId="{11F45D31-612D-48C1-8475-7DD7C36C7954}"/>
    <dgm:cxn modelId="{7CC4D24F-E338-4CE3-AB45-BD7950F5561F}" srcId="{8CCE8AEA-1B51-4391-A2ED-4842895EBF8C}" destId="{80D3524D-24BF-4F20-B431-DE96A578FBA4}" srcOrd="0" destOrd="0" parTransId="{7AB27A43-74D0-446D-B978-8E13E574E197}" sibTransId="{7FFAD83B-40C2-412D-88E7-3589FF7E1604}"/>
    <dgm:cxn modelId="{B6B75171-0877-480E-9C93-F1D4B5F2DDCD}" type="presOf" srcId="{731FC151-EC6E-4393-A0DA-74AA8F913877}" destId="{F191052A-1A9E-4CB3-9EA1-1A009948F674}" srcOrd="0" destOrd="0" presId="urn:microsoft.com/office/officeart/2005/8/layout/hierarchy2"/>
    <dgm:cxn modelId="{239BC37E-C993-4B91-9DA0-DBB3F84004D7}" type="presOf" srcId="{54E1559D-BC43-41A4-A325-43DE106B9973}" destId="{5A98FDA3-B036-46DF-B157-AD6B3FA0228E}" srcOrd="0" destOrd="0" presId="urn:microsoft.com/office/officeart/2005/8/layout/hierarchy2"/>
    <dgm:cxn modelId="{0898D78A-2F6F-4242-ABF4-158D1C93E417}" srcId="{8CCE8AEA-1B51-4391-A2ED-4842895EBF8C}" destId="{70B1A0CC-582D-48A2-8F0B-5355160AC0A0}" srcOrd="5" destOrd="0" parTransId="{A489EE92-5281-420E-93D2-F564E95746D3}" sibTransId="{C3B24685-7636-4120-98F6-E98E4EA40D7D}"/>
    <dgm:cxn modelId="{2526069B-D6C4-4F22-9E65-3DC8F3576774}" type="presOf" srcId="{08C01BB8-3443-4D10-8C6A-FA3E575AB648}" destId="{7889E6F7-88E6-481D-9A55-E89AAC806364}" srcOrd="0" destOrd="0" presId="urn:microsoft.com/office/officeart/2005/8/layout/hierarchy2"/>
    <dgm:cxn modelId="{F53284EC-54F1-4B4E-918C-ED3E0D223D00}" srcId="{8CCE8AEA-1B51-4391-A2ED-4842895EBF8C}" destId="{731FC151-EC6E-4393-A0DA-74AA8F913877}" srcOrd="2" destOrd="0" parTransId="{C8031A5E-D38C-42C3-8857-583D644A8926}" sibTransId="{12203641-BC75-4F2B-9B77-9A3E3711F5A3}"/>
    <dgm:cxn modelId="{263258F1-30DD-4E8E-B014-6C549FEFA513}" type="presOf" srcId="{70B1A0CC-582D-48A2-8F0B-5355160AC0A0}" destId="{E9442F3E-364E-4FC1-A45E-3A623D209D49}" srcOrd="0" destOrd="0" presId="urn:microsoft.com/office/officeart/2005/8/layout/hierarchy2"/>
    <dgm:cxn modelId="{06540DF3-4D35-4191-85A0-8BBD0BC31137}" srcId="{8CCE8AEA-1B51-4391-A2ED-4842895EBF8C}" destId="{08C01BB8-3443-4D10-8C6A-FA3E575AB648}" srcOrd="4" destOrd="0" parTransId="{CF13996A-14D4-46B8-B8DA-F03E08FF0FC6}" sibTransId="{42218EFA-B8F8-4D4B-96D1-0C197F5B5128}"/>
    <dgm:cxn modelId="{D6AF3410-5F33-4414-A46D-B67E887BB1DD}" type="presParOf" srcId="{0C0A603C-1D85-4610-AD30-ED4EA598BEC7}" destId="{F39EE8D2-0105-43B7-A154-B62EFB082BE8}" srcOrd="0" destOrd="0" presId="urn:microsoft.com/office/officeart/2005/8/layout/hierarchy2"/>
    <dgm:cxn modelId="{5DD4C011-1E03-4D51-B547-4A9909DB4CBE}" type="presParOf" srcId="{F39EE8D2-0105-43B7-A154-B62EFB082BE8}" destId="{30016B56-5A60-496F-83EB-1F15C2E19222}" srcOrd="0" destOrd="0" presId="urn:microsoft.com/office/officeart/2005/8/layout/hierarchy2"/>
    <dgm:cxn modelId="{2259EFBA-A808-4247-BF7C-FAF21DD6B820}" type="presParOf" srcId="{F39EE8D2-0105-43B7-A154-B62EFB082BE8}" destId="{E8741E58-8696-4B87-A679-6A25791E17E5}" srcOrd="1" destOrd="0" presId="urn:microsoft.com/office/officeart/2005/8/layout/hierarchy2"/>
    <dgm:cxn modelId="{176C17AD-E35D-4035-94FA-8EF20B9E3B9A}" type="presParOf" srcId="{0C0A603C-1D85-4610-AD30-ED4EA598BEC7}" destId="{29BF1A2C-13CA-4503-BDDA-A6513509C3CE}" srcOrd="1" destOrd="0" presId="urn:microsoft.com/office/officeart/2005/8/layout/hierarchy2"/>
    <dgm:cxn modelId="{E59A3E21-9265-4570-8299-FCCECCEBA3F0}" type="presParOf" srcId="{29BF1A2C-13CA-4503-BDDA-A6513509C3CE}" destId="{9DAE0730-53DE-4B5F-8296-9A249EDBDA36}" srcOrd="0" destOrd="0" presId="urn:microsoft.com/office/officeart/2005/8/layout/hierarchy2"/>
    <dgm:cxn modelId="{A57DD7D2-AD0B-40CA-809C-676C068F42A5}" type="presParOf" srcId="{29BF1A2C-13CA-4503-BDDA-A6513509C3CE}" destId="{03F7B8E2-FD44-41CB-8916-960792136C95}" srcOrd="1" destOrd="0" presId="urn:microsoft.com/office/officeart/2005/8/layout/hierarchy2"/>
    <dgm:cxn modelId="{A67C0EC2-1A4D-45CF-B8FB-6932BADA57E7}" type="presParOf" srcId="{0C0A603C-1D85-4610-AD30-ED4EA598BEC7}" destId="{AC29EF83-3BFE-498B-9ED8-C72A844693D8}" srcOrd="2" destOrd="0" presId="urn:microsoft.com/office/officeart/2005/8/layout/hierarchy2"/>
    <dgm:cxn modelId="{02CE2FC6-BBD9-4CFE-BD4D-AE20A4422FC1}" type="presParOf" srcId="{AC29EF83-3BFE-498B-9ED8-C72A844693D8}" destId="{F191052A-1A9E-4CB3-9EA1-1A009948F674}" srcOrd="0" destOrd="0" presId="urn:microsoft.com/office/officeart/2005/8/layout/hierarchy2"/>
    <dgm:cxn modelId="{06DB013E-C952-492B-9CC1-2956FAE2D5AB}" type="presParOf" srcId="{AC29EF83-3BFE-498B-9ED8-C72A844693D8}" destId="{3B9444B6-248D-4694-BB7D-9014507618A1}" srcOrd="1" destOrd="0" presId="urn:microsoft.com/office/officeart/2005/8/layout/hierarchy2"/>
    <dgm:cxn modelId="{4B2815AF-74E1-443B-91CD-8C45A0BB23A6}" type="presParOf" srcId="{0C0A603C-1D85-4610-AD30-ED4EA598BEC7}" destId="{14D0EA09-CC53-4087-95B6-CEC02803E9EB}" srcOrd="3" destOrd="0" presId="urn:microsoft.com/office/officeart/2005/8/layout/hierarchy2"/>
    <dgm:cxn modelId="{FEA132FE-2B77-44DB-9D4B-2AE9BF52AA30}" type="presParOf" srcId="{14D0EA09-CC53-4087-95B6-CEC02803E9EB}" destId="{5A98FDA3-B036-46DF-B157-AD6B3FA0228E}" srcOrd="0" destOrd="0" presId="urn:microsoft.com/office/officeart/2005/8/layout/hierarchy2"/>
    <dgm:cxn modelId="{585B1969-9AAD-4DE5-AE00-B9F2A9191D3D}" type="presParOf" srcId="{14D0EA09-CC53-4087-95B6-CEC02803E9EB}" destId="{4A1331CA-5594-4EEA-9DF7-585F711535CE}" srcOrd="1" destOrd="0" presId="urn:microsoft.com/office/officeart/2005/8/layout/hierarchy2"/>
    <dgm:cxn modelId="{01C138CB-C905-403E-90CE-92BBA2ABC880}" type="presParOf" srcId="{0C0A603C-1D85-4610-AD30-ED4EA598BEC7}" destId="{634014F7-388F-4240-9B2F-3FFCE622CD91}" srcOrd="4" destOrd="0" presId="urn:microsoft.com/office/officeart/2005/8/layout/hierarchy2"/>
    <dgm:cxn modelId="{3B16F61D-F8A8-4964-A234-683835F2FBA8}" type="presParOf" srcId="{634014F7-388F-4240-9B2F-3FFCE622CD91}" destId="{7889E6F7-88E6-481D-9A55-E89AAC806364}" srcOrd="0" destOrd="0" presId="urn:microsoft.com/office/officeart/2005/8/layout/hierarchy2"/>
    <dgm:cxn modelId="{EEE958DA-5058-44DF-9EE5-EA849D9677AE}" type="presParOf" srcId="{634014F7-388F-4240-9B2F-3FFCE622CD91}" destId="{8096AE2C-7D93-4776-8800-D6B9C1B90FFD}" srcOrd="1" destOrd="0" presId="urn:microsoft.com/office/officeart/2005/8/layout/hierarchy2"/>
    <dgm:cxn modelId="{E1109807-F215-4526-AF9B-7F8CE5E81E53}" type="presParOf" srcId="{0C0A603C-1D85-4610-AD30-ED4EA598BEC7}" destId="{ECDD9FE4-18A0-4531-B840-CCE52CE39C6A}" srcOrd="5" destOrd="0" presId="urn:microsoft.com/office/officeart/2005/8/layout/hierarchy2"/>
    <dgm:cxn modelId="{B2F8A6F6-128E-464F-B073-63FA02D73651}" type="presParOf" srcId="{ECDD9FE4-18A0-4531-B840-CCE52CE39C6A}" destId="{E9442F3E-364E-4FC1-A45E-3A623D209D49}" srcOrd="0" destOrd="0" presId="urn:microsoft.com/office/officeart/2005/8/layout/hierarchy2"/>
    <dgm:cxn modelId="{F2374A9C-4BDE-40E1-970B-1D7A44F4801A}" type="presParOf" srcId="{ECDD9FE4-18A0-4531-B840-CCE52CE39C6A}" destId="{42972157-9AAA-4637-BF0E-D670CAC3AF08}"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B35BDFB-99D8-4677-803B-26644659068E}" type="doc">
      <dgm:prSet loTypeId="urn:microsoft.com/office/officeart/2005/8/layout/hList1" loCatId="list" qsTypeId="urn:microsoft.com/office/officeart/2005/8/quickstyle/simple1" qsCatId="simple" csTypeId="urn:microsoft.com/office/officeart/2005/8/colors/accent2_2" csCatId="accent2" phldr="1"/>
      <dgm:spPr/>
      <dgm:t>
        <a:bodyPr/>
        <a:lstStyle/>
        <a:p>
          <a:pPr rtl="1"/>
          <a:endParaRPr lang="he-IL"/>
        </a:p>
      </dgm:t>
    </dgm:pt>
    <dgm:pt modelId="{324B54B9-44E8-4E48-8B8A-E15252DC1EF0}">
      <dgm:prSet custT="1"/>
      <dgm:spPr/>
      <dgm:t>
        <a:bodyPr/>
        <a:lstStyle/>
        <a:p>
          <a:pPr rtl="1"/>
          <a:r>
            <a:rPr lang="en-US" sz="1800" b="1" dirty="0"/>
            <a:t>Who will plan?</a:t>
          </a:r>
          <a:endParaRPr lang="he-IL" sz="1800" dirty="0"/>
        </a:p>
      </dgm:t>
    </dgm:pt>
    <dgm:pt modelId="{B2E1B398-BB68-4BA0-A154-32CEB3DE5166}" type="parTrans" cxnId="{230E9D77-26D0-4392-AECF-BDBE758DC632}">
      <dgm:prSet/>
      <dgm:spPr/>
      <dgm:t>
        <a:bodyPr/>
        <a:lstStyle/>
        <a:p>
          <a:pPr rtl="1"/>
          <a:endParaRPr lang="he-IL" sz="1800"/>
        </a:p>
      </dgm:t>
    </dgm:pt>
    <dgm:pt modelId="{9B4B2310-C11D-4836-B4F0-CA187B6BCB6A}" type="sibTrans" cxnId="{230E9D77-26D0-4392-AECF-BDBE758DC632}">
      <dgm:prSet/>
      <dgm:spPr/>
      <dgm:t>
        <a:bodyPr/>
        <a:lstStyle/>
        <a:p>
          <a:pPr rtl="1"/>
          <a:endParaRPr lang="he-IL" sz="1800"/>
        </a:p>
      </dgm:t>
    </dgm:pt>
    <dgm:pt modelId="{B7B57BE5-59AA-4EA3-B2A0-6FA06CE16BBE}">
      <dgm:prSet custT="1"/>
      <dgm:spPr/>
      <dgm:t>
        <a:bodyPr/>
        <a:lstStyle/>
        <a:p>
          <a:pPr rtl="1"/>
          <a:r>
            <a:rPr lang="en-US" sz="1800" dirty="0"/>
            <a:t>Teacher</a:t>
          </a:r>
          <a:endParaRPr lang="he-IL" sz="1800" dirty="0"/>
        </a:p>
      </dgm:t>
    </dgm:pt>
    <dgm:pt modelId="{62130BF4-DC6E-49F4-A76C-597D3A1AFA38}" type="parTrans" cxnId="{F8401E44-F9B8-447D-9881-7B36CC24B9FC}">
      <dgm:prSet/>
      <dgm:spPr/>
      <dgm:t>
        <a:bodyPr/>
        <a:lstStyle/>
        <a:p>
          <a:pPr rtl="1"/>
          <a:endParaRPr lang="he-IL" sz="1800"/>
        </a:p>
      </dgm:t>
    </dgm:pt>
    <dgm:pt modelId="{766AFEE0-FDE4-4673-BD69-55A6863CF00D}" type="sibTrans" cxnId="{F8401E44-F9B8-447D-9881-7B36CC24B9FC}">
      <dgm:prSet/>
      <dgm:spPr/>
      <dgm:t>
        <a:bodyPr/>
        <a:lstStyle/>
        <a:p>
          <a:pPr rtl="1"/>
          <a:endParaRPr lang="he-IL" sz="1800"/>
        </a:p>
      </dgm:t>
    </dgm:pt>
    <dgm:pt modelId="{CBF2C8E6-886F-429C-80D1-E2478EBA7384}">
      <dgm:prSet custT="1"/>
      <dgm:spPr/>
      <dgm:t>
        <a:bodyPr/>
        <a:lstStyle/>
        <a:p>
          <a:pPr marL="271463" indent="-180975" rtl="1"/>
          <a:r>
            <a:rPr lang="en-US" sz="1800" dirty="0"/>
            <a:t>Single activity</a:t>
          </a:r>
          <a:endParaRPr lang="he-IL" sz="1800" dirty="0"/>
        </a:p>
      </dgm:t>
    </dgm:pt>
    <dgm:pt modelId="{371B2205-95ED-47CD-8CB5-6666F130CBEB}" type="parTrans" cxnId="{24DF2EAF-AC25-479A-8B15-E542DC410FD1}">
      <dgm:prSet/>
      <dgm:spPr/>
      <dgm:t>
        <a:bodyPr/>
        <a:lstStyle/>
        <a:p>
          <a:pPr rtl="1"/>
          <a:endParaRPr lang="he-IL" sz="1800"/>
        </a:p>
      </dgm:t>
    </dgm:pt>
    <dgm:pt modelId="{C2A8EBC6-3CCA-4A21-8B3A-68DCC1BBD91A}" type="sibTrans" cxnId="{24DF2EAF-AC25-479A-8B15-E542DC410FD1}">
      <dgm:prSet/>
      <dgm:spPr/>
      <dgm:t>
        <a:bodyPr/>
        <a:lstStyle/>
        <a:p>
          <a:pPr rtl="1"/>
          <a:endParaRPr lang="he-IL" sz="1800"/>
        </a:p>
      </dgm:t>
    </dgm:pt>
    <dgm:pt modelId="{ADA9FD44-1A5B-49DC-8F5E-16774CA7A550}">
      <dgm:prSet custT="1"/>
      <dgm:spPr/>
      <dgm:t>
        <a:bodyPr/>
        <a:lstStyle/>
        <a:p>
          <a:pPr rtl="1"/>
          <a:r>
            <a:rPr lang="en-US" sz="1800" b="1"/>
            <a:t>Who will teach?</a:t>
          </a:r>
          <a:endParaRPr lang="he-IL" sz="1800" dirty="0"/>
        </a:p>
      </dgm:t>
    </dgm:pt>
    <dgm:pt modelId="{A0D15F2B-7DC0-43AA-B77E-F36B5D7E7E88}" type="parTrans" cxnId="{D211877B-231C-4628-BF31-C35904B3FB78}">
      <dgm:prSet/>
      <dgm:spPr/>
      <dgm:t>
        <a:bodyPr/>
        <a:lstStyle/>
        <a:p>
          <a:pPr rtl="1"/>
          <a:endParaRPr lang="he-IL" sz="1800"/>
        </a:p>
      </dgm:t>
    </dgm:pt>
    <dgm:pt modelId="{A5922F01-828A-4C8F-9F14-66C0BC86EFBA}" type="sibTrans" cxnId="{D211877B-231C-4628-BF31-C35904B3FB78}">
      <dgm:prSet/>
      <dgm:spPr/>
      <dgm:t>
        <a:bodyPr/>
        <a:lstStyle/>
        <a:p>
          <a:pPr rtl="1"/>
          <a:endParaRPr lang="he-IL" sz="1800"/>
        </a:p>
      </dgm:t>
    </dgm:pt>
    <dgm:pt modelId="{356E7901-1E42-4DDF-A6F6-14CC04C02958}">
      <dgm:prSet custT="1"/>
      <dgm:spPr/>
      <dgm:t>
        <a:bodyPr/>
        <a:lstStyle/>
        <a:p>
          <a:pPr marL="271463" lvl="1" indent="-180975" algn="r" defTabSz="800100" rtl="1">
            <a:lnSpc>
              <a:spcPct val="90000"/>
            </a:lnSpc>
            <a:spcBef>
              <a:spcPct val="0"/>
            </a:spcBef>
            <a:spcAft>
              <a:spcPct val="15000"/>
            </a:spcAft>
          </a:pPr>
          <a:r>
            <a:rPr lang="en-US" sz="1800" kern="1200" dirty="0">
              <a:solidFill>
                <a:srgbClr val="262626">
                  <a:hueOff val="0"/>
                  <a:satOff val="0"/>
                  <a:lumOff val="0"/>
                  <a:alphaOff val="0"/>
                </a:srgbClr>
              </a:solidFill>
              <a:latin typeface="Calibri"/>
              <a:ea typeface="+mn-ea"/>
              <a:cs typeface="Calibri"/>
            </a:rPr>
            <a:t>Motivated</a:t>
          </a:r>
          <a:endParaRPr lang="he-IL" sz="1800" kern="1200" dirty="0">
            <a:solidFill>
              <a:srgbClr val="262626">
                <a:hueOff val="0"/>
                <a:satOff val="0"/>
                <a:lumOff val="0"/>
                <a:alphaOff val="0"/>
              </a:srgbClr>
            </a:solidFill>
            <a:latin typeface="Calibri"/>
            <a:ea typeface="+mn-ea"/>
            <a:cs typeface="Calibri"/>
          </a:endParaRPr>
        </a:p>
      </dgm:t>
    </dgm:pt>
    <dgm:pt modelId="{F5C9F9ED-93A0-4121-BB83-500871A70716}" type="parTrans" cxnId="{BE7764E1-C80B-4BCC-BE69-DA2235236ED1}">
      <dgm:prSet/>
      <dgm:spPr/>
      <dgm:t>
        <a:bodyPr/>
        <a:lstStyle/>
        <a:p>
          <a:pPr rtl="1"/>
          <a:endParaRPr lang="he-IL" sz="1800"/>
        </a:p>
      </dgm:t>
    </dgm:pt>
    <dgm:pt modelId="{A85B9CB6-980A-4E29-91B2-E1E2D5934508}" type="sibTrans" cxnId="{BE7764E1-C80B-4BCC-BE69-DA2235236ED1}">
      <dgm:prSet/>
      <dgm:spPr/>
      <dgm:t>
        <a:bodyPr/>
        <a:lstStyle/>
        <a:p>
          <a:pPr rtl="1"/>
          <a:endParaRPr lang="he-IL" sz="1800"/>
        </a:p>
      </dgm:t>
    </dgm:pt>
    <dgm:pt modelId="{A9382BEA-E4BA-41F0-8262-F1BD3C397A11}">
      <dgm:prSet custT="1"/>
      <dgm:spPr/>
      <dgm:t>
        <a:bodyPr/>
        <a:lstStyle/>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Proficient in the skill</a:t>
          </a:r>
          <a:endParaRPr lang="he-IL" sz="1800" kern="1200" dirty="0">
            <a:solidFill>
              <a:srgbClr val="262626">
                <a:hueOff val="0"/>
                <a:satOff val="0"/>
                <a:lumOff val="0"/>
                <a:alphaOff val="0"/>
              </a:srgbClr>
            </a:solidFill>
            <a:latin typeface="Calibri"/>
            <a:ea typeface="+mn-ea"/>
            <a:cs typeface="Calibri"/>
          </a:endParaRPr>
        </a:p>
      </dgm:t>
    </dgm:pt>
    <dgm:pt modelId="{E20BCF57-5850-4559-927A-E039B288D307}" type="parTrans" cxnId="{E68B0C6C-C245-4940-9539-BC00E9AF38EC}">
      <dgm:prSet/>
      <dgm:spPr/>
      <dgm:t>
        <a:bodyPr/>
        <a:lstStyle/>
        <a:p>
          <a:pPr rtl="1"/>
          <a:endParaRPr lang="he-IL"/>
        </a:p>
      </dgm:t>
    </dgm:pt>
    <dgm:pt modelId="{2B4F7238-C073-4E18-807F-7FB759C0D176}" type="sibTrans" cxnId="{E68B0C6C-C245-4940-9539-BC00E9AF38EC}">
      <dgm:prSet/>
      <dgm:spPr/>
      <dgm:t>
        <a:bodyPr/>
        <a:lstStyle/>
        <a:p>
          <a:pPr rtl="1"/>
          <a:endParaRPr lang="he-IL"/>
        </a:p>
      </dgm:t>
    </dgm:pt>
    <dgm:pt modelId="{A719D488-A474-4F94-9F9B-34D3A179BBC3}">
      <dgm:prSet custT="1"/>
      <dgm:spPr/>
      <dgm:t>
        <a:bodyPr/>
        <a:lstStyle/>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Proficient in the pedagogy</a:t>
          </a:r>
          <a:endParaRPr lang="he-IL" sz="1800" kern="1200" dirty="0">
            <a:solidFill>
              <a:srgbClr val="262626">
                <a:hueOff val="0"/>
                <a:satOff val="0"/>
                <a:lumOff val="0"/>
                <a:alphaOff val="0"/>
              </a:srgbClr>
            </a:solidFill>
            <a:latin typeface="Calibri"/>
            <a:ea typeface="+mn-ea"/>
            <a:cs typeface="Calibri"/>
          </a:endParaRPr>
        </a:p>
      </dgm:t>
    </dgm:pt>
    <dgm:pt modelId="{9A1F6C04-2657-4393-8CBF-3CF52842AE89}" type="parTrans" cxnId="{3FD320DD-BF28-4978-8DE4-EA9C3DAA043F}">
      <dgm:prSet/>
      <dgm:spPr/>
      <dgm:t>
        <a:bodyPr/>
        <a:lstStyle/>
        <a:p>
          <a:pPr rtl="1"/>
          <a:endParaRPr lang="he-IL"/>
        </a:p>
      </dgm:t>
    </dgm:pt>
    <dgm:pt modelId="{9F6E31D9-EB92-4F60-9852-5706726AA61E}" type="sibTrans" cxnId="{3FD320DD-BF28-4978-8DE4-EA9C3DAA043F}">
      <dgm:prSet/>
      <dgm:spPr/>
      <dgm:t>
        <a:bodyPr/>
        <a:lstStyle/>
        <a:p>
          <a:pPr rtl="1"/>
          <a:endParaRPr lang="he-IL"/>
        </a:p>
      </dgm:t>
    </dgm:pt>
    <dgm:pt modelId="{C9765FBF-D3EC-4D77-898C-F1D4A29DC3C7}">
      <dgm:prSet custT="1"/>
      <dgm:spPr/>
      <dgm:t>
        <a:bodyPr/>
        <a:lstStyle/>
        <a:p>
          <a:pPr rtl="1"/>
          <a:r>
            <a:rPr lang="en-US" sz="1800" dirty="0"/>
            <a:t>External counselor</a:t>
          </a:r>
          <a:endParaRPr lang="he-IL" sz="1800" dirty="0"/>
        </a:p>
      </dgm:t>
    </dgm:pt>
    <dgm:pt modelId="{482644FF-6931-46B9-8DC6-864B6B5B40AA}" type="parTrans" cxnId="{7683EA00-9BBD-4EB2-B203-831C6AE7278A}">
      <dgm:prSet/>
      <dgm:spPr/>
      <dgm:t>
        <a:bodyPr/>
        <a:lstStyle/>
        <a:p>
          <a:pPr rtl="1"/>
          <a:endParaRPr lang="he-IL"/>
        </a:p>
      </dgm:t>
    </dgm:pt>
    <dgm:pt modelId="{8A7599D8-5B50-422C-92FC-258AA7133338}" type="sibTrans" cxnId="{7683EA00-9BBD-4EB2-B203-831C6AE7278A}">
      <dgm:prSet/>
      <dgm:spPr/>
      <dgm:t>
        <a:bodyPr/>
        <a:lstStyle/>
        <a:p>
          <a:pPr rtl="1"/>
          <a:endParaRPr lang="he-IL"/>
        </a:p>
      </dgm:t>
    </dgm:pt>
    <dgm:pt modelId="{B7413268-77F9-4691-9E5E-FFBC67BB7898}">
      <dgm:prSet custT="1"/>
      <dgm:spPr/>
      <dgm:t>
        <a:bodyPr/>
        <a:lstStyle/>
        <a:p>
          <a:pPr marL="271463" indent="-180975" rtl="1"/>
          <a:r>
            <a:rPr lang="en-US" dirty="0"/>
            <a:t>Full course</a:t>
          </a:r>
          <a:endParaRPr lang="he-IL" sz="1800" dirty="0"/>
        </a:p>
      </dgm:t>
    </dgm:pt>
    <dgm:pt modelId="{D61F0FFA-E869-49E0-842E-33756E495914}" type="parTrans" cxnId="{BE591829-62A1-4274-BFEB-6FD4BD6996AF}">
      <dgm:prSet/>
      <dgm:spPr/>
      <dgm:t>
        <a:bodyPr/>
        <a:lstStyle/>
        <a:p>
          <a:pPr rtl="1"/>
          <a:endParaRPr lang="he-IL"/>
        </a:p>
      </dgm:t>
    </dgm:pt>
    <dgm:pt modelId="{75C4747E-CFF4-4B50-A51D-5D20D8D308CC}" type="sibTrans" cxnId="{BE591829-62A1-4274-BFEB-6FD4BD6996AF}">
      <dgm:prSet/>
      <dgm:spPr/>
      <dgm:t>
        <a:bodyPr/>
        <a:lstStyle/>
        <a:p>
          <a:pPr rtl="1"/>
          <a:endParaRPr lang="he-IL"/>
        </a:p>
      </dgm:t>
    </dgm:pt>
    <dgm:pt modelId="{0CB4CABF-F032-4C2B-B6D3-3501E0546741}">
      <dgm:prSet custT="1"/>
      <dgm:spPr/>
      <dgm:t>
        <a:bodyPr/>
        <a:lstStyle/>
        <a:p>
          <a:pPr marL="271463" indent="-180975" rtl="1"/>
          <a:r>
            <a:rPr lang="en-US" sz="1800" dirty="0"/>
            <a:t>Online unit</a:t>
          </a:r>
          <a:endParaRPr lang="he-IL" sz="1800" dirty="0"/>
        </a:p>
      </dgm:t>
    </dgm:pt>
    <dgm:pt modelId="{6077736D-FDF6-4F44-B9AE-20AA92532569}" type="parTrans" cxnId="{DACEB1E6-F19C-4566-BF88-4B43F00A8F07}">
      <dgm:prSet/>
      <dgm:spPr/>
      <dgm:t>
        <a:bodyPr/>
        <a:lstStyle/>
        <a:p>
          <a:pPr rtl="1"/>
          <a:endParaRPr lang="he-IL"/>
        </a:p>
      </dgm:t>
    </dgm:pt>
    <dgm:pt modelId="{FE8D09C1-B981-4CA2-9543-0B8245B7B245}" type="sibTrans" cxnId="{DACEB1E6-F19C-4566-BF88-4B43F00A8F07}">
      <dgm:prSet/>
      <dgm:spPr/>
      <dgm:t>
        <a:bodyPr/>
        <a:lstStyle/>
        <a:p>
          <a:pPr rtl="1"/>
          <a:endParaRPr lang="he-IL"/>
        </a:p>
      </dgm:t>
    </dgm:pt>
    <dgm:pt modelId="{383BE281-ED95-4347-8736-DE85BA2B0FCC}">
      <dgm:prSet custT="1"/>
      <dgm:spPr/>
      <dgm:t>
        <a:bodyPr/>
        <a:lstStyle/>
        <a:p>
          <a:pPr rtl="1"/>
          <a:r>
            <a:rPr lang="en-US" sz="1800"/>
            <a:t>Teacher team</a:t>
          </a:r>
          <a:endParaRPr lang="he-IL" sz="1800" dirty="0"/>
        </a:p>
      </dgm:t>
    </dgm:pt>
    <dgm:pt modelId="{9F5438B0-5F42-4065-9E18-8C04914A0435}" type="parTrans" cxnId="{1B6AB84D-D4CE-4C2D-8F6F-921660D972B3}">
      <dgm:prSet/>
      <dgm:spPr/>
      <dgm:t>
        <a:bodyPr/>
        <a:lstStyle/>
        <a:p>
          <a:pPr rtl="1"/>
          <a:endParaRPr lang="he-IL"/>
        </a:p>
      </dgm:t>
    </dgm:pt>
    <dgm:pt modelId="{99D4AAA6-843C-4CA7-810F-DC35FED6008B}" type="sibTrans" cxnId="{1B6AB84D-D4CE-4C2D-8F6F-921660D972B3}">
      <dgm:prSet/>
      <dgm:spPr/>
      <dgm:t>
        <a:bodyPr/>
        <a:lstStyle/>
        <a:p>
          <a:pPr rtl="1"/>
          <a:endParaRPr lang="he-IL"/>
        </a:p>
      </dgm:t>
    </dgm:pt>
    <dgm:pt modelId="{4BD83241-F132-4ABE-944A-8A80E61C3187}">
      <dgm:prSet custT="1"/>
      <dgm:spPr/>
      <dgm:t>
        <a:bodyPr/>
        <a:lstStyle/>
        <a:p>
          <a:pPr rtl="1"/>
          <a:r>
            <a:rPr lang="en-US" sz="1800" dirty="0"/>
            <a:t>Teaching and learning center</a:t>
          </a:r>
          <a:endParaRPr lang="he-IL" sz="1800" dirty="0"/>
        </a:p>
      </dgm:t>
    </dgm:pt>
    <dgm:pt modelId="{F752FC9E-59B0-4AF2-81F1-EF8B2FBB7D80}" type="parTrans" cxnId="{B4B1A5F6-3269-4930-898C-C462AF8F7907}">
      <dgm:prSet/>
      <dgm:spPr/>
      <dgm:t>
        <a:bodyPr/>
        <a:lstStyle/>
        <a:p>
          <a:pPr rtl="1"/>
          <a:endParaRPr lang="he-IL"/>
        </a:p>
      </dgm:t>
    </dgm:pt>
    <dgm:pt modelId="{139505B7-13CA-440A-99B5-4C90D33CFBC9}" type="sibTrans" cxnId="{B4B1A5F6-3269-4930-898C-C462AF8F7907}">
      <dgm:prSet/>
      <dgm:spPr/>
      <dgm:t>
        <a:bodyPr/>
        <a:lstStyle/>
        <a:p>
          <a:pPr rtl="1"/>
          <a:endParaRPr lang="he-IL"/>
        </a:p>
      </dgm:t>
    </dgm:pt>
    <dgm:pt modelId="{3B72EBC3-DC13-44C3-B7E5-A2AE4178AF2F}">
      <dgm:prSet custT="1"/>
      <dgm:spPr/>
      <dgm:t>
        <a:bodyPr/>
        <a:lstStyle/>
        <a:p>
          <a:pPr rtl="1"/>
          <a:r>
            <a:rPr lang="he-IL" sz="1800" b="1" dirty="0"/>
            <a:t> </a:t>
          </a:r>
          <a:r>
            <a:rPr lang="en-US" sz="1800" b="1" dirty="0"/>
            <a:t>What to plan?</a:t>
          </a:r>
          <a:endParaRPr lang="he-IL" sz="1800" dirty="0"/>
        </a:p>
      </dgm:t>
    </dgm:pt>
    <dgm:pt modelId="{103C9D9A-1C04-4329-9081-A793525BFD80}" type="parTrans" cxnId="{53E968F9-01BA-4367-9C31-AEF69957FBE3}">
      <dgm:prSet/>
      <dgm:spPr/>
      <dgm:t>
        <a:bodyPr/>
        <a:lstStyle/>
        <a:p>
          <a:pPr rtl="1"/>
          <a:endParaRPr lang="he-IL"/>
        </a:p>
      </dgm:t>
    </dgm:pt>
    <dgm:pt modelId="{7523E0F2-9E9E-4802-AB70-B47BE07D2AB6}" type="sibTrans" cxnId="{53E968F9-01BA-4367-9C31-AEF69957FBE3}">
      <dgm:prSet/>
      <dgm:spPr/>
      <dgm:t>
        <a:bodyPr/>
        <a:lstStyle/>
        <a:p>
          <a:pPr rtl="1"/>
          <a:endParaRPr lang="he-IL"/>
        </a:p>
      </dgm:t>
    </dgm:pt>
    <dgm:pt modelId="{6D5B28B7-328E-40CB-83BB-921196854B45}" type="pres">
      <dgm:prSet presAssocID="{CB35BDFB-99D8-4677-803B-26644659068E}" presName="Name0" presStyleCnt="0">
        <dgm:presLayoutVars>
          <dgm:dir val="rev"/>
          <dgm:animLvl val="lvl"/>
          <dgm:resizeHandles val="exact"/>
        </dgm:presLayoutVars>
      </dgm:prSet>
      <dgm:spPr/>
    </dgm:pt>
    <dgm:pt modelId="{978FBC67-F6E0-44F8-8FB5-8B11C54832F9}" type="pres">
      <dgm:prSet presAssocID="{324B54B9-44E8-4E48-8B8A-E15252DC1EF0}" presName="composite" presStyleCnt="0"/>
      <dgm:spPr/>
    </dgm:pt>
    <dgm:pt modelId="{2FC2948E-FA52-4ABB-A7A4-D50D8AE84E0E}" type="pres">
      <dgm:prSet presAssocID="{324B54B9-44E8-4E48-8B8A-E15252DC1EF0}" presName="parTx" presStyleLbl="alignNode1" presStyleIdx="0" presStyleCnt="3">
        <dgm:presLayoutVars>
          <dgm:chMax val="0"/>
          <dgm:chPref val="0"/>
          <dgm:bulletEnabled val="1"/>
        </dgm:presLayoutVars>
      </dgm:prSet>
      <dgm:spPr/>
    </dgm:pt>
    <dgm:pt modelId="{E423AE67-4A20-4D94-855C-716966481B4E}" type="pres">
      <dgm:prSet presAssocID="{324B54B9-44E8-4E48-8B8A-E15252DC1EF0}" presName="desTx" presStyleLbl="alignAccFollowNode1" presStyleIdx="0" presStyleCnt="3">
        <dgm:presLayoutVars>
          <dgm:bulletEnabled val="1"/>
        </dgm:presLayoutVars>
      </dgm:prSet>
      <dgm:spPr/>
    </dgm:pt>
    <dgm:pt modelId="{35AC387C-28C2-497C-84C6-0A444EF7B4A4}" type="pres">
      <dgm:prSet presAssocID="{9B4B2310-C11D-4836-B4F0-CA187B6BCB6A}" presName="space" presStyleCnt="0"/>
      <dgm:spPr/>
    </dgm:pt>
    <dgm:pt modelId="{120F1E73-7FB6-4B71-A91B-808D3120CBB4}" type="pres">
      <dgm:prSet presAssocID="{3B72EBC3-DC13-44C3-B7E5-A2AE4178AF2F}" presName="composite" presStyleCnt="0"/>
      <dgm:spPr/>
    </dgm:pt>
    <dgm:pt modelId="{52C5B473-D782-48EA-8EA5-D9EBCA15D659}" type="pres">
      <dgm:prSet presAssocID="{3B72EBC3-DC13-44C3-B7E5-A2AE4178AF2F}" presName="parTx" presStyleLbl="alignNode1" presStyleIdx="1" presStyleCnt="3">
        <dgm:presLayoutVars>
          <dgm:chMax val="0"/>
          <dgm:chPref val="0"/>
          <dgm:bulletEnabled val="1"/>
        </dgm:presLayoutVars>
      </dgm:prSet>
      <dgm:spPr/>
    </dgm:pt>
    <dgm:pt modelId="{34C4419A-1AC8-480D-A960-052B3C859432}" type="pres">
      <dgm:prSet presAssocID="{3B72EBC3-DC13-44C3-B7E5-A2AE4178AF2F}" presName="desTx" presStyleLbl="alignAccFollowNode1" presStyleIdx="1" presStyleCnt="3">
        <dgm:presLayoutVars>
          <dgm:bulletEnabled val="1"/>
        </dgm:presLayoutVars>
      </dgm:prSet>
      <dgm:spPr/>
    </dgm:pt>
    <dgm:pt modelId="{D7F0419D-DDF3-436D-9135-2C1D840EF18D}" type="pres">
      <dgm:prSet presAssocID="{7523E0F2-9E9E-4802-AB70-B47BE07D2AB6}" presName="space" presStyleCnt="0"/>
      <dgm:spPr/>
    </dgm:pt>
    <dgm:pt modelId="{DC04C77B-745C-4050-BD1C-DD490CDCB555}" type="pres">
      <dgm:prSet presAssocID="{ADA9FD44-1A5B-49DC-8F5E-16774CA7A550}" presName="composite" presStyleCnt="0"/>
      <dgm:spPr/>
    </dgm:pt>
    <dgm:pt modelId="{D743AF73-F1C9-48E2-BB56-9A87AC4B481F}" type="pres">
      <dgm:prSet presAssocID="{ADA9FD44-1A5B-49DC-8F5E-16774CA7A550}" presName="parTx" presStyleLbl="alignNode1" presStyleIdx="2" presStyleCnt="3">
        <dgm:presLayoutVars>
          <dgm:chMax val="0"/>
          <dgm:chPref val="0"/>
          <dgm:bulletEnabled val="1"/>
        </dgm:presLayoutVars>
      </dgm:prSet>
      <dgm:spPr/>
    </dgm:pt>
    <dgm:pt modelId="{F2E3C018-7134-4939-9E2E-ADB3D54C108D}" type="pres">
      <dgm:prSet presAssocID="{ADA9FD44-1A5B-49DC-8F5E-16774CA7A550}" presName="desTx" presStyleLbl="alignAccFollowNode1" presStyleIdx="2" presStyleCnt="3">
        <dgm:presLayoutVars>
          <dgm:bulletEnabled val="1"/>
        </dgm:presLayoutVars>
      </dgm:prSet>
      <dgm:spPr/>
    </dgm:pt>
  </dgm:ptLst>
  <dgm:cxnLst>
    <dgm:cxn modelId="{7683EA00-9BBD-4EB2-B203-831C6AE7278A}" srcId="{324B54B9-44E8-4E48-8B8A-E15252DC1EF0}" destId="{C9765FBF-D3EC-4D77-898C-F1D4A29DC3C7}" srcOrd="3" destOrd="0" parTransId="{482644FF-6931-46B9-8DC6-864B6B5B40AA}" sibTransId="{8A7599D8-5B50-422C-92FC-258AA7133338}"/>
    <dgm:cxn modelId="{FF0B1513-226C-4A69-9B03-ABA4ECEBF37A}" type="presOf" srcId="{C9765FBF-D3EC-4D77-898C-F1D4A29DC3C7}" destId="{E423AE67-4A20-4D94-855C-716966481B4E}" srcOrd="0" destOrd="3" presId="urn:microsoft.com/office/officeart/2005/8/layout/hList1"/>
    <dgm:cxn modelId="{9506B323-2C13-4AA2-9187-ADA3F5E9171E}" type="presOf" srcId="{324B54B9-44E8-4E48-8B8A-E15252DC1EF0}" destId="{2FC2948E-FA52-4ABB-A7A4-D50D8AE84E0E}" srcOrd="0" destOrd="0" presId="urn:microsoft.com/office/officeart/2005/8/layout/hList1"/>
    <dgm:cxn modelId="{BE591829-62A1-4274-BFEB-6FD4BD6996AF}" srcId="{3B72EBC3-DC13-44C3-B7E5-A2AE4178AF2F}" destId="{B7413268-77F9-4691-9E5E-FFBC67BB7898}" srcOrd="2" destOrd="0" parTransId="{D61F0FFA-E869-49E0-842E-33756E495914}" sibTransId="{75C4747E-CFF4-4B50-A51D-5D20D8D308CC}"/>
    <dgm:cxn modelId="{C6C9FB2C-D53F-4B5E-BDCB-B3063CF43F88}" type="presOf" srcId="{356E7901-1E42-4DDF-A6F6-14CC04C02958}" destId="{F2E3C018-7134-4939-9E2E-ADB3D54C108D}" srcOrd="0" destOrd="0" presId="urn:microsoft.com/office/officeart/2005/8/layout/hList1"/>
    <dgm:cxn modelId="{F8401E44-F9B8-447D-9881-7B36CC24B9FC}" srcId="{324B54B9-44E8-4E48-8B8A-E15252DC1EF0}" destId="{B7B57BE5-59AA-4EA3-B2A0-6FA06CE16BBE}" srcOrd="0" destOrd="0" parTransId="{62130BF4-DC6E-49F4-A76C-597D3A1AFA38}" sibTransId="{766AFEE0-FDE4-4673-BD69-55A6863CF00D}"/>
    <dgm:cxn modelId="{A16FAB69-699D-43F0-B47F-7C7A99DB6809}" type="presOf" srcId="{A9382BEA-E4BA-41F0-8262-F1BD3C397A11}" destId="{F2E3C018-7134-4939-9E2E-ADB3D54C108D}" srcOrd="0" destOrd="1" presId="urn:microsoft.com/office/officeart/2005/8/layout/hList1"/>
    <dgm:cxn modelId="{E68B0C6C-C245-4940-9539-BC00E9AF38EC}" srcId="{ADA9FD44-1A5B-49DC-8F5E-16774CA7A550}" destId="{A9382BEA-E4BA-41F0-8262-F1BD3C397A11}" srcOrd="1" destOrd="0" parTransId="{E20BCF57-5850-4559-927A-E039B288D307}" sibTransId="{2B4F7238-C073-4E18-807F-7FB759C0D176}"/>
    <dgm:cxn modelId="{1B6AB84D-D4CE-4C2D-8F6F-921660D972B3}" srcId="{324B54B9-44E8-4E48-8B8A-E15252DC1EF0}" destId="{383BE281-ED95-4347-8736-DE85BA2B0FCC}" srcOrd="1" destOrd="0" parTransId="{9F5438B0-5F42-4065-9E18-8C04914A0435}" sibTransId="{99D4AAA6-843C-4CA7-810F-DC35FED6008B}"/>
    <dgm:cxn modelId="{E59F9A75-580F-4275-A746-16960B451D5F}" type="presOf" srcId="{ADA9FD44-1A5B-49DC-8F5E-16774CA7A550}" destId="{D743AF73-F1C9-48E2-BB56-9A87AC4B481F}" srcOrd="0" destOrd="0" presId="urn:microsoft.com/office/officeart/2005/8/layout/hList1"/>
    <dgm:cxn modelId="{230E9D77-26D0-4392-AECF-BDBE758DC632}" srcId="{CB35BDFB-99D8-4677-803B-26644659068E}" destId="{324B54B9-44E8-4E48-8B8A-E15252DC1EF0}" srcOrd="0" destOrd="0" parTransId="{B2E1B398-BB68-4BA0-A154-32CEB3DE5166}" sibTransId="{9B4B2310-C11D-4836-B4F0-CA187B6BCB6A}"/>
    <dgm:cxn modelId="{D211877B-231C-4628-BF31-C35904B3FB78}" srcId="{CB35BDFB-99D8-4677-803B-26644659068E}" destId="{ADA9FD44-1A5B-49DC-8F5E-16774CA7A550}" srcOrd="2" destOrd="0" parTransId="{A0D15F2B-7DC0-43AA-B77E-F36B5D7E7E88}" sibTransId="{A5922F01-828A-4C8F-9F14-66C0BC86EFBA}"/>
    <dgm:cxn modelId="{D5CD2A90-2BE7-45E7-BAED-DA3A1EE38530}" type="presOf" srcId="{CBF2C8E6-886F-429C-80D1-E2478EBA7384}" destId="{34C4419A-1AC8-480D-A960-052B3C859432}" srcOrd="0" destOrd="0" presId="urn:microsoft.com/office/officeart/2005/8/layout/hList1"/>
    <dgm:cxn modelId="{24DF2EAF-AC25-479A-8B15-E542DC410FD1}" srcId="{3B72EBC3-DC13-44C3-B7E5-A2AE4178AF2F}" destId="{CBF2C8E6-886F-429C-80D1-E2478EBA7384}" srcOrd="0" destOrd="0" parTransId="{371B2205-95ED-47CD-8CB5-6666F130CBEB}" sibTransId="{C2A8EBC6-3CCA-4A21-8B3A-68DCC1BBD91A}"/>
    <dgm:cxn modelId="{9391FCB6-C016-404A-8AED-9CAAF159855C}" type="presOf" srcId="{0CB4CABF-F032-4C2B-B6D3-3501E0546741}" destId="{34C4419A-1AC8-480D-A960-052B3C859432}" srcOrd="0" destOrd="1" presId="urn:microsoft.com/office/officeart/2005/8/layout/hList1"/>
    <dgm:cxn modelId="{4FFEE2C4-47E5-40BA-A763-C28EE1258744}" type="presOf" srcId="{A719D488-A474-4F94-9F9B-34D3A179BBC3}" destId="{F2E3C018-7134-4939-9E2E-ADB3D54C108D}" srcOrd="0" destOrd="2" presId="urn:microsoft.com/office/officeart/2005/8/layout/hList1"/>
    <dgm:cxn modelId="{7775F1D3-FDC0-405F-A842-5AD404590B9E}" type="presOf" srcId="{B7B57BE5-59AA-4EA3-B2A0-6FA06CE16BBE}" destId="{E423AE67-4A20-4D94-855C-716966481B4E}" srcOrd="0" destOrd="0" presId="urn:microsoft.com/office/officeart/2005/8/layout/hList1"/>
    <dgm:cxn modelId="{8791CBDA-DCA8-47F8-B311-414F69E5EC4F}" type="presOf" srcId="{383BE281-ED95-4347-8736-DE85BA2B0FCC}" destId="{E423AE67-4A20-4D94-855C-716966481B4E}" srcOrd="0" destOrd="1" presId="urn:microsoft.com/office/officeart/2005/8/layout/hList1"/>
    <dgm:cxn modelId="{3FD320DD-BF28-4978-8DE4-EA9C3DAA043F}" srcId="{ADA9FD44-1A5B-49DC-8F5E-16774CA7A550}" destId="{A719D488-A474-4F94-9F9B-34D3A179BBC3}" srcOrd="2" destOrd="0" parTransId="{9A1F6C04-2657-4393-8CBF-3CF52842AE89}" sibTransId="{9F6E31D9-EB92-4F60-9852-5706726AA61E}"/>
    <dgm:cxn modelId="{43AB06E0-09D2-47C9-9431-10C6C2669BEF}" type="presOf" srcId="{4BD83241-F132-4ABE-944A-8A80E61C3187}" destId="{E423AE67-4A20-4D94-855C-716966481B4E}" srcOrd="0" destOrd="2" presId="urn:microsoft.com/office/officeart/2005/8/layout/hList1"/>
    <dgm:cxn modelId="{BE7764E1-C80B-4BCC-BE69-DA2235236ED1}" srcId="{ADA9FD44-1A5B-49DC-8F5E-16774CA7A550}" destId="{356E7901-1E42-4DDF-A6F6-14CC04C02958}" srcOrd="0" destOrd="0" parTransId="{F5C9F9ED-93A0-4121-BB83-500871A70716}" sibTransId="{A85B9CB6-980A-4E29-91B2-E1E2D5934508}"/>
    <dgm:cxn modelId="{1316DBE3-98A5-46FF-A0C6-F7A79912D689}" type="presOf" srcId="{B7413268-77F9-4691-9E5E-FFBC67BB7898}" destId="{34C4419A-1AC8-480D-A960-052B3C859432}" srcOrd="0" destOrd="2" presId="urn:microsoft.com/office/officeart/2005/8/layout/hList1"/>
    <dgm:cxn modelId="{48CAFDE4-CD42-47D9-B2D7-AB4F1AD35FB7}" type="presOf" srcId="{CB35BDFB-99D8-4677-803B-26644659068E}" destId="{6D5B28B7-328E-40CB-83BB-921196854B45}" srcOrd="0" destOrd="0" presId="urn:microsoft.com/office/officeart/2005/8/layout/hList1"/>
    <dgm:cxn modelId="{DACEB1E6-F19C-4566-BF88-4B43F00A8F07}" srcId="{3B72EBC3-DC13-44C3-B7E5-A2AE4178AF2F}" destId="{0CB4CABF-F032-4C2B-B6D3-3501E0546741}" srcOrd="1" destOrd="0" parTransId="{6077736D-FDF6-4F44-B9AE-20AA92532569}" sibTransId="{FE8D09C1-B981-4CA2-9543-0B8245B7B245}"/>
    <dgm:cxn modelId="{B9DDCCEC-E851-4E7E-83DC-3BF823F90C87}" type="presOf" srcId="{3B72EBC3-DC13-44C3-B7E5-A2AE4178AF2F}" destId="{52C5B473-D782-48EA-8EA5-D9EBCA15D659}" srcOrd="0" destOrd="0" presId="urn:microsoft.com/office/officeart/2005/8/layout/hList1"/>
    <dgm:cxn modelId="{B4B1A5F6-3269-4930-898C-C462AF8F7907}" srcId="{324B54B9-44E8-4E48-8B8A-E15252DC1EF0}" destId="{4BD83241-F132-4ABE-944A-8A80E61C3187}" srcOrd="2" destOrd="0" parTransId="{F752FC9E-59B0-4AF2-81F1-EF8B2FBB7D80}" sibTransId="{139505B7-13CA-440A-99B5-4C90D33CFBC9}"/>
    <dgm:cxn modelId="{53E968F9-01BA-4367-9C31-AEF69957FBE3}" srcId="{CB35BDFB-99D8-4677-803B-26644659068E}" destId="{3B72EBC3-DC13-44C3-B7E5-A2AE4178AF2F}" srcOrd="1" destOrd="0" parTransId="{103C9D9A-1C04-4329-9081-A793525BFD80}" sibTransId="{7523E0F2-9E9E-4802-AB70-B47BE07D2AB6}"/>
    <dgm:cxn modelId="{B4A86107-930B-413B-9065-4AA469051840}" type="presParOf" srcId="{6D5B28B7-328E-40CB-83BB-921196854B45}" destId="{978FBC67-F6E0-44F8-8FB5-8B11C54832F9}" srcOrd="0" destOrd="0" presId="urn:microsoft.com/office/officeart/2005/8/layout/hList1"/>
    <dgm:cxn modelId="{07D6C4DC-6880-45BB-8FE4-28EB65B1F4F0}" type="presParOf" srcId="{978FBC67-F6E0-44F8-8FB5-8B11C54832F9}" destId="{2FC2948E-FA52-4ABB-A7A4-D50D8AE84E0E}" srcOrd="0" destOrd="0" presId="urn:microsoft.com/office/officeart/2005/8/layout/hList1"/>
    <dgm:cxn modelId="{093C6FCA-0DF4-4F2E-B262-2CF31A4CEC3E}" type="presParOf" srcId="{978FBC67-F6E0-44F8-8FB5-8B11C54832F9}" destId="{E423AE67-4A20-4D94-855C-716966481B4E}" srcOrd="1" destOrd="0" presId="urn:microsoft.com/office/officeart/2005/8/layout/hList1"/>
    <dgm:cxn modelId="{FB35098D-364F-4E1B-BF0B-AD0EAA50709C}" type="presParOf" srcId="{6D5B28B7-328E-40CB-83BB-921196854B45}" destId="{35AC387C-28C2-497C-84C6-0A444EF7B4A4}" srcOrd="1" destOrd="0" presId="urn:microsoft.com/office/officeart/2005/8/layout/hList1"/>
    <dgm:cxn modelId="{B3D2DA85-2360-4130-A208-68DF75D6CF47}" type="presParOf" srcId="{6D5B28B7-328E-40CB-83BB-921196854B45}" destId="{120F1E73-7FB6-4B71-A91B-808D3120CBB4}" srcOrd="2" destOrd="0" presId="urn:microsoft.com/office/officeart/2005/8/layout/hList1"/>
    <dgm:cxn modelId="{0697D3DA-5F08-4D92-8BF8-0F7BDFC37083}" type="presParOf" srcId="{120F1E73-7FB6-4B71-A91B-808D3120CBB4}" destId="{52C5B473-D782-48EA-8EA5-D9EBCA15D659}" srcOrd="0" destOrd="0" presId="urn:microsoft.com/office/officeart/2005/8/layout/hList1"/>
    <dgm:cxn modelId="{09238132-D4D8-420E-97F6-8CE3F10424C8}" type="presParOf" srcId="{120F1E73-7FB6-4B71-A91B-808D3120CBB4}" destId="{34C4419A-1AC8-480D-A960-052B3C859432}" srcOrd="1" destOrd="0" presId="urn:microsoft.com/office/officeart/2005/8/layout/hList1"/>
    <dgm:cxn modelId="{9B27978D-6792-4374-8C1A-90D49D8EF603}" type="presParOf" srcId="{6D5B28B7-328E-40CB-83BB-921196854B45}" destId="{D7F0419D-DDF3-436D-9135-2C1D840EF18D}" srcOrd="3" destOrd="0" presId="urn:microsoft.com/office/officeart/2005/8/layout/hList1"/>
    <dgm:cxn modelId="{3FD56528-3107-4E69-8AF6-242C5D116F60}" type="presParOf" srcId="{6D5B28B7-328E-40CB-83BB-921196854B45}" destId="{DC04C77B-745C-4050-BD1C-DD490CDCB555}" srcOrd="4" destOrd="0" presId="urn:microsoft.com/office/officeart/2005/8/layout/hList1"/>
    <dgm:cxn modelId="{BAFA3D52-6CA6-4606-BE24-E32B2E731F9B}" type="presParOf" srcId="{DC04C77B-745C-4050-BD1C-DD490CDCB555}" destId="{D743AF73-F1C9-48E2-BB56-9A87AC4B481F}" srcOrd="0" destOrd="0" presId="urn:microsoft.com/office/officeart/2005/8/layout/hList1"/>
    <dgm:cxn modelId="{6A19B20A-C149-441C-80B2-1BDE4B3B8609}" type="presParOf" srcId="{DC04C77B-745C-4050-BD1C-DD490CDCB555}" destId="{F2E3C018-7134-4939-9E2E-ADB3D54C108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B35BDFB-99D8-4677-803B-26644659068E}" type="doc">
      <dgm:prSet loTypeId="urn:microsoft.com/office/officeart/2005/8/layout/hList1" loCatId="list" qsTypeId="urn:microsoft.com/office/officeart/2005/8/quickstyle/simple1" qsCatId="simple" csTypeId="urn:microsoft.com/office/officeart/2005/8/colors/accent2_2" csCatId="accent2" phldr="1"/>
      <dgm:spPr/>
      <dgm:t>
        <a:bodyPr/>
        <a:lstStyle/>
        <a:p>
          <a:pPr rtl="1"/>
          <a:endParaRPr lang="he-IL"/>
        </a:p>
      </dgm:t>
    </dgm:pt>
    <dgm:pt modelId="{324B54B9-44E8-4E48-8B8A-E15252DC1EF0}">
      <dgm:prSet custT="1"/>
      <dgm:spPr/>
      <dgm:t>
        <a:bodyPr/>
        <a:lstStyle/>
        <a:p>
          <a:pPr rtl="1"/>
          <a:r>
            <a:rPr lang="en-US" sz="1800" b="1" dirty="0"/>
            <a:t>Who will plan?</a:t>
          </a:r>
          <a:endParaRPr lang="he-IL" sz="1800" dirty="0"/>
        </a:p>
      </dgm:t>
    </dgm:pt>
    <dgm:pt modelId="{B2E1B398-BB68-4BA0-A154-32CEB3DE5166}" type="parTrans" cxnId="{230E9D77-26D0-4392-AECF-BDBE758DC632}">
      <dgm:prSet/>
      <dgm:spPr/>
      <dgm:t>
        <a:bodyPr/>
        <a:lstStyle/>
        <a:p>
          <a:pPr rtl="1"/>
          <a:endParaRPr lang="he-IL" sz="1800"/>
        </a:p>
      </dgm:t>
    </dgm:pt>
    <dgm:pt modelId="{9B4B2310-C11D-4836-B4F0-CA187B6BCB6A}" type="sibTrans" cxnId="{230E9D77-26D0-4392-AECF-BDBE758DC632}">
      <dgm:prSet/>
      <dgm:spPr/>
      <dgm:t>
        <a:bodyPr/>
        <a:lstStyle/>
        <a:p>
          <a:pPr rtl="1"/>
          <a:endParaRPr lang="he-IL" sz="1800"/>
        </a:p>
      </dgm:t>
    </dgm:pt>
    <dgm:pt modelId="{B7B57BE5-59AA-4EA3-B2A0-6FA06CE16BBE}">
      <dgm:prSet custT="1"/>
      <dgm:spPr/>
      <dgm:t>
        <a:bodyPr/>
        <a:lstStyle/>
        <a:p>
          <a:pPr rtl="1"/>
          <a:r>
            <a:rPr lang="en-US" sz="1800" dirty="0"/>
            <a:t>Teacher</a:t>
          </a:r>
          <a:endParaRPr lang="he-IL" sz="1800" dirty="0"/>
        </a:p>
      </dgm:t>
    </dgm:pt>
    <dgm:pt modelId="{62130BF4-DC6E-49F4-A76C-597D3A1AFA38}" type="parTrans" cxnId="{F8401E44-F9B8-447D-9881-7B36CC24B9FC}">
      <dgm:prSet/>
      <dgm:spPr/>
      <dgm:t>
        <a:bodyPr/>
        <a:lstStyle/>
        <a:p>
          <a:pPr rtl="1"/>
          <a:endParaRPr lang="he-IL" sz="1800"/>
        </a:p>
      </dgm:t>
    </dgm:pt>
    <dgm:pt modelId="{766AFEE0-FDE4-4673-BD69-55A6863CF00D}" type="sibTrans" cxnId="{F8401E44-F9B8-447D-9881-7B36CC24B9FC}">
      <dgm:prSet/>
      <dgm:spPr/>
      <dgm:t>
        <a:bodyPr/>
        <a:lstStyle/>
        <a:p>
          <a:pPr rtl="1"/>
          <a:endParaRPr lang="he-IL" sz="1800"/>
        </a:p>
      </dgm:t>
    </dgm:pt>
    <dgm:pt modelId="{CBF2C8E6-886F-429C-80D1-E2478EBA7384}">
      <dgm:prSet custT="1"/>
      <dgm:spPr/>
      <dgm:t>
        <a:bodyPr/>
        <a:lstStyle/>
        <a:p>
          <a:pPr marL="271463" indent="-180975" rtl="1"/>
          <a:r>
            <a:rPr lang="en-US" sz="1800" dirty="0"/>
            <a:t>Single activity</a:t>
          </a:r>
          <a:endParaRPr lang="he-IL" sz="1800" dirty="0"/>
        </a:p>
      </dgm:t>
    </dgm:pt>
    <dgm:pt modelId="{371B2205-95ED-47CD-8CB5-6666F130CBEB}" type="parTrans" cxnId="{24DF2EAF-AC25-479A-8B15-E542DC410FD1}">
      <dgm:prSet/>
      <dgm:spPr/>
      <dgm:t>
        <a:bodyPr/>
        <a:lstStyle/>
        <a:p>
          <a:pPr rtl="1"/>
          <a:endParaRPr lang="he-IL" sz="1800"/>
        </a:p>
      </dgm:t>
    </dgm:pt>
    <dgm:pt modelId="{C2A8EBC6-3CCA-4A21-8B3A-68DCC1BBD91A}" type="sibTrans" cxnId="{24DF2EAF-AC25-479A-8B15-E542DC410FD1}">
      <dgm:prSet/>
      <dgm:spPr/>
      <dgm:t>
        <a:bodyPr/>
        <a:lstStyle/>
        <a:p>
          <a:pPr rtl="1"/>
          <a:endParaRPr lang="he-IL" sz="1800"/>
        </a:p>
      </dgm:t>
    </dgm:pt>
    <dgm:pt modelId="{ADA9FD44-1A5B-49DC-8F5E-16774CA7A550}">
      <dgm:prSet custT="1"/>
      <dgm:spPr/>
      <dgm:t>
        <a:bodyPr/>
        <a:lstStyle/>
        <a:p>
          <a:pPr rtl="1"/>
          <a:r>
            <a:rPr lang="en-US" sz="1800" b="1"/>
            <a:t>Who will teach?</a:t>
          </a:r>
          <a:endParaRPr lang="he-IL" sz="1800" dirty="0"/>
        </a:p>
      </dgm:t>
    </dgm:pt>
    <dgm:pt modelId="{A0D15F2B-7DC0-43AA-B77E-F36B5D7E7E88}" type="parTrans" cxnId="{D211877B-231C-4628-BF31-C35904B3FB78}">
      <dgm:prSet/>
      <dgm:spPr/>
      <dgm:t>
        <a:bodyPr/>
        <a:lstStyle/>
        <a:p>
          <a:pPr rtl="1"/>
          <a:endParaRPr lang="he-IL" sz="1800"/>
        </a:p>
      </dgm:t>
    </dgm:pt>
    <dgm:pt modelId="{A5922F01-828A-4C8F-9F14-66C0BC86EFBA}" type="sibTrans" cxnId="{D211877B-231C-4628-BF31-C35904B3FB78}">
      <dgm:prSet/>
      <dgm:spPr/>
      <dgm:t>
        <a:bodyPr/>
        <a:lstStyle/>
        <a:p>
          <a:pPr rtl="1"/>
          <a:endParaRPr lang="he-IL" sz="1800"/>
        </a:p>
      </dgm:t>
    </dgm:pt>
    <dgm:pt modelId="{356E7901-1E42-4DDF-A6F6-14CC04C02958}">
      <dgm:prSet custT="1"/>
      <dgm:spPr/>
      <dgm:t>
        <a:bodyPr/>
        <a:lstStyle/>
        <a:p>
          <a:pPr marL="271463" lvl="1" indent="-180975" algn="r" defTabSz="800100" rtl="1">
            <a:lnSpc>
              <a:spcPct val="90000"/>
            </a:lnSpc>
            <a:spcBef>
              <a:spcPct val="0"/>
            </a:spcBef>
            <a:spcAft>
              <a:spcPct val="15000"/>
            </a:spcAft>
          </a:pPr>
          <a:r>
            <a:rPr lang="en-US" sz="1800" kern="1200" dirty="0">
              <a:solidFill>
                <a:srgbClr val="262626">
                  <a:hueOff val="0"/>
                  <a:satOff val="0"/>
                  <a:lumOff val="0"/>
                  <a:alphaOff val="0"/>
                </a:srgbClr>
              </a:solidFill>
              <a:latin typeface="Calibri"/>
              <a:ea typeface="+mn-ea"/>
              <a:cs typeface="Calibri"/>
            </a:rPr>
            <a:t>Motivated</a:t>
          </a:r>
          <a:endParaRPr lang="he-IL" sz="1800" kern="1200" dirty="0">
            <a:solidFill>
              <a:srgbClr val="262626">
                <a:hueOff val="0"/>
                <a:satOff val="0"/>
                <a:lumOff val="0"/>
                <a:alphaOff val="0"/>
              </a:srgbClr>
            </a:solidFill>
            <a:latin typeface="Calibri"/>
            <a:ea typeface="+mn-ea"/>
            <a:cs typeface="Calibri"/>
          </a:endParaRPr>
        </a:p>
      </dgm:t>
    </dgm:pt>
    <dgm:pt modelId="{F5C9F9ED-93A0-4121-BB83-500871A70716}" type="parTrans" cxnId="{BE7764E1-C80B-4BCC-BE69-DA2235236ED1}">
      <dgm:prSet/>
      <dgm:spPr/>
      <dgm:t>
        <a:bodyPr/>
        <a:lstStyle/>
        <a:p>
          <a:pPr rtl="1"/>
          <a:endParaRPr lang="he-IL" sz="1800"/>
        </a:p>
      </dgm:t>
    </dgm:pt>
    <dgm:pt modelId="{A85B9CB6-980A-4E29-91B2-E1E2D5934508}" type="sibTrans" cxnId="{BE7764E1-C80B-4BCC-BE69-DA2235236ED1}">
      <dgm:prSet/>
      <dgm:spPr/>
      <dgm:t>
        <a:bodyPr/>
        <a:lstStyle/>
        <a:p>
          <a:pPr rtl="1"/>
          <a:endParaRPr lang="he-IL" sz="1800"/>
        </a:p>
      </dgm:t>
    </dgm:pt>
    <dgm:pt modelId="{A9382BEA-E4BA-41F0-8262-F1BD3C397A11}">
      <dgm:prSet custT="1"/>
      <dgm:spPr/>
      <dgm:t>
        <a:bodyPr/>
        <a:lstStyle/>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Proficient in the skill</a:t>
          </a:r>
          <a:endParaRPr lang="he-IL" sz="1800" kern="1200" dirty="0">
            <a:solidFill>
              <a:srgbClr val="262626">
                <a:hueOff val="0"/>
                <a:satOff val="0"/>
                <a:lumOff val="0"/>
                <a:alphaOff val="0"/>
              </a:srgbClr>
            </a:solidFill>
            <a:latin typeface="Calibri"/>
            <a:ea typeface="+mn-ea"/>
            <a:cs typeface="Calibri"/>
          </a:endParaRPr>
        </a:p>
      </dgm:t>
    </dgm:pt>
    <dgm:pt modelId="{E20BCF57-5850-4559-927A-E039B288D307}" type="parTrans" cxnId="{E68B0C6C-C245-4940-9539-BC00E9AF38EC}">
      <dgm:prSet/>
      <dgm:spPr/>
      <dgm:t>
        <a:bodyPr/>
        <a:lstStyle/>
        <a:p>
          <a:pPr rtl="1"/>
          <a:endParaRPr lang="he-IL"/>
        </a:p>
      </dgm:t>
    </dgm:pt>
    <dgm:pt modelId="{2B4F7238-C073-4E18-807F-7FB759C0D176}" type="sibTrans" cxnId="{E68B0C6C-C245-4940-9539-BC00E9AF38EC}">
      <dgm:prSet/>
      <dgm:spPr/>
      <dgm:t>
        <a:bodyPr/>
        <a:lstStyle/>
        <a:p>
          <a:pPr rtl="1"/>
          <a:endParaRPr lang="he-IL"/>
        </a:p>
      </dgm:t>
    </dgm:pt>
    <dgm:pt modelId="{A719D488-A474-4F94-9F9B-34D3A179BBC3}">
      <dgm:prSet custT="1"/>
      <dgm:spPr/>
      <dgm:t>
        <a:bodyPr/>
        <a:lstStyle/>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Proficient in the pedagogy</a:t>
          </a:r>
          <a:endParaRPr lang="he-IL" sz="1800" kern="1200" dirty="0">
            <a:solidFill>
              <a:srgbClr val="262626">
                <a:hueOff val="0"/>
                <a:satOff val="0"/>
                <a:lumOff val="0"/>
                <a:alphaOff val="0"/>
              </a:srgbClr>
            </a:solidFill>
            <a:latin typeface="Calibri"/>
            <a:ea typeface="+mn-ea"/>
            <a:cs typeface="Calibri"/>
          </a:endParaRPr>
        </a:p>
      </dgm:t>
    </dgm:pt>
    <dgm:pt modelId="{9A1F6C04-2657-4393-8CBF-3CF52842AE89}" type="parTrans" cxnId="{3FD320DD-BF28-4978-8DE4-EA9C3DAA043F}">
      <dgm:prSet/>
      <dgm:spPr/>
      <dgm:t>
        <a:bodyPr/>
        <a:lstStyle/>
        <a:p>
          <a:pPr rtl="1"/>
          <a:endParaRPr lang="he-IL"/>
        </a:p>
      </dgm:t>
    </dgm:pt>
    <dgm:pt modelId="{9F6E31D9-EB92-4F60-9852-5706726AA61E}" type="sibTrans" cxnId="{3FD320DD-BF28-4978-8DE4-EA9C3DAA043F}">
      <dgm:prSet/>
      <dgm:spPr/>
      <dgm:t>
        <a:bodyPr/>
        <a:lstStyle/>
        <a:p>
          <a:pPr rtl="1"/>
          <a:endParaRPr lang="he-IL"/>
        </a:p>
      </dgm:t>
    </dgm:pt>
    <dgm:pt modelId="{C9765FBF-D3EC-4D77-898C-F1D4A29DC3C7}">
      <dgm:prSet custT="1"/>
      <dgm:spPr/>
      <dgm:t>
        <a:bodyPr/>
        <a:lstStyle/>
        <a:p>
          <a:pPr rtl="1"/>
          <a:r>
            <a:rPr lang="en-US" sz="1800" dirty="0"/>
            <a:t>External counselor</a:t>
          </a:r>
          <a:endParaRPr lang="he-IL" sz="1800" dirty="0"/>
        </a:p>
      </dgm:t>
    </dgm:pt>
    <dgm:pt modelId="{482644FF-6931-46B9-8DC6-864B6B5B40AA}" type="parTrans" cxnId="{7683EA00-9BBD-4EB2-B203-831C6AE7278A}">
      <dgm:prSet/>
      <dgm:spPr/>
      <dgm:t>
        <a:bodyPr/>
        <a:lstStyle/>
        <a:p>
          <a:pPr rtl="1"/>
          <a:endParaRPr lang="he-IL"/>
        </a:p>
      </dgm:t>
    </dgm:pt>
    <dgm:pt modelId="{8A7599D8-5B50-422C-92FC-258AA7133338}" type="sibTrans" cxnId="{7683EA00-9BBD-4EB2-B203-831C6AE7278A}">
      <dgm:prSet/>
      <dgm:spPr/>
      <dgm:t>
        <a:bodyPr/>
        <a:lstStyle/>
        <a:p>
          <a:pPr rtl="1"/>
          <a:endParaRPr lang="he-IL"/>
        </a:p>
      </dgm:t>
    </dgm:pt>
    <dgm:pt modelId="{B7413268-77F9-4691-9E5E-FFBC67BB7898}">
      <dgm:prSet custT="1"/>
      <dgm:spPr/>
      <dgm:t>
        <a:bodyPr/>
        <a:lstStyle/>
        <a:p>
          <a:pPr marL="271463" indent="-180975" rtl="1"/>
          <a:r>
            <a:rPr lang="en-US" dirty="0"/>
            <a:t>Full course</a:t>
          </a:r>
          <a:endParaRPr lang="he-IL" sz="1800" dirty="0"/>
        </a:p>
      </dgm:t>
    </dgm:pt>
    <dgm:pt modelId="{D61F0FFA-E869-49E0-842E-33756E495914}" type="parTrans" cxnId="{BE591829-62A1-4274-BFEB-6FD4BD6996AF}">
      <dgm:prSet/>
      <dgm:spPr/>
      <dgm:t>
        <a:bodyPr/>
        <a:lstStyle/>
        <a:p>
          <a:pPr rtl="1"/>
          <a:endParaRPr lang="he-IL"/>
        </a:p>
      </dgm:t>
    </dgm:pt>
    <dgm:pt modelId="{75C4747E-CFF4-4B50-A51D-5D20D8D308CC}" type="sibTrans" cxnId="{BE591829-62A1-4274-BFEB-6FD4BD6996AF}">
      <dgm:prSet/>
      <dgm:spPr/>
      <dgm:t>
        <a:bodyPr/>
        <a:lstStyle/>
        <a:p>
          <a:pPr rtl="1"/>
          <a:endParaRPr lang="he-IL"/>
        </a:p>
      </dgm:t>
    </dgm:pt>
    <dgm:pt modelId="{0CB4CABF-F032-4C2B-B6D3-3501E0546741}">
      <dgm:prSet custT="1"/>
      <dgm:spPr/>
      <dgm:t>
        <a:bodyPr/>
        <a:lstStyle/>
        <a:p>
          <a:pPr marL="271463" indent="-180975" rtl="1"/>
          <a:r>
            <a:rPr lang="en-US" sz="1800" dirty="0"/>
            <a:t>Online unit</a:t>
          </a:r>
          <a:endParaRPr lang="he-IL" sz="1800" dirty="0"/>
        </a:p>
      </dgm:t>
    </dgm:pt>
    <dgm:pt modelId="{6077736D-FDF6-4F44-B9AE-20AA92532569}" type="parTrans" cxnId="{DACEB1E6-F19C-4566-BF88-4B43F00A8F07}">
      <dgm:prSet/>
      <dgm:spPr/>
      <dgm:t>
        <a:bodyPr/>
        <a:lstStyle/>
        <a:p>
          <a:pPr rtl="1"/>
          <a:endParaRPr lang="he-IL"/>
        </a:p>
      </dgm:t>
    </dgm:pt>
    <dgm:pt modelId="{FE8D09C1-B981-4CA2-9543-0B8245B7B245}" type="sibTrans" cxnId="{DACEB1E6-F19C-4566-BF88-4B43F00A8F07}">
      <dgm:prSet/>
      <dgm:spPr/>
      <dgm:t>
        <a:bodyPr/>
        <a:lstStyle/>
        <a:p>
          <a:pPr rtl="1"/>
          <a:endParaRPr lang="he-IL"/>
        </a:p>
      </dgm:t>
    </dgm:pt>
    <dgm:pt modelId="{383BE281-ED95-4347-8736-DE85BA2B0FCC}">
      <dgm:prSet custT="1"/>
      <dgm:spPr/>
      <dgm:t>
        <a:bodyPr/>
        <a:lstStyle/>
        <a:p>
          <a:pPr rtl="1"/>
          <a:r>
            <a:rPr lang="en-US" sz="1800"/>
            <a:t>Teacher team</a:t>
          </a:r>
          <a:endParaRPr lang="he-IL" sz="1800" dirty="0"/>
        </a:p>
      </dgm:t>
    </dgm:pt>
    <dgm:pt modelId="{9F5438B0-5F42-4065-9E18-8C04914A0435}" type="parTrans" cxnId="{1B6AB84D-D4CE-4C2D-8F6F-921660D972B3}">
      <dgm:prSet/>
      <dgm:spPr/>
      <dgm:t>
        <a:bodyPr/>
        <a:lstStyle/>
        <a:p>
          <a:pPr rtl="1"/>
          <a:endParaRPr lang="he-IL"/>
        </a:p>
      </dgm:t>
    </dgm:pt>
    <dgm:pt modelId="{99D4AAA6-843C-4CA7-810F-DC35FED6008B}" type="sibTrans" cxnId="{1B6AB84D-D4CE-4C2D-8F6F-921660D972B3}">
      <dgm:prSet/>
      <dgm:spPr/>
      <dgm:t>
        <a:bodyPr/>
        <a:lstStyle/>
        <a:p>
          <a:pPr rtl="1"/>
          <a:endParaRPr lang="he-IL"/>
        </a:p>
      </dgm:t>
    </dgm:pt>
    <dgm:pt modelId="{4BD83241-F132-4ABE-944A-8A80E61C3187}">
      <dgm:prSet custT="1"/>
      <dgm:spPr/>
      <dgm:t>
        <a:bodyPr/>
        <a:lstStyle/>
        <a:p>
          <a:pPr rtl="1"/>
          <a:r>
            <a:rPr lang="en-US" sz="1800" dirty="0"/>
            <a:t>Teaching and learning center</a:t>
          </a:r>
          <a:endParaRPr lang="he-IL" sz="1800" dirty="0"/>
        </a:p>
      </dgm:t>
    </dgm:pt>
    <dgm:pt modelId="{F752FC9E-59B0-4AF2-81F1-EF8B2FBB7D80}" type="parTrans" cxnId="{B4B1A5F6-3269-4930-898C-C462AF8F7907}">
      <dgm:prSet/>
      <dgm:spPr/>
      <dgm:t>
        <a:bodyPr/>
        <a:lstStyle/>
        <a:p>
          <a:pPr rtl="1"/>
          <a:endParaRPr lang="he-IL"/>
        </a:p>
      </dgm:t>
    </dgm:pt>
    <dgm:pt modelId="{139505B7-13CA-440A-99B5-4C90D33CFBC9}" type="sibTrans" cxnId="{B4B1A5F6-3269-4930-898C-C462AF8F7907}">
      <dgm:prSet/>
      <dgm:spPr/>
      <dgm:t>
        <a:bodyPr/>
        <a:lstStyle/>
        <a:p>
          <a:pPr rtl="1"/>
          <a:endParaRPr lang="he-IL"/>
        </a:p>
      </dgm:t>
    </dgm:pt>
    <dgm:pt modelId="{3B72EBC3-DC13-44C3-B7E5-A2AE4178AF2F}">
      <dgm:prSet custT="1"/>
      <dgm:spPr/>
      <dgm:t>
        <a:bodyPr/>
        <a:lstStyle/>
        <a:p>
          <a:pPr rtl="1"/>
          <a:r>
            <a:rPr lang="he-IL" sz="1800" b="1" dirty="0"/>
            <a:t> </a:t>
          </a:r>
          <a:r>
            <a:rPr lang="en-US" sz="1800" b="1" dirty="0"/>
            <a:t>What to plan?</a:t>
          </a:r>
          <a:endParaRPr lang="he-IL" sz="1800" dirty="0"/>
        </a:p>
      </dgm:t>
    </dgm:pt>
    <dgm:pt modelId="{103C9D9A-1C04-4329-9081-A793525BFD80}" type="parTrans" cxnId="{53E968F9-01BA-4367-9C31-AEF69957FBE3}">
      <dgm:prSet/>
      <dgm:spPr/>
      <dgm:t>
        <a:bodyPr/>
        <a:lstStyle/>
        <a:p>
          <a:pPr rtl="1"/>
          <a:endParaRPr lang="he-IL"/>
        </a:p>
      </dgm:t>
    </dgm:pt>
    <dgm:pt modelId="{7523E0F2-9E9E-4802-AB70-B47BE07D2AB6}" type="sibTrans" cxnId="{53E968F9-01BA-4367-9C31-AEF69957FBE3}">
      <dgm:prSet/>
      <dgm:spPr/>
      <dgm:t>
        <a:bodyPr/>
        <a:lstStyle/>
        <a:p>
          <a:pPr rtl="1"/>
          <a:endParaRPr lang="he-IL"/>
        </a:p>
      </dgm:t>
    </dgm:pt>
    <dgm:pt modelId="{6D5B28B7-328E-40CB-83BB-921196854B45}" type="pres">
      <dgm:prSet presAssocID="{CB35BDFB-99D8-4677-803B-26644659068E}" presName="Name0" presStyleCnt="0">
        <dgm:presLayoutVars>
          <dgm:dir val="rev"/>
          <dgm:animLvl val="lvl"/>
          <dgm:resizeHandles val="exact"/>
        </dgm:presLayoutVars>
      </dgm:prSet>
      <dgm:spPr/>
    </dgm:pt>
    <dgm:pt modelId="{978FBC67-F6E0-44F8-8FB5-8B11C54832F9}" type="pres">
      <dgm:prSet presAssocID="{324B54B9-44E8-4E48-8B8A-E15252DC1EF0}" presName="composite" presStyleCnt="0"/>
      <dgm:spPr/>
    </dgm:pt>
    <dgm:pt modelId="{2FC2948E-FA52-4ABB-A7A4-D50D8AE84E0E}" type="pres">
      <dgm:prSet presAssocID="{324B54B9-44E8-4E48-8B8A-E15252DC1EF0}" presName="parTx" presStyleLbl="alignNode1" presStyleIdx="0" presStyleCnt="3">
        <dgm:presLayoutVars>
          <dgm:chMax val="0"/>
          <dgm:chPref val="0"/>
          <dgm:bulletEnabled val="1"/>
        </dgm:presLayoutVars>
      </dgm:prSet>
      <dgm:spPr/>
    </dgm:pt>
    <dgm:pt modelId="{E423AE67-4A20-4D94-855C-716966481B4E}" type="pres">
      <dgm:prSet presAssocID="{324B54B9-44E8-4E48-8B8A-E15252DC1EF0}" presName="desTx" presStyleLbl="alignAccFollowNode1" presStyleIdx="0" presStyleCnt="3">
        <dgm:presLayoutVars>
          <dgm:bulletEnabled val="1"/>
        </dgm:presLayoutVars>
      </dgm:prSet>
      <dgm:spPr/>
    </dgm:pt>
    <dgm:pt modelId="{35AC387C-28C2-497C-84C6-0A444EF7B4A4}" type="pres">
      <dgm:prSet presAssocID="{9B4B2310-C11D-4836-B4F0-CA187B6BCB6A}" presName="space" presStyleCnt="0"/>
      <dgm:spPr/>
    </dgm:pt>
    <dgm:pt modelId="{120F1E73-7FB6-4B71-A91B-808D3120CBB4}" type="pres">
      <dgm:prSet presAssocID="{3B72EBC3-DC13-44C3-B7E5-A2AE4178AF2F}" presName="composite" presStyleCnt="0"/>
      <dgm:spPr/>
    </dgm:pt>
    <dgm:pt modelId="{52C5B473-D782-48EA-8EA5-D9EBCA15D659}" type="pres">
      <dgm:prSet presAssocID="{3B72EBC3-DC13-44C3-B7E5-A2AE4178AF2F}" presName="parTx" presStyleLbl="alignNode1" presStyleIdx="1" presStyleCnt="3">
        <dgm:presLayoutVars>
          <dgm:chMax val="0"/>
          <dgm:chPref val="0"/>
          <dgm:bulletEnabled val="1"/>
        </dgm:presLayoutVars>
      </dgm:prSet>
      <dgm:spPr/>
    </dgm:pt>
    <dgm:pt modelId="{34C4419A-1AC8-480D-A960-052B3C859432}" type="pres">
      <dgm:prSet presAssocID="{3B72EBC3-DC13-44C3-B7E5-A2AE4178AF2F}" presName="desTx" presStyleLbl="alignAccFollowNode1" presStyleIdx="1" presStyleCnt="3">
        <dgm:presLayoutVars>
          <dgm:bulletEnabled val="1"/>
        </dgm:presLayoutVars>
      </dgm:prSet>
      <dgm:spPr/>
    </dgm:pt>
    <dgm:pt modelId="{D7F0419D-DDF3-436D-9135-2C1D840EF18D}" type="pres">
      <dgm:prSet presAssocID="{7523E0F2-9E9E-4802-AB70-B47BE07D2AB6}" presName="space" presStyleCnt="0"/>
      <dgm:spPr/>
    </dgm:pt>
    <dgm:pt modelId="{DC04C77B-745C-4050-BD1C-DD490CDCB555}" type="pres">
      <dgm:prSet presAssocID="{ADA9FD44-1A5B-49DC-8F5E-16774CA7A550}" presName="composite" presStyleCnt="0"/>
      <dgm:spPr/>
    </dgm:pt>
    <dgm:pt modelId="{D743AF73-F1C9-48E2-BB56-9A87AC4B481F}" type="pres">
      <dgm:prSet presAssocID="{ADA9FD44-1A5B-49DC-8F5E-16774CA7A550}" presName="parTx" presStyleLbl="alignNode1" presStyleIdx="2" presStyleCnt="3">
        <dgm:presLayoutVars>
          <dgm:chMax val="0"/>
          <dgm:chPref val="0"/>
          <dgm:bulletEnabled val="1"/>
        </dgm:presLayoutVars>
      </dgm:prSet>
      <dgm:spPr/>
    </dgm:pt>
    <dgm:pt modelId="{F2E3C018-7134-4939-9E2E-ADB3D54C108D}" type="pres">
      <dgm:prSet presAssocID="{ADA9FD44-1A5B-49DC-8F5E-16774CA7A550}" presName="desTx" presStyleLbl="alignAccFollowNode1" presStyleIdx="2" presStyleCnt="3">
        <dgm:presLayoutVars>
          <dgm:bulletEnabled val="1"/>
        </dgm:presLayoutVars>
      </dgm:prSet>
      <dgm:spPr/>
    </dgm:pt>
  </dgm:ptLst>
  <dgm:cxnLst>
    <dgm:cxn modelId="{7683EA00-9BBD-4EB2-B203-831C6AE7278A}" srcId="{324B54B9-44E8-4E48-8B8A-E15252DC1EF0}" destId="{C9765FBF-D3EC-4D77-898C-F1D4A29DC3C7}" srcOrd="3" destOrd="0" parTransId="{482644FF-6931-46B9-8DC6-864B6B5B40AA}" sibTransId="{8A7599D8-5B50-422C-92FC-258AA7133338}"/>
    <dgm:cxn modelId="{FF0B1513-226C-4A69-9B03-ABA4ECEBF37A}" type="presOf" srcId="{C9765FBF-D3EC-4D77-898C-F1D4A29DC3C7}" destId="{E423AE67-4A20-4D94-855C-716966481B4E}" srcOrd="0" destOrd="3" presId="urn:microsoft.com/office/officeart/2005/8/layout/hList1"/>
    <dgm:cxn modelId="{9506B323-2C13-4AA2-9187-ADA3F5E9171E}" type="presOf" srcId="{324B54B9-44E8-4E48-8B8A-E15252DC1EF0}" destId="{2FC2948E-FA52-4ABB-A7A4-D50D8AE84E0E}" srcOrd="0" destOrd="0" presId="urn:microsoft.com/office/officeart/2005/8/layout/hList1"/>
    <dgm:cxn modelId="{BE591829-62A1-4274-BFEB-6FD4BD6996AF}" srcId="{3B72EBC3-DC13-44C3-B7E5-A2AE4178AF2F}" destId="{B7413268-77F9-4691-9E5E-FFBC67BB7898}" srcOrd="2" destOrd="0" parTransId="{D61F0FFA-E869-49E0-842E-33756E495914}" sibTransId="{75C4747E-CFF4-4B50-A51D-5D20D8D308CC}"/>
    <dgm:cxn modelId="{C6C9FB2C-D53F-4B5E-BDCB-B3063CF43F88}" type="presOf" srcId="{356E7901-1E42-4DDF-A6F6-14CC04C02958}" destId="{F2E3C018-7134-4939-9E2E-ADB3D54C108D}" srcOrd="0" destOrd="0" presId="urn:microsoft.com/office/officeart/2005/8/layout/hList1"/>
    <dgm:cxn modelId="{F8401E44-F9B8-447D-9881-7B36CC24B9FC}" srcId="{324B54B9-44E8-4E48-8B8A-E15252DC1EF0}" destId="{B7B57BE5-59AA-4EA3-B2A0-6FA06CE16BBE}" srcOrd="0" destOrd="0" parTransId="{62130BF4-DC6E-49F4-A76C-597D3A1AFA38}" sibTransId="{766AFEE0-FDE4-4673-BD69-55A6863CF00D}"/>
    <dgm:cxn modelId="{A16FAB69-699D-43F0-B47F-7C7A99DB6809}" type="presOf" srcId="{A9382BEA-E4BA-41F0-8262-F1BD3C397A11}" destId="{F2E3C018-7134-4939-9E2E-ADB3D54C108D}" srcOrd="0" destOrd="1" presId="urn:microsoft.com/office/officeart/2005/8/layout/hList1"/>
    <dgm:cxn modelId="{E68B0C6C-C245-4940-9539-BC00E9AF38EC}" srcId="{ADA9FD44-1A5B-49DC-8F5E-16774CA7A550}" destId="{A9382BEA-E4BA-41F0-8262-F1BD3C397A11}" srcOrd="1" destOrd="0" parTransId="{E20BCF57-5850-4559-927A-E039B288D307}" sibTransId="{2B4F7238-C073-4E18-807F-7FB759C0D176}"/>
    <dgm:cxn modelId="{1B6AB84D-D4CE-4C2D-8F6F-921660D972B3}" srcId="{324B54B9-44E8-4E48-8B8A-E15252DC1EF0}" destId="{383BE281-ED95-4347-8736-DE85BA2B0FCC}" srcOrd="1" destOrd="0" parTransId="{9F5438B0-5F42-4065-9E18-8C04914A0435}" sibTransId="{99D4AAA6-843C-4CA7-810F-DC35FED6008B}"/>
    <dgm:cxn modelId="{E59F9A75-580F-4275-A746-16960B451D5F}" type="presOf" srcId="{ADA9FD44-1A5B-49DC-8F5E-16774CA7A550}" destId="{D743AF73-F1C9-48E2-BB56-9A87AC4B481F}" srcOrd="0" destOrd="0" presId="urn:microsoft.com/office/officeart/2005/8/layout/hList1"/>
    <dgm:cxn modelId="{230E9D77-26D0-4392-AECF-BDBE758DC632}" srcId="{CB35BDFB-99D8-4677-803B-26644659068E}" destId="{324B54B9-44E8-4E48-8B8A-E15252DC1EF0}" srcOrd="0" destOrd="0" parTransId="{B2E1B398-BB68-4BA0-A154-32CEB3DE5166}" sibTransId="{9B4B2310-C11D-4836-B4F0-CA187B6BCB6A}"/>
    <dgm:cxn modelId="{D211877B-231C-4628-BF31-C35904B3FB78}" srcId="{CB35BDFB-99D8-4677-803B-26644659068E}" destId="{ADA9FD44-1A5B-49DC-8F5E-16774CA7A550}" srcOrd="2" destOrd="0" parTransId="{A0D15F2B-7DC0-43AA-B77E-F36B5D7E7E88}" sibTransId="{A5922F01-828A-4C8F-9F14-66C0BC86EFBA}"/>
    <dgm:cxn modelId="{D5CD2A90-2BE7-45E7-BAED-DA3A1EE38530}" type="presOf" srcId="{CBF2C8E6-886F-429C-80D1-E2478EBA7384}" destId="{34C4419A-1AC8-480D-A960-052B3C859432}" srcOrd="0" destOrd="0" presId="urn:microsoft.com/office/officeart/2005/8/layout/hList1"/>
    <dgm:cxn modelId="{24DF2EAF-AC25-479A-8B15-E542DC410FD1}" srcId="{3B72EBC3-DC13-44C3-B7E5-A2AE4178AF2F}" destId="{CBF2C8E6-886F-429C-80D1-E2478EBA7384}" srcOrd="0" destOrd="0" parTransId="{371B2205-95ED-47CD-8CB5-6666F130CBEB}" sibTransId="{C2A8EBC6-3CCA-4A21-8B3A-68DCC1BBD91A}"/>
    <dgm:cxn modelId="{9391FCB6-C016-404A-8AED-9CAAF159855C}" type="presOf" srcId="{0CB4CABF-F032-4C2B-B6D3-3501E0546741}" destId="{34C4419A-1AC8-480D-A960-052B3C859432}" srcOrd="0" destOrd="1" presId="urn:microsoft.com/office/officeart/2005/8/layout/hList1"/>
    <dgm:cxn modelId="{4FFEE2C4-47E5-40BA-A763-C28EE1258744}" type="presOf" srcId="{A719D488-A474-4F94-9F9B-34D3A179BBC3}" destId="{F2E3C018-7134-4939-9E2E-ADB3D54C108D}" srcOrd="0" destOrd="2" presId="urn:microsoft.com/office/officeart/2005/8/layout/hList1"/>
    <dgm:cxn modelId="{7775F1D3-FDC0-405F-A842-5AD404590B9E}" type="presOf" srcId="{B7B57BE5-59AA-4EA3-B2A0-6FA06CE16BBE}" destId="{E423AE67-4A20-4D94-855C-716966481B4E}" srcOrd="0" destOrd="0" presId="urn:microsoft.com/office/officeart/2005/8/layout/hList1"/>
    <dgm:cxn modelId="{8791CBDA-DCA8-47F8-B311-414F69E5EC4F}" type="presOf" srcId="{383BE281-ED95-4347-8736-DE85BA2B0FCC}" destId="{E423AE67-4A20-4D94-855C-716966481B4E}" srcOrd="0" destOrd="1" presId="urn:microsoft.com/office/officeart/2005/8/layout/hList1"/>
    <dgm:cxn modelId="{3FD320DD-BF28-4978-8DE4-EA9C3DAA043F}" srcId="{ADA9FD44-1A5B-49DC-8F5E-16774CA7A550}" destId="{A719D488-A474-4F94-9F9B-34D3A179BBC3}" srcOrd="2" destOrd="0" parTransId="{9A1F6C04-2657-4393-8CBF-3CF52842AE89}" sibTransId="{9F6E31D9-EB92-4F60-9852-5706726AA61E}"/>
    <dgm:cxn modelId="{43AB06E0-09D2-47C9-9431-10C6C2669BEF}" type="presOf" srcId="{4BD83241-F132-4ABE-944A-8A80E61C3187}" destId="{E423AE67-4A20-4D94-855C-716966481B4E}" srcOrd="0" destOrd="2" presId="urn:microsoft.com/office/officeart/2005/8/layout/hList1"/>
    <dgm:cxn modelId="{BE7764E1-C80B-4BCC-BE69-DA2235236ED1}" srcId="{ADA9FD44-1A5B-49DC-8F5E-16774CA7A550}" destId="{356E7901-1E42-4DDF-A6F6-14CC04C02958}" srcOrd="0" destOrd="0" parTransId="{F5C9F9ED-93A0-4121-BB83-500871A70716}" sibTransId="{A85B9CB6-980A-4E29-91B2-E1E2D5934508}"/>
    <dgm:cxn modelId="{1316DBE3-98A5-46FF-A0C6-F7A79912D689}" type="presOf" srcId="{B7413268-77F9-4691-9E5E-FFBC67BB7898}" destId="{34C4419A-1AC8-480D-A960-052B3C859432}" srcOrd="0" destOrd="2" presId="urn:microsoft.com/office/officeart/2005/8/layout/hList1"/>
    <dgm:cxn modelId="{48CAFDE4-CD42-47D9-B2D7-AB4F1AD35FB7}" type="presOf" srcId="{CB35BDFB-99D8-4677-803B-26644659068E}" destId="{6D5B28B7-328E-40CB-83BB-921196854B45}" srcOrd="0" destOrd="0" presId="urn:microsoft.com/office/officeart/2005/8/layout/hList1"/>
    <dgm:cxn modelId="{DACEB1E6-F19C-4566-BF88-4B43F00A8F07}" srcId="{3B72EBC3-DC13-44C3-B7E5-A2AE4178AF2F}" destId="{0CB4CABF-F032-4C2B-B6D3-3501E0546741}" srcOrd="1" destOrd="0" parTransId="{6077736D-FDF6-4F44-B9AE-20AA92532569}" sibTransId="{FE8D09C1-B981-4CA2-9543-0B8245B7B245}"/>
    <dgm:cxn modelId="{B9DDCCEC-E851-4E7E-83DC-3BF823F90C87}" type="presOf" srcId="{3B72EBC3-DC13-44C3-B7E5-A2AE4178AF2F}" destId="{52C5B473-D782-48EA-8EA5-D9EBCA15D659}" srcOrd="0" destOrd="0" presId="urn:microsoft.com/office/officeart/2005/8/layout/hList1"/>
    <dgm:cxn modelId="{B4B1A5F6-3269-4930-898C-C462AF8F7907}" srcId="{324B54B9-44E8-4E48-8B8A-E15252DC1EF0}" destId="{4BD83241-F132-4ABE-944A-8A80E61C3187}" srcOrd="2" destOrd="0" parTransId="{F752FC9E-59B0-4AF2-81F1-EF8B2FBB7D80}" sibTransId="{139505B7-13CA-440A-99B5-4C90D33CFBC9}"/>
    <dgm:cxn modelId="{53E968F9-01BA-4367-9C31-AEF69957FBE3}" srcId="{CB35BDFB-99D8-4677-803B-26644659068E}" destId="{3B72EBC3-DC13-44C3-B7E5-A2AE4178AF2F}" srcOrd="1" destOrd="0" parTransId="{103C9D9A-1C04-4329-9081-A793525BFD80}" sibTransId="{7523E0F2-9E9E-4802-AB70-B47BE07D2AB6}"/>
    <dgm:cxn modelId="{B4A86107-930B-413B-9065-4AA469051840}" type="presParOf" srcId="{6D5B28B7-328E-40CB-83BB-921196854B45}" destId="{978FBC67-F6E0-44F8-8FB5-8B11C54832F9}" srcOrd="0" destOrd="0" presId="urn:microsoft.com/office/officeart/2005/8/layout/hList1"/>
    <dgm:cxn modelId="{07D6C4DC-6880-45BB-8FE4-28EB65B1F4F0}" type="presParOf" srcId="{978FBC67-F6E0-44F8-8FB5-8B11C54832F9}" destId="{2FC2948E-FA52-4ABB-A7A4-D50D8AE84E0E}" srcOrd="0" destOrd="0" presId="urn:microsoft.com/office/officeart/2005/8/layout/hList1"/>
    <dgm:cxn modelId="{093C6FCA-0DF4-4F2E-B262-2CF31A4CEC3E}" type="presParOf" srcId="{978FBC67-F6E0-44F8-8FB5-8B11C54832F9}" destId="{E423AE67-4A20-4D94-855C-716966481B4E}" srcOrd="1" destOrd="0" presId="urn:microsoft.com/office/officeart/2005/8/layout/hList1"/>
    <dgm:cxn modelId="{FB35098D-364F-4E1B-BF0B-AD0EAA50709C}" type="presParOf" srcId="{6D5B28B7-328E-40CB-83BB-921196854B45}" destId="{35AC387C-28C2-497C-84C6-0A444EF7B4A4}" srcOrd="1" destOrd="0" presId="urn:microsoft.com/office/officeart/2005/8/layout/hList1"/>
    <dgm:cxn modelId="{B3D2DA85-2360-4130-A208-68DF75D6CF47}" type="presParOf" srcId="{6D5B28B7-328E-40CB-83BB-921196854B45}" destId="{120F1E73-7FB6-4B71-A91B-808D3120CBB4}" srcOrd="2" destOrd="0" presId="urn:microsoft.com/office/officeart/2005/8/layout/hList1"/>
    <dgm:cxn modelId="{0697D3DA-5F08-4D92-8BF8-0F7BDFC37083}" type="presParOf" srcId="{120F1E73-7FB6-4B71-A91B-808D3120CBB4}" destId="{52C5B473-D782-48EA-8EA5-D9EBCA15D659}" srcOrd="0" destOrd="0" presId="urn:microsoft.com/office/officeart/2005/8/layout/hList1"/>
    <dgm:cxn modelId="{09238132-D4D8-420E-97F6-8CE3F10424C8}" type="presParOf" srcId="{120F1E73-7FB6-4B71-A91B-808D3120CBB4}" destId="{34C4419A-1AC8-480D-A960-052B3C859432}" srcOrd="1" destOrd="0" presId="urn:microsoft.com/office/officeart/2005/8/layout/hList1"/>
    <dgm:cxn modelId="{9B27978D-6792-4374-8C1A-90D49D8EF603}" type="presParOf" srcId="{6D5B28B7-328E-40CB-83BB-921196854B45}" destId="{D7F0419D-DDF3-436D-9135-2C1D840EF18D}" srcOrd="3" destOrd="0" presId="urn:microsoft.com/office/officeart/2005/8/layout/hList1"/>
    <dgm:cxn modelId="{3FD56528-3107-4E69-8AF6-242C5D116F60}" type="presParOf" srcId="{6D5B28B7-328E-40CB-83BB-921196854B45}" destId="{DC04C77B-745C-4050-BD1C-DD490CDCB555}" srcOrd="4" destOrd="0" presId="urn:microsoft.com/office/officeart/2005/8/layout/hList1"/>
    <dgm:cxn modelId="{BAFA3D52-6CA6-4606-BE24-E32B2E731F9B}" type="presParOf" srcId="{DC04C77B-745C-4050-BD1C-DD490CDCB555}" destId="{D743AF73-F1C9-48E2-BB56-9A87AC4B481F}" srcOrd="0" destOrd="0" presId="urn:microsoft.com/office/officeart/2005/8/layout/hList1"/>
    <dgm:cxn modelId="{6A19B20A-C149-441C-80B2-1BDE4B3B8609}" type="presParOf" srcId="{DC04C77B-745C-4050-BD1C-DD490CDCB555}" destId="{F2E3C018-7134-4939-9E2E-ADB3D54C108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B35BDFB-99D8-4677-803B-26644659068E}" type="doc">
      <dgm:prSet loTypeId="urn:microsoft.com/office/officeart/2005/8/layout/hList1" loCatId="list" qsTypeId="urn:microsoft.com/office/officeart/2005/8/quickstyle/simple1" qsCatId="simple" csTypeId="urn:microsoft.com/office/officeart/2005/8/colors/accent2_2" csCatId="accent2" phldr="1"/>
      <dgm:spPr/>
      <dgm:t>
        <a:bodyPr/>
        <a:lstStyle/>
        <a:p>
          <a:pPr rtl="1"/>
          <a:endParaRPr lang="he-IL"/>
        </a:p>
      </dgm:t>
    </dgm:pt>
    <dgm:pt modelId="{324B54B9-44E8-4E48-8B8A-E15252DC1EF0}">
      <dgm:prSet custT="1"/>
      <dgm:spPr/>
      <dgm:t>
        <a:bodyPr/>
        <a:lstStyle/>
        <a:p>
          <a:pPr rtl="1"/>
          <a:r>
            <a:rPr lang="en-US" sz="1800" b="1" dirty="0"/>
            <a:t>Which skill?</a:t>
          </a:r>
          <a:endParaRPr lang="he-IL" sz="1800" b="1" dirty="0"/>
        </a:p>
      </dgm:t>
    </dgm:pt>
    <dgm:pt modelId="{B2E1B398-BB68-4BA0-A154-32CEB3DE5166}" type="parTrans" cxnId="{230E9D77-26D0-4392-AECF-BDBE758DC632}">
      <dgm:prSet/>
      <dgm:spPr/>
      <dgm:t>
        <a:bodyPr/>
        <a:lstStyle/>
        <a:p>
          <a:pPr rtl="1"/>
          <a:endParaRPr lang="he-IL" sz="1800"/>
        </a:p>
      </dgm:t>
    </dgm:pt>
    <dgm:pt modelId="{9B4B2310-C11D-4836-B4F0-CA187B6BCB6A}" type="sibTrans" cxnId="{230E9D77-26D0-4392-AECF-BDBE758DC632}">
      <dgm:prSet/>
      <dgm:spPr/>
      <dgm:t>
        <a:bodyPr/>
        <a:lstStyle/>
        <a:p>
          <a:pPr rtl="1"/>
          <a:endParaRPr lang="he-IL" sz="1800"/>
        </a:p>
      </dgm:t>
    </dgm:pt>
    <dgm:pt modelId="{B7B57BE5-59AA-4EA3-B2A0-6FA06CE16BBE}">
      <dgm:prSet custT="1"/>
      <dgm:spPr/>
      <dgm:t>
        <a:bodyPr/>
        <a:lstStyle/>
        <a:p>
          <a:pPr rtl="1"/>
          <a:r>
            <a:rPr lang="en-US" sz="1800"/>
            <a:t>Market demands</a:t>
          </a:r>
          <a:endParaRPr lang="he-IL" sz="1800" dirty="0"/>
        </a:p>
      </dgm:t>
    </dgm:pt>
    <dgm:pt modelId="{62130BF4-DC6E-49F4-A76C-597D3A1AFA38}" type="parTrans" cxnId="{F8401E44-F9B8-447D-9881-7B36CC24B9FC}">
      <dgm:prSet/>
      <dgm:spPr/>
      <dgm:t>
        <a:bodyPr/>
        <a:lstStyle/>
        <a:p>
          <a:pPr rtl="1"/>
          <a:endParaRPr lang="he-IL" sz="1800"/>
        </a:p>
      </dgm:t>
    </dgm:pt>
    <dgm:pt modelId="{766AFEE0-FDE4-4673-BD69-55A6863CF00D}" type="sibTrans" cxnId="{F8401E44-F9B8-447D-9881-7B36CC24B9FC}">
      <dgm:prSet/>
      <dgm:spPr/>
      <dgm:t>
        <a:bodyPr/>
        <a:lstStyle/>
        <a:p>
          <a:pPr rtl="1"/>
          <a:endParaRPr lang="he-IL" sz="1800"/>
        </a:p>
      </dgm:t>
    </dgm:pt>
    <dgm:pt modelId="{CBF2C8E6-886F-429C-80D1-E2478EBA7384}">
      <dgm:prSet custT="1"/>
      <dgm:spPr/>
      <dgm:t>
        <a:bodyPr/>
        <a:lstStyle/>
        <a:p>
          <a:pPr rtl="1"/>
          <a:r>
            <a:rPr lang="en-US" sz="1800" dirty="0"/>
            <a:t>Core skill</a:t>
          </a:r>
          <a:endParaRPr lang="he-IL" sz="1800" dirty="0"/>
        </a:p>
      </dgm:t>
    </dgm:pt>
    <dgm:pt modelId="{371B2205-95ED-47CD-8CB5-6666F130CBEB}" type="parTrans" cxnId="{24DF2EAF-AC25-479A-8B15-E542DC410FD1}">
      <dgm:prSet/>
      <dgm:spPr/>
      <dgm:t>
        <a:bodyPr/>
        <a:lstStyle/>
        <a:p>
          <a:pPr rtl="1"/>
          <a:endParaRPr lang="he-IL" sz="1800"/>
        </a:p>
      </dgm:t>
    </dgm:pt>
    <dgm:pt modelId="{C2A8EBC6-3CCA-4A21-8B3A-68DCC1BBD91A}" type="sibTrans" cxnId="{24DF2EAF-AC25-479A-8B15-E542DC410FD1}">
      <dgm:prSet/>
      <dgm:spPr/>
      <dgm:t>
        <a:bodyPr/>
        <a:lstStyle/>
        <a:p>
          <a:pPr rtl="1"/>
          <a:endParaRPr lang="he-IL" sz="1800"/>
        </a:p>
      </dgm:t>
    </dgm:pt>
    <dgm:pt modelId="{ADA9FD44-1A5B-49DC-8F5E-16774CA7A550}">
      <dgm:prSet custT="1"/>
      <dgm:spPr/>
      <dgm:t>
        <a:bodyPr/>
        <a:lstStyle/>
        <a:p>
          <a:pPr rtl="1"/>
          <a:r>
            <a:rPr lang="en-US" sz="1800" b="1" dirty="0"/>
            <a:t>How much time?</a:t>
          </a:r>
          <a:endParaRPr lang="he-IL" sz="1800" b="1" dirty="0"/>
        </a:p>
      </dgm:t>
    </dgm:pt>
    <dgm:pt modelId="{A0D15F2B-7DC0-43AA-B77E-F36B5D7E7E88}" type="parTrans" cxnId="{D211877B-231C-4628-BF31-C35904B3FB78}">
      <dgm:prSet/>
      <dgm:spPr/>
      <dgm:t>
        <a:bodyPr/>
        <a:lstStyle/>
        <a:p>
          <a:pPr rtl="1"/>
          <a:endParaRPr lang="he-IL" sz="1800"/>
        </a:p>
      </dgm:t>
    </dgm:pt>
    <dgm:pt modelId="{A5922F01-828A-4C8F-9F14-66C0BC86EFBA}" type="sibTrans" cxnId="{D211877B-231C-4628-BF31-C35904B3FB78}">
      <dgm:prSet/>
      <dgm:spPr/>
      <dgm:t>
        <a:bodyPr/>
        <a:lstStyle/>
        <a:p>
          <a:pPr rtl="1"/>
          <a:endParaRPr lang="he-IL" sz="1800"/>
        </a:p>
      </dgm:t>
    </dgm:pt>
    <dgm:pt modelId="{356E7901-1E42-4DDF-A6F6-14CC04C02958}">
      <dgm:prSet custT="1"/>
      <dgm:spPr/>
      <dgm:t>
        <a:bodyPr/>
        <a:lstStyle/>
        <a:p>
          <a:pPr marL="271463" lvl="1" indent="-180975" algn="r" defTabSz="800100" rtl="1">
            <a:lnSpc>
              <a:spcPct val="90000"/>
            </a:lnSpc>
            <a:spcBef>
              <a:spcPct val="0"/>
            </a:spcBef>
            <a:spcAft>
              <a:spcPct val="15000"/>
            </a:spcAft>
          </a:pPr>
          <a:r>
            <a:rPr lang="en-US" sz="1800" kern="1200">
              <a:solidFill>
                <a:srgbClr val="262626">
                  <a:hueOff val="0"/>
                  <a:satOff val="0"/>
                  <a:lumOff val="0"/>
                  <a:alphaOff val="0"/>
                </a:srgbClr>
              </a:solidFill>
              <a:latin typeface="Calibri"/>
              <a:ea typeface="+mn-ea"/>
              <a:cs typeface="Calibri"/>
            </a:rPr>
            <a:t>One time</a:t>
          </a:r>
          <a:endParaRPr lang="he-IL" sz="1800" kern="1200" dirty="0">
            <a:solidFill>
              <a:srgbClr val="262626">
                <a:hueOff val="0"/>
                <a:satOff val="0"/>
                <a:lumOff val="0"/>
                <a:alphaOff val="0"/>
              </a:srgbClr>
            </a:solidFill>
            <a:latin typeface="Calibri"/>
            <a:ea typeface="+mn-ea"/>
            <a:cs typeface="Calibri"/>
          </a:endParaRPr>
        </a:p>
      </dgm:t>
    </dgm:pt>
    <dgm:pt modelId="{F5C9F9ED-93A0-4121-BB83-500871A70716}" type="parTrans" cxnId="{BE7764E1-C80B-4BCC-BE69-DA2235236ED1}">
      <dgm:prSet/>
      <dgm:spPr/>
      <dgm:t>
        <a:bodyPr/>
        <a:lstStyle/>
        <a:p>
          <a:pPr rtl="1"/>
          <a:endParaRPr lang="he-IL" sz="1800"/>
        </a:p>
      </dgm:t>
    </dgm:pt>
    <dgm:pt modelId="{A85B9CB6-980A-4E29-91B2-E1E2D5934508}" type="sibTrans" cxnId="{BE7764E1-C80B-4BCC-BE69-DA2235236ED1}">
      <dgm:prSet/>
      <dgm:spPr/>
      <dgm:t>
        <a:bodyPr/>
        <a:lstStyle/>
        <a:p>
          <a:pPr rtl="1"/>
          <a:endParaRPr lang="he-IL" sz="1800"/>
        </a:p>
      </dgm:t>
    </dgm:pt>
    <dgm:pt modelId="{0BA348FC-1C95-4727-9F49-DA1508742ECF}">
      <dgm:prSet custT="1"/>
      <dgm:spPr/>
      <dgm:t>
        <a:bodyPr/>
        <a:lstStyle/>
        <a:p>
          <a:pPr rtl="1"/>
          <a:r>
            <a:rPr lang="en-US" sz="1800" b="1"/>
            <a:t>Which level of abstraction?</a:t>
          </a:r>
          <a:endParaRPr lang="he-IL" sz="1800" dirty="0"/>
        </a:p>
      </dgm:t>
    </dgm:pt>
    <dgm:pt modelId="{650F1ED7-B32F-4EC9-AC3D-0401BAABA52E}" type="parTrans" cxnId="{1EB0A0F9-A650-4855-8911-2FA7A9BE672F}">
      <dgm:prSet/>
      <dgm:spPr/>
      <dgm:t>
        <a:bodyPr/>
        <a:lstStyle/>
        <a:p>
          <a:pPr rtl="1"/>
          <a:endParaRPr lang="he-IL"/>
        </a:p>
      </dgm:t>
    </dgm:pt>
    <dgm:pt modelId="{75FF0728-6E53-4774-A207-E269F541101E}" type="sibTrans" cxnId="{1EB0A0F9-A650-4855-8911-2FA7A9BE672F}">
      <dgm:prSet/>
      <dgm:spPr/>
      <dgm:t>
        <a:bodyPr/>
        <a:lstStyle/>
        <a:p>
          <a:pPr rtl="1"/>
          <a:endParaRPr lang="he-IL"/>
        </a:p>
      </dgm:t>
    </dgm:pt>
    <dgm:pt modelId="{C66EDDE8-8C7D-4A43-8BAE-CC2B9B29E127}">
      <dgm:prSet custT="1"/>
      <dgm:spPr/>
      <dgm:t>
        <a:bodyPr/>
        <a:lstStyle/>
        <a:p>
          <a:pPr rtl="1"/>
          <a:r>
            <a:rPr lang="en-US" sz="1800" dirty="0"/>
            <a:t>Subskill</a:t>
          </a:r>
          <a:endParaRPr lang="he-IL" sz="1800" dirty="0"/>
        </a:p>
      </dgm:t>
    </dgm:pt>
    <dgm:pt modelId="{2D4AFB5B-648A-4746-BDF1-4E387A7025AD}" type="parTrans" cxnId="{7B51F70B-8E77-4C2B-BAB6-BAB2E8E0E305}">
      <dgm:prSet/>
      <dgm:spPr/>
      <dgm:t>
        <a:bodyPr/>
        <a:lstStyle/>
        <a:p>
          <a:pPr rtl="1"/>
          <a:endParaRPr lang="he-IL"/>
        </a:p>
      </dgm:t>
    </dgm:pt>
    <dgm:pt modelId="{8BCCC935-1E9F-421A-8444-31509CEE6D68}" type="sibTrans" cxnId="{7B51F70B-8E77-4C2B-BAB6-BAB2E8E0E305}">
      <dgm:prSet/>
      <dgm:spPr/>
      <dgm:t>
        <a:bodyPr/>
        <a:lstStyle/>
        <a:p>
          <a:pPr rtl="1"/>
          <a:endParaRPr lang="he-IL"/>
        </a:p>
      </dgm:t>
    </dgm:pt>
    <dgm:pt modelId="{3557C094-136E-45A6-99FB-DEE80D8806CC}">
      <dgm:prSet custT="1"/>
      <dgm:spPr/>
      <dgm:t>
        <a:bodyPr/>
        <a:lstStyle/>
        <a:p>
          <a:pPr rtl="1"/>
          <a:r>
            <a:rPr lang="en-US" sz="1800" dirty="0"/>
            <a:t>Job demands</a:t>
          </a:r>
          <a:endParaRPr lang="he-IL" sz="1800" dirty="0"/>
        </a:p>
      </dgm:t>
    </dgm:pt>
    <dgm:pt modelId="{670988B7-44A3-418F-9B87-430142D000D0}" type="parTrans" cxnId="{E173AD9E-EA62-48F4-A56A-47B24621BA16}">
      <dgm:prSet/>
      <dgm:spPr/>
      <dgm:t>
        <a:bodyPr/>
        <a:lstStyle/>
        <a:p>
          <a:pPr rtl="1"/>
          <a:endParaRPr lang="he-IL"/>
        </a:p>
      </dgm:t>
    </dgm:pt>
    <dgm:pt modelId="{B4F6C4AA-8213-42C6-9258-AE1C1D856C4D}" type="sibTrans" cxnId="{E173AD9E-EA62-48F4-A56A-47B24621BA16}">
      <dgm:prSet/>
      <dgm:spPr/>
      <dgm:t>
        <a:bodyPr/>
        <a:lstStyle/>
        <a:p>
          <a:pPr rtl="1"/>
          <a:endParaRPr lang="he-IL"/>
        </a:p>
      </dgm:t>
    </dgm:pt>
    <dgm:pt modelId="{0FAABCC6-C492-4F1C-BF34-FDEFA231E404}">
      <dgm:prSet custT="1"/>
      <dgm:spPr/>
      <dgm:t>
        <a:bodyPr/>
        <a:lstStyle/>
        <a:p>
          <a:pPr rtl="1"/>
          <a:r>
            <a:rPr lang="en-US" sz="1800" dirty="0"/>
            <a:t>Educational vision</a:t>
          </a:r>
          <a:endParaRPr lang="he-IL" sz="1800" dirty="0"/>
        </a:p>
      </dgm:t>
    </dgm:pt>
    <dgm:pt modelId="{6442AAF9-3582-4101-9599-EEBF111C345C}" type="parTrans" cxnId="{18CCBE74-ED3E-4901-8366-DB1F0196E9BE}">
      <dgm:prSet/>
      <dgm:spPr/>
      <dgm:t>
        <a:bodyPr/>
        <a:lstStyle/>
        <a:p>
          <a:pPr rtl="1"/>
          <a:endParaRPr lang="he-IL"/>
        </a:p>
      </dgm:t>
    </dgm:pt>
    <dgm:pt modelId="{6B2E1E77-1C81-4B2F-AEF6-E84C1CCC99DC}" type="sibTrans" cxnId="{18CCBE74-ED3E-4901-8366-DB1F0196E9BE}">
      <dgm:prSet/>
      <dgm:spPr/>
      <dgm:t>
        <a:bodyPr/>
        <a:lstStyle/>
        <a:p>
          <a:pPr rtl="1"/>
          <a:endParaRPr lang="he-IL"/>
        </a:p>
      </dgm:t>
    </dgm:pt>
    <dgm:pt modelId="{2A5ED22D-B6B8-448D-82F6-91CF04787F62}">
      <dgm:prSet custT="1"/>
      <dgm:spPr/>
      <dgm:t>
        <a:bodyPr/>
        <a:lstStyle/>
        <a:p>
          <a:pPr rtl="1"/>
          <a:r>
            <a:rPr lang="en-US" sz="1800" dirty="0"/>
            <a:t>Tool</a:t>
          </a:r>
          <a:endParaRPr lang="he-IL" sz="1800" dirty="0"/>
        </a:p>
      </dgm:t>
    </dgm:pt>
    <dgm:pt modelId="{3530C289-D2E7-4A80-9F92-7FDE727E599C}" type="parTrans" cxnId="{1ED0E50A-CB1D-482C-86C7-6831A3AC6676}">
      <dgm:prSet/>
      <dgm:spPr/>
      <dgm:t>
        <a:bodyPr/>
        <a:lstStyle/>
        <a:p>
          <a:pPr rtl="1"/>
          <a:endParaRPr lang="he-IL"/>
        </a:p>
      </dgm:t>
    </dgm:pt>
    <dgm:pt modelId="{EE9708BA-267C-4DD5-88D2-4E0A0025B3D6}" type="sibTrans" cxnId="{1ED0E50A-CB1D-482C-86C7-6831A3AC6676}">
      <dgm:prSet/>
      <dgm:spPr/>
      <dgm:t>
        <a:bodyPr/>
        <a:lstStyle/>
        <a:p>
          <a:pPr rtl="1"/>
          <a:endParaRPr lang="he-IL"/>
        </a:p>
      </dgm:t>
    </dgm:pt>
    <dgm:pt modelId="{8F02F6DA-1FF6-443E-8CE4-A8D70F2082FE}">
      <dgm:prSet custT="1"/>
      <dgm:spPr/>
      <dgm:t>
        <a:bodyPr/>
        <a:lstStyle/>
        <a:p>
          <a:pPr marL="271463" lvl="1" indent="-180975" algn="r" defTabSz="800100" rtl="1">
            <a:lnSpc>
              <a:spcPct val="90000"/>
            </a:lnSpc>
            <a:spcBef>
              <a:spcPct val="0"/>
            </a:spcBef>
            <a:spcAft>
              <a:spcPct val="15000"/>
            </a:spcAft>
          </a:pPr>
          <a:r>
            <a:rPr lang="en-US" sz="1800" kern="1200">
              <a:solidFill>
                <a:srgbClr val="262626">
                  <a:hueOff val="0"/>
                  <a:satOff val="0"/>
                  <a:lumOff val="0"/>
                  <a:alphaOff val="0"/>
                </a:srgbClr>
              </a:solidFill>
              <a:latin typeface="Calibri"/>
              <a:ea typeface="+mn-ea"/>
              <a:cs typeface="Calibri"/>
            </a:rPr>
            <a:t>Weekly</a:t>
          </a:r>
          <a:endParaRPr lang="he-IL" sz="1800" kern="1200" dirty="0">
            <a:solidFill>
              <a:srgbClr val="262626">
                <a:hueOff val="0"/>
                <a:satOff val="0"/>
                <a:lumOff val="0"/>
                <a:alphaOff val="0"/>
              </a:srgbClr>
            </a:solidFill>
            <a:latin typeface="Calibri"/>
            <a:ea typeface="+mn-ea"/>
            <a:cs typeface="Calibri"/>
          </a:endParaRPr>
        </a:p>
      </dgm:t>
    </dgm:pt>
    <dgm:pt modelId="{C3800AFC-57B7-48CD-8C8E-23817F80A486}" type="parTrans" cxnId="{4D82C7AF-34A6-405E-BA15-BF70F44306C9}">
      <dgm:prSet/>
      <dgm:spPr/>
      <dgm:t>
        <a:bodyPr/>
        <a:lstStyle/>
        <a:p>
          <a:pPr rtl="1"/>
          <a:endParaRPr lang="he-IL"/>
        </a:p>
      </dgm:t>
    </dgm:pt>
    <dgm:pt modelId="{60204966-CFF1-4723-8B8C-D9A99C181D87}" type="sibTrans" cxnId="{4D82C7AF-34A6-405E-BA15-BF70F44306C9}">
      <dgm:prSet/>
      <dgm:spPr/>
      <dgm:t>
        <a:bodyPr/>
        <a:lstStyle/>
        <a:p>
          <a:pPr rtl="1"/>
          <a:endParaRPr lang="he-IL"/>
        </a:p>
      </dgm:t>
    </dgm:pt>
    <dgm:pt modelId="{6D5B28B7-328E-40CB-83BB-921196854B45}" type="pres">
      <dgm:prSet presAssocID="{CB35BDFB-99D8-4677-803B-26644659068E}" presName="Name0" presStyleCnt="0">
        <dgm:presLayoutVars>
          <dgm:dir val="rev"/>
          <dgm:animLvl val="lvl"/>
          <dgm:resizeHandles val="exact"/>
        </dgm:presLayoutVars>
      </dgm:prSet>
      <dgm:spPr/>
    </dgm:pt>
    <dgm:pt modelId="{978FBC67-F6E0-44F8-8FB5-8B11C54832F9}" type="pres">
      <dgm:prSet presAssocID="{324B54B9-44E8-4E48-8B8A-E15252DC1EF0}" presName="composite" presStyleCnt="0"/>
      <dgm:spPr/>
    </dgm:pt>
    <dgm:pt modelId="{2FC2948E-FA52-4ABB-A7A4-D50D8AE84E0E}" type="pres">
      <dgm:prSet presAssocID="{324B54B9-44E8-4E48-8B8A-E15252DC1EF0}" presName="parTx" presStyleLbl="alignNode1" presStyleIdx="0" presStyleCnt="3">
        <dgm:presLayoutVars>
          <dgm:chMax val="0"/>
          <dgm:chPref val="0"/>
          <dgm:bulletEnabled val="1"/>
        </dgm:presLayoutVars>
      </dgm:prSet>
      <dgm:spPr/>
    </dgm:pt>
    <dgm:pt modelId="{E423AE67-4A20-4D94-855C-716966481B4E}" type="pres">
      <dgm:prSet presAssocID="{324B54B9-44E8-4E48-8B8A-E15252DC1EF0}" presName="desTx" presStyleLbl="alignAccFollowNode1" presStyleIdx="0" presStyleCnt="3">
        <dgm:presLayoutVars>
          <dgm:bulletEnabled val="1"/>
        </dgm:presLayoutVars>
      </dgm:prSet>
      <dgm:spPr/>
    </dgm:pt>
    <dgm:pt modelId="{35AC387C-28C2-497C-84C6-0A444EF7B4A4}" type="pres">
      <dgm:prSet presAssocID="{9B4B2310-C11D-4836-B4F0-CA187B6BCB6A}" presName="space" presStyleCnt="0"/>
      <dgm:spPr/>
    </dgm:pt>
    <dgm:pt modelId="{E53D5304-E903-4BF7-8F06-8DD6C99E1BF4}" type="pres">
      <dgm:prSet presAssocID="{0BA348FC-1C95-4727-9F49-DA1508742ECF}" presName="composite" presStyleCnt="0"/>
      <dgm:spPr/>
    </dgm:pt>
    <dgm:pt modelId="{4EC5E4C5-37C6-4E6E-8233-03817CD6E4A5}" type="pres">
      <dgm:prSet presAssocID="{0BA348FC-1C95-4727-9F49-DA1508742ECF}" presName="parTx" presStyleLbl="alignNode1" presStyleIdx="1" presStyleCnt="3">
        <dgm:presLayoutVars>
          <dgm:chMax val="0"/>
          <dgm:chPref val="0"/>
          <dgm:bulletEnabled val="1"/>
        </dgm:presLayoutVars>
      </dgm:prSet>
      <dgm:spPr/>
    </dgm:pt>
    <dgm:pt modelId="{4DD9C474-A601-46A4-866A-A9AFD4266BC1}" type="pres">
      <dgm:prSet presAssocID="{0BA348FC-1C95-4727-9F49-DA1508742ECF}" presName="desTx" presStyleLbl="alignAccFollowNode1" presStyleIdx="1" presStyleCnt="3">
        <dgm:presLayoutVars>
          <dgm:bulletEnabled val="1"/>
        </dgm:presLayoutVars>
      </dgm:prSet>
      <dgm:spPr/>
    </dgm:pt>
    <dgm:pt modelId="{BB599F37-5787-47D7-A5EB-380E9BE76602}" type="pres">
      <dgm:prSet presAssocID="{75FF0728-6E53-4774-A207-E269F541101E}" presName="space" presStyleCnt="0"/>
      <dgm:spPr/>
    </dgm:pt>
    <dgm:pt modelId="{DC04C77B-745C-4050-BD1C-DD490CDCB555}" type="pres">
      <dgm:prSet presAssocID="{ADA9FD44-1A5B-49DC-8F5E-16774CA7A550}" presName="composite" presStyleCnt="0"/>
      <dgm:spPr/>
    </dgm:pt>
    <dgm:pt modelId="{D743AF73-F1C9-48E2-BB56-9A87AC4B481F}" type="pres">
      <dgm:prSet presAssocID="{ADA9FD44-1A5B-49DC-8F5E-16774CA7A550}" presName="parTx" presStyleLbl="alignNode1" presStyleIdx="2" presStyleCnt="3">
        <dgm:presLayoutVars>
          <dgm:chMax val="0"/>
          <dgm:chPref val="0"/>
          <dgm:bulletEnabled val="1"/>
        </dgm:presLayoutVars>
      </dgm:prSet>
      <dgm:spPr/>
    </dgm:pt>
    <dgm:pt modelId="{F2E3C018-7134-4939-9E2E-ADB3D54C108D}" type="pres">
      <dgm:prSet presAssocID="{ADA9FD44-1A5B-49DC-8F5E-16774CA7A550}" presName="desTx" presStyleLbl="alignAccFollowNode1" presStyleIdx="2" presStyleCnt="3">
        <dgm:presLayoutVars>
          <dgm:bulletEnabled val="1"/>
        </dgm:presLayoutVars>
      </dgm:prSet>
      <dgm:spPr/>
    </dgm:pt>
  </dgm:ptLst>
  <dgm:cxnLst>
    <dgm:cxn modelId="{154CD601-E097-4D77-A1C6-B1E86D24D4A7}" type="presOf" srcId="{ADA9FD44-1A5B-49DC-8F5E-16774CA7A550}" destId="{D743AF73-F1C9-48E2-BB56-9A87AC4B481F}" srcOrd="0" destOrd="0" presId="urn:microsoft.com/office/officeart/2005/8/layout/hList1"/>
    <dgm:cxn modelId="{1ED0E50A-CB1D-482C-86C7-6831A3AC6676}" srcId="{0BA348FC-1C95-4727-9F49-DA1508742ECF}" destId="{2A5ED22D-B6B8-448D-82F6-91CF04787F62}" srcOrd="2" destOrd="0" parTransId="{3530C289-D2E7-4A80-9F92-7FDE727E599C}" sibTransId="{EE9708BA-267C-4DD5-88D2-4E0A0025B3D6}"/>
    <dgm:cxn modelId="{7B51F70B-8E77-4C2B-BAB6-BAB2E8E0E305}" srcId="{0BA348FC-1C95-4727-9F49-DA1508742ECF}" destId="{C66EDDE8-8C7D-4A43-8BAE-CC2B9B29E127}" srcOrd="1" destOrd="0" parTransId="{2D4AFB5B-648A-4746-BDF1-4E387A7025AD}" sibTransId="{8BCCC935-1E9F-421A-8444-31509CEE6D68}"/>
    <dgm:cxn modelId="{1AB6B82B-014A-4449-841D-A53ACADCD313}" type="presOf" srcId="{B7B57BE5-59AA-4EA3-B2A0-6FA06CE16BBE}" destId="{E423AE67-4A20-4D94-855C-716966481B4E}" srcOrd="0" destOrd="0" presId="urn:microsoft.com/office/officeart/2005/8/layout/hList1"/>
    <dgm:cxn modelId="{F8401E44-F9B8-447D-9881-7B36CC24B9FC}" srcId="{324B54B9-44E8-4E48-8B8A-E15252DC1EF0}" destId="{B7B57BE5-59AA-4EA3-B2A0-6FA06CE16BBE}" srcOrd="0" destOrd="0" parTransId="{62130BF4-DC6E-49F4-A76C-597D3A1AFA38}" sibTransId="{766AFEE0-FDE4-4673-BD69-55A6863CF00D}"/>
    <dgm:cxn modelId="{FDAE954A-F7D6-4738-93EA-53E10103EA99}" type="presOf" srcId="{0FAABCC6-C492-4F1C-BF34-FDEFA231E404}" destId="{E423AE67-4A20-4D94-855C-716966481B4E}" srcOrd="0" destOrd="2" presId="urn:microsoft.com/office/officeart/2005/8/layout/hList1"/>
    <dgm:cxn modelId="{18CCBE74-ED3E-4901-8366-DB1F0196E9BE}" srcId="{324B54B9-44E8-4E48-8B8A-E15252DC1EF0}" destId="{0FAABCC6-C492-4F1C-BF34-FDEFA231E404}" srcOrd="2" destOrd="0" parTransId="{6442AAF9-3582-4101-9599-EEBF111C345C}" sibTransId="{6B2E1E77-1C81-4B2F-AEF6-E84C1CCC99DC}"/>
    <dgm:cxn modelId="{230E9D77-26D0-4392-AECF-BDBE758DC632}" srcId="{CB35BDFB-99D8-4677-803B-26644659068E}" destId="{324B54B9-44E8-4E48-8B8A-E15252DC1EF0}" srcOrd="0" destOrd="0" parTransId="{B2E1B398-BB68-4BA0-A154-32CEB3DE5166}" sibTransId="{9B4B2310-C11D-4836-B4F0-CA187B6BCB6A}"/>
    <dgm:cxn modelId="{D211877B-231C-4628-BF31-C35904B3FB78}" srcId="{CB35BDFB-99D8-4677-803B-26644659068E}" destId="{ADA9FD44-1A5B-49DC-8F5E-16774CA7A550}" srcOrd="2" destOrd="0" parTransId="{A0D15F2B-7DC0-43AA-B77E-F36B5D7E7E88}" sibTransId="{A5922F01-828A-4C8F-9F14-66C0BC86EFBA}"/>
    <dgm:cxn modelId="{E6E6C87D-E4BC-4997-A42F-17650FA6FC75}" type="presOf" srcId="{356E7901-1E42-4DDF-A6F6-14CC04C02958}" destId="{F2E3C018-7134-4939-9E2E-ADB3D54C108D}" srcOrd="0" destOrd="0" presId="urn:microsoft.com/office/officeart/2005/8/layout/hList1"/>
    <dgm:cxn modelId="{5D16BB8B-D39F-4A2B-ADCC-C60111E5A4D2}" type="presOf" srcId="{CBF2C8E6-886F-429C-80D1-E2478EBA7384}" destId="{4DD9C474-A601-46A4-866A-A9AFD4266BC1}" srcOrd="0" destOrd="0" presId="urn:microsoft.com/office/officeart/2005/8/layout/hList1"/>
    <dgm:cxn modelId="{A3DA9C96-F75F-4E5C-B987-A05589A5AC5D}" type="presOf" srcId="{3557C094-136E-45A6-99FB-DEE80D8806CC}" destId="{E423AE67-4A20-4D94-855C-716966481B4E}" srcOrd="0" destOrd="1" presId="urn:microsoft.com/office/officeart/2005/8/layout/hList1"/>
    <dgm:cxn modelId="{E173AD9E-EA62-48F4-A56A-47B24621BA16}" srcId="{324B54B9-44E8-4E48-8B8A-E15252DC1EF0}" destId="{3557C094-136E-45A6-99FB-DEE80D8806CC}" srcOrd="1" destOrd="0" parTransId="{670988B7-44A3-418F-9B87-430142D000D0}" sibTransId="{B4F6C4AA-8213-42C6-9258-AE1C1D856C4D}"/>
    <dgm:cxn modelId="{24DF2EAF-AC25-479A-8B15-E542DC410FD1}" srcId="{0BA348FC-1C95-4727-9F49-DA1508742ECF}" destId="{CBF2C8E6-886F-429C-80D1-E2478EBA7384}" srcOrd="0" destOrd="0" parTransId="{371B2205-95ED-47CD-8CB5-6666F130CBEB}" sibTransId="{C2A8EBC6-3CCA-4A21-8B3A-68DCC1BBD91A}"/>
    <dgm:cxn modelId="{4D82C7AF-34A6-405E-BA15-BF70F44306C9}" srcId="{ADA9FD44-1A5B-49DC-8F5E-16774CA7A550}" destId="{8F02F6DA-1FF6-443E-8CE4-A8D70F2082FE}" srcOrd="1" destOrd="0" parTransId="{C3800AFC-57B7-48CD-8C8E-23817F80A486}" sibTransId="{60204966-CFF1-4723-8B8C-D9A99C181D87}"/>
    <dgm:cxn modelId="{A9BAE8B7-8C25-40AC-B3AA-36E663474D28}" type="presOf" srcId="{324B54B9-44E8-4E48-8B8A-E15252DC1EF0}" destId="{2FC2948E-FA52-4ABB-A7A4-D50D8AE84E0E}" srcOrd="0" destOrd="0" presId="urn:microsoft.com/office/officeart/2005/8/layout/hList1"/>
    <dgm:cxn modelId="{C11C8BCA-8C27-45E2-8697-91EC87EAE308}" type="presOf" srcId="{C66EDDE8-8C7D-4A43-8BAE-CC2B9B29E127}" destId="{4DD9C474-A601-46A4-866A-A9AFD4266BC1}" srcOrd="0" destOrd="1" presId="urn:microsoft.com/office/officeart/2005/8/layout/hList1"/>
    <dgm:cxn modelId="{3A4684CC-4BCB-422E-BB18-425257A9112A}" type="presOf" srcId="{2A5ED22D-B6B8-448D-82F6-91CF04787F62}" destId="{4DD9C474-A601-46A4-866A-A9AFD4266BC1}" srcOrd="0" destOrd="2" presId="urn:microsoft.com/office/officeart/2005/8/layout/hList1"/>
    <dgm:cxn modelId="{BE7764E1-C80B-4BCC-BE69-DA2235236ED1}" srcId="{ADA9FD44-1A5B-49DC-8F5E-16774CA7A550}" destId="{356E7901-1E42-4DDF-A6F6-14CC04C02958}" srcOrd="0" destOrd="0" parTransId="{F5C9F9ED-93A0-4121-BB83-500871A70716}" sibTransId="{A85B9CB6-980A-4E29-91B2-E1E2D5934508}"/>
    <dgm:cxn modelId="{48CAFDE4-CD42-47D9-B2D7-AB4F1AD35FB7}" type="presOf" srcId="{CB35BDFB-99D8-4677-803B-26644659068E}" destId="{6D5B28B7-328E-40CB-83BB-921196854B45}" srcOrd="0" destOrd="0" presId="urn:microsoft.com/office/officeart/2005/8/layout/hList1"/>
    <dgm:cxn modelId="{0083CDED-AD3F-4FE4-8503-37175F020680}" type="presOf" srcId="{0BA348FC-1C95-4727-9F49-DA1508742ECF}" destId="{4EC5E4C5-37C6-4E6E-8233-03817CD6E4A5}" srcOrd="0" destOrd="0" presId="urn:microsoft.com/office/officeart/2005/8/layout/hList1"/>
    <dgm:cxn modelId="{9CBBCAF8-7817-43AA-868E-7FB171975F46}" type="presOf" srcId="{8F02F6DA-1FF6-443E-8CE4-A8D70F2082FE}" destId="{F2E3C018-7134-4939-9E2E-ADB3D54C108D}" srcOrd="0" destOrd="1" presId="urn:microsoft.com/office/officeart/2005/8/layout/hList1"/>
    <dgm:cxn modelId="{1EB0A0F9-A650-4855-8911-2FA7A9BE672F}" srcId="{CB35BDFB-99D8-4677-803B-26644659068E}" destId="{0BA348FC-1C95-4727-9F49-DA1508742ECF}" srcOrd="1" destOrd="0" parTransId="{650F1ED7-B32F-4EC9-AC3D-0401BAABA52E}" sibTransId="{75FF0728-6E53-4774-A207-E269F541101E}"/>
    <dgm:cxn modelId="{B6D98C34-2B62-4C59-871D-B9DE93C76527}" type="presParOf" srcId="{6D5B28B7-328E-40CB-83BB-921196854B45}" destId="{978FBC67-F6E0-44F8-8FB5-8B11C54832F9}" srcOrd="0" destOrd="0" presId="urn:microsoft.com/office/officeart/2005/8/layout/hList1"/>
    <dgm:cxn modelId="{3AD10BAF-03D9-4DA4-8177-5C8D1294FF8A}" type="presParOf" srcId="{978FBC67-F6E0-44F8-8FB5-8B11C54832F9}" destId="{2FC2948E-FA52-4ABB-A7A4-D50D8AE84E0E}" srcOrd="0" destOrd="0" presId="urn:microsoft.com/office/officeart/2005/8/layout/hList1"/>
    <dgm:cxn modelId="{756181FB-6E3D-443F-9898-C47CC619AF0C}" type="presParOf" srcId="{978FBC67-F6E0-44F8-8FB5-8B11C54832F9}" destId="{E423AE67-4A20-4D94-855C-716966481B4E}" srcOrd="1" destOrd="0" presId="urn:microsoft.com/office/officeart/2005/8/layout/hList1"/>
    <dgm:cxn modelId="{C3C9ECD2-0A5F-4EA8-9C07-449635902869}" type="presParOf" srcId="{6D5B28B7-328E-40CB-83BB-921196854B45}" destId="{35AC387C-28C2-497C-84C6-0A444EF7B4A4}" srcOrd="1" destOrd="0" presId="urn:microsoft.com/office/officeart/2005/8/layout/hList1"/>
    <dgm:cxn modelId="{DD0F31AE-2924-4BAC-9DF1-7395A063685F}" type="presParOf" srcId="{6D5B28B7-328E-40CB-83BB-921196854B45}" destId="{E53D5304-E903-4BF7-8F06-8DD6C99E1BF4}" srcOrd="2" destOrd="0" presId="urn:microsoft.com/office/officeart/2005/8/layout/hList1"/>
    <dgm:cxn modelId="{D15B5CF9-9F06-42A5-A651-FCF1C83F5DBF}" type="presParOf" srcId="{E53D5304-E903-4BF7-8F06-8DD6C99E1BF4}" destId="{4EC5E4C5-37C6-4E6E-8233-03817CD6E4A5}" srcOrd="0" destOrd="0" presId="urn:microsoft.com/office/officeart/2005/8/layout/hList1"/>
    <dgm:cxn modelId="{9E94A4F2-CB8D-4020-9368-6B08B581CA73}" type="presParOf" srcId="{E53D5304-E903-4BF7-8F06-8DD6C99E1BF4}" destId="{4DD9C474-A601-46A4-866A-A9AFD4266BC1}" srcOrd="1" destOrd="0" presId="urn:microsoft.com/office/officeart/2005/8/layout/hList1"/>
    <dgm:cxn modelId="{4C8B53B3-0FD3-49BF-A8FD-7DE22AEF5369}" type="presParOf" srcId="{6D5B28B7-328E-40CB-83BB-921196854B45}" destId="{BB599F37-5787-47D7-A5EB-380E9BE76602}" srcOrd="3" destOrd="0" presId="urn:microsoft.com/office/officeart/2005/8/layout/hList1"/>
    <dgm:cxn modelId="{B36F0C9D-FC2E-4DB7-A013-D65E0511076D}" type="presParOf" srcId="{6D5B28B7-328E-40CB-83BB-921196854B45}" destId="{DC04C77B-745C-4050-BD1C-DD490CDCB555}" srcOrd="4" destOrd="0" presId="urn:microsoft.com/office/officeart/2005/8/layout/hList1"/>
    <dgm:cxn modelId="{B2675E71-01B4-4BDE-88F0-49030B323A4F}" type="presParOf" srcId="{DC04C77B-745C-4050-BD1C-DD490CDCB555}" destId="{D743AF73-F1C9-48E2-BB56-9A87AC4B481F}" srcOrd="0" destOrd="0" presId="urn:microsoft.com/office/officeart/2005/8/layout/hList1"/>
    <dgm:cxn modelId="{10F2DBEE-59E9-4922-9CDF-CBE8755266A3}" type="presParOf" srcId="{DC04C77B-745C-4050-BD1C-DD490CDCB555}" destId="{F2E3C018-7134-4939-9E2E-ADB3D54C108D}"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B35BDFB-99D8-4677-803B-26644659068E}" type="doc">
      <dgm:prSet loTypeId="urn:microsoft.com/office/officeart/2005/8/layout/hList1" loCatId="list" qsTypeId="urn:microsoft.com/office/officeart/2005/8/quickstyle/simple1" qsCatId="simple" csTypeId="urn:microsoft.com/office/officeart/2005/8/colors/accent2_2" csCatId="accent2" phldr="1"/>
      <dgm:spPr/>
      <dgm:t>
        <a:bodyPr/>
        <a:lstStyle/>
        <a:p>
          <a:pPr rtl="1"/>
          <a:endParaRPr lang="he-IL"/>
        </a:p>
      </dgm:t>
    </dgm:pt>
    <dgm:pt modelId="{324B54B9-44E8-4E48-8B8A-E15252DC1EF0}">
      <dgm:prSet custT="1"/>
      <dgm:spPr/>
      <dgm:t>
        <a:bodyPr/>
        <a:lstStyle/>
        <a:p>
          <a:pPr rtl="1"/>
          <a:r>
            <a:rPr lang="en-US" sz="1800" b="1" dirty="0"/>
            <a:t>Who evaluates?</a:t>
          </a:r>
          <a:endParaRPr lang="he-IL" sz="1800" b="1" dirty="0"/>
        </a:p>
      </dgm:t>
    </dgm:pt>
    <dgm:pt modelId="{B2E1B398-BB68-4BA0-A154-32CEB3DE5166}" type="parTrans" cxnId="{230E9D77-26D0-4392-AECF-BDBE758DC632}">
      <dgm:prSet/>
      <dgm:spPr/>
      <dgm:t>
        <a:bodyPr/>
        <a:lstStyle/>
        <a:p>
          <a:pPr rtl="1"/>
          <a:endParaRPr lang="he-IL" sz="1800"/>
        </a:p>
      </dgm:t>
    </dgm:pt>
    <dgm:pt modelId="{9B4B2310-C11D-4836-B4F0-CA187B6BCB6A}" type="sibTrans" cxnId="{230E9D77-26D0-4392-AECF-BDBE758DC632}">
      <dgm:prSet/>
      <dgm:spPr/>
      <dgm:t>
        <a:bodyPr/>
        <a:lstStyle/>
        <a:p>
          <a:pPr rtl="1"/>
          <a:endParaRPr lang="he-IL" sz="1800"/>
        </a:p>
      </dgm:t>
    </dgm:pt>
    <dgm:pt modelId="{B7B57BE5-59AA-4EA3-B2A0-6FA06CE16BBE}">
      <dgm:prSet custT="1"/>
      <dgm:spPr/>
      <dgm:t>
        <a:bodyPr/>
        <a:lstStyle/>
        <a:p>
          <a:pPr rtl="1"/>
          <a:r>
            <a:rPr lang="en-US" sz="1800" dirty="0"/>
            <a:t>Self</a:t>
          </a:r>
          <a:endParaRPr lang="he-IL" sz="1800" dirty="0"/>
        </a:p>
      </dgm:t>
    </dgm:pt>
    <dgm:pt modelId="{62130BF4-DC6E-49F4-A76C-597D3A1AFA38}" type="parTrans" cxnId="{F8401E44-F9B8-447D-9881-7B36CC24B9FC}">
      <dgm:prSet/>
      <dgm:spPr/>
      <dgm:t>
        <a:bodyPr/>
        <a:lstStyle/>
        <a:p>
          <a:pPr rtl="1"/>
          <a:endParaRPr lang="he-IL" sz="1800"/>
        </a:p>
      </dgm:t>
    </dgm:pt>
    <dgm:pt modelId="{766AFEE0-FDE4-4673-BD69-55A6863CF00D}" type="sibTrans" cxnId="{F8401E44-F9B8-447D-9881-7B36CC24B9FC}">
      <dgm:prSet/>
      <dgm:spPr/>
      <dgm:t>
        <a:bodyPr/>
        <a:lstStyle/>
        <a:p>
          <a:pPr rtl="1"/>
          <a:endParaRPr lang="he-IL" sz="1800"/>
        </a:p>
      </dgm:t>
    </dgm:pt>
    <dgm:pt modelId="{8E63AF60-9E0C-4D7C-870D-35DE8445E574}">
      <dgm:prSet custT="1"/>
      <dgm:spPr/>
      <dgm:t>
        <a:bodyPr/>
        <a:lstStyle/>
        <a:p>
          <a:pPr rtl="1"/>
          <a:r>
            <a:rPr lang="en-US" sz="1800" b="1"/>
            <a:t>When to evaluate?</a:t>
          </a:r>
          <a:endParaRPr lang="he-IL" sz="1800" dirty="0"/>
        </a:p>
      </dgm:t>
    </dgm:pt>
    <dgm:pt modelId="{26DA88D7-F0B4-4A0B-9058-3E90AB6372F6}" type="parTrans" cxnId="{44027C0A-B0A3-4E07-AE80-66E45BD5D880}">
      <dgm:prSet/>
      <dgm:spPr/>
      <dgm:t>
        <a:bodyPr/>
        <a:lstStyle/>
        <a:p>
          <a:pPr rtl="1"/>
          <a:endParaRPr lang="he-IL" sz="1800"/>
        </a:p>
      </dgm:t>
    </dgm:pt>
    <dgm:pt modelId="{B8217B09-4D66-4E4B-A8DC-80142F930CA5}" type="sibTrans" cxnId="{44027C0A-B0A3-4E07-AE80-66E45BD5D880}">
      <dgm:prSet/>
      <dgm:spPr/>
      <dgm:t>
        <a:bodyPr/>
        <a:lstStyle/>
        <a:p>
          <a:pPr rtl="1"/>
          <a:endParaRPr lang="he-IL" sz="1800"/>
        </a:p>
      </dgm:t>
    </dgm:pt>
    <dgm:pt modelId="{CBF2C8E6-886F-429C-80D1-E2478EBA7384}">
      <dgm:prSet custT="1"/>
      <dgm:spPr/>
      <dgm:t>
        <a:bodyPr/>
        <a:lstStyle/>
        <a:p>
          <a:pPr rtl="1"/>
          <a:r>
            <a:rPr lang="en-US" sz="1800"/>
            <a:t>Class execises</a:t>
          </a:r>
          <a:endParaRPr lang="he-IL" sz="1800" dirty="0"/>
        </a:p>
      </dgm:t>
    </dgm:pt>
    <dgm:pt modelId="{371B2205-95ED-47CD-8CB5-6666F130CBEB}" type="parTrans" cxnId="{24DF2EAF-AC25-479A-8B15-E542DC410FD1}">
      <dgm:prSet/>
      <dgm:spPr/>
      <dgm:t>
        <a:bodyPr/>
        <a:lstStyle/>
        <a:p>
          <a:pPr rtl="1"/>
          <a:endParaRPr lang="he-IL" sz="1800"/>
        </a:p>
      </dgm:t>
    </dgm:pt>
    <dgm:pt modelId="{C2A8EBC6-3CCA-4A21-8B3A-68DCC1BBD91A}" type="sibTrans" cxnId="{24DF2EAF-AC25-479A-8B15-E542DC410FD1}">
      <dgm:prSet/>
      <dgm:spPr/>
      <dgm:t>
        <a:bodyPr/>
        <a:lstStyle/>
        <a:p>
          <a:pPr rtl="1"/>
          <a:endParaRPr lang="he-IL" sz="1800"/>
        </a:p>
      </dgm:t>
    </dgm:pt>
    <dgm:pt modelId="{ADA9FD44-1A5B-49DC-8F5E-16774CA7A550}">
      <dgm:prSet custT="1"/>
      <dgm:spPr/>
      <dgm:t>
        <a:bodyPr/>
        <a:lstStyle/>
        <a:p>
          <a:pPr rtl="1"/>
          <a:r>
            <a:rPr lang="en-US" sz="1800" b="1" dirty="0"/>
            <a:t>What to evaluate?</a:t>
          </a:r>
          <a:endParaRPr lang="he-IL" sz="1800" dirty="0"/>
        </a:p>
      </dgm:t>
    </dgm:pt>
    <dgm:pt modelId="{A0D15F2B-7DC0-43AA-B77E-F36B5D7E7E88}" type="parTrans" cxnId="{D211877B-231C-4628-BF31-C35904B3FB78}">
      <dgm:prSet/>
      <dgm:spPr/>
      <dgm:t>
        <a:bodyPr/>
        <a:lstStyle/>
        <a:p>
          <a:pPr rtl="1"/>
          <a:endParaRPr lang="he-IL" sz="1800"/>
        </a:p>
      </dgm:t>
    </dgm:pt>
    <dgm:pt modelId="{A5922F01-828A-4C8F-9F14-66C0BC86EFBA}" type="sibTrans" cxnId="{D211877B-231C-4628-BF31-C35904B3FB78}">
      <dgm:prSet/>
      <dgm:spPr/>
      <dgm:t>
        <a:bodyPr/>
        <a:lstStyle/>
        <a:p>
          <a:pPr rtl="1"/>
          <a:endParaRPr lang="he-IL" sz="1800"/>
        </a:p>
      </dgm:t>
    </dgm:pt>
    <dgm:pt modelId="{8EE7D4C0-94F5-4CF5-9B9A-931CCBBE17C8}">
      <dgm:prSet custT="1"/>
      <dgm:spPr/>
      <dgm:t>
        <a:bodyPr/>
        <a:lstStyle/>
        <a:p>
          <a:pPr rtl="1"/>
          <a:r>
            <a:rPr lang="en-US" sz="1800" dirty="0"/>
            <a:t>Peer</a:t>
          </a:r>
          <a:endParaRPr lang="he-IL" sz="1800" dirty="0"/>
        </a:p>
      </dgm:t>
    </dgm:pt>
    <dgm:pt modelId="{BD0B0319-E394-4250-8215-3399A8DC76BC}" type="parTrans" cxnId="{E8D9459A-405A-4178-92F4-7378DBC263DD}">
      <dgm:prSet/>
      <dgm:spPr/>
      <dgm:t>
        <a:bodyPr/>
        <a:lstStyle/>
        <a:p>
          <a:pPr rtl="1"/>
          <a:endParaRPr lang="he-IL"/>
        </a:p>
      </dgm:t>
    </dgm:pt>
    <dgm:pt modelId="{5FBCFFDE-FA0D-47EF-9365-A831C17BF1DD}" type="sibTrans" cxnId="{E8D9459A-405A-4178-92F4-7378DBC263DD}">
      <dgm:prSet/>
      <dgm:spPr/>
      <dgm:t>
        <a:bodyPr/>
        <a:lstStyle/>
        <a:p>
          <a:pPr rtl="1"/>
          <a:endParaRPr lang="he-IL"/>
        </a:p>
      </dgm:t>
    </dgm:pt>
    <dgm:pt modelId="{356E7901-1E42-4DDF-A6F6-14CC04C02958}">
      <dgm:prSet custT="1"/>
      <dgm:spPr/>
      <dgm:t>
        <a:bodyPr/>
        <a:lstStyle/>
        <a:p>
          <a:pPr marL="271463" lvl="1" indent="-180975" algn="r" defTabSz="800100" rtl="1">
            <a:lnSpc>
              <a:spcPct val="90000"/>
            </a:lnSpc>
            <a:spcBef>
              <a:spcPct val="0"/>
            </a:spcBef>
            <a:spcAft>
              <a:spcPct val="15000"/>
            </a:spcAft>
          </a:pPr>
          <a:r>
            <a:rPr lang="en-US" sz="1800" kern="1200" dirty="0">
              <a:solidFill>
                <a:srgbClr val="262626">
                  <a:hueOff val="0"/>
                  <a:satOff val="0"/>
                  <a:lumOff val="0"/>
                  <a:alphaOff val="0"/>
                </a:srgbClr>
              </a:solidFill>
              <a:latin typeface="Calibri"/>
              <a:ea typeface="+mn-ea"/>
              <a:cs typeface="Calibri"/>
            </a:rPr>
            <a:t>Outcome</a:t>
          </a:r>
          <a:endParaRPr lang="he-IL" sz="1800" kern="1200" dirty="0">
            <a:solidFill>
              <a:srgbClr val="262626">
                <a:hueOff val="0"/>
                <a:satOff val="0"/>
                <a:lumOff val="0"/>
                <a:alphaOff val="0"/>
              </a:srgbClr>
            </a:solidFill>
            <a:latin typeface="Calibri"/>
            <a:ea typeface="+mn-ea"/>
            <a:cs typeface="Calibri"/>
          </a:endParaRPr>
        </a:p>
      </dgm:t>
    </dgm:pt>
    <dgm:pt modelId="{A85B9CB6-980A-4E29-91B2-E1E2D5934508}" type="sibTrans" cxnId="{BE7764E1-C80B-4BCC-BE69-DA2235236ED1}">
      <dgm:prSet/>
      <dgm:spPr/>
      <dgm:t>
        <a:bodyPr/>
        <a:lstStyle/>
        <a:p>
          <a:pPr rtl="1"/>
          <a:endParaRPr lang="he-IL" sz="1800"/>
        </a:p>
      </dgm:t>
    </dgm:pt>
    <dgm:pt modelId="{F5C9F9ED-93A0-4121-BB83-500871A70716}" type="parTrans" cxnId="{BE7764E1-C80B-4BCC-BE69-DA2235236ED1}">
      <dgm:prSet/>
      <dgm:spPr/>
      <dgm:t>
        <a:bodyPr/>
        <a:lstStyle/>
        <a:p>
          <a:pPr rtl="1"/>
          <a:endParaRPr lang="he-IL" sz="1800"/>
        </a:p>
      </dgm:t>
    </dgm:pt>
    <dgm:pt modelId="{9481BDFC-86E4-4D48-931A-666BA195E71F}">
      <dgm:prSet custT="1"/>
      <dgm:spPr/>
      <dgm:t>
        <a:bodyPr/>
        <a:lstStyle/>
        <a:p>
          <a:pPr marL="271463" lvl="1" indent="-180975" algn="r" defTabSz="800100" rtl="1">
            <a:lnSpc>
              <a:spcPct val="90000"/>
            </a:lnSpc>
            <a:spcBef>
              <a:spcPct val="0"/>
            </a:spcBef>
            <a:spcAft>
              <a:spcPct val="15000"/>
            </a:spcAft>
          </a:pPr>
          <a:r>
            <a:rPr lang="en-US" sz="1800" kern="1200" dirty="0">
              <a:solidFill>
                <a:srgbClr val="262626">
                  <a:hueOff val="0"/>
                  <a:satOff val="0"/>
                  <a:lumOff val="0"/>
                  <a:alphaOff val="0"/>
                </a:srgbClr>
              </a:solidFill>
              <a:latin typeface="Calibri"/>
              <a:ea typeface="+mn-ea"/>
              <a:cs typeface="Calibri"/>
            </a:rPr>
            <a:t>Process</a:t>
          </a:r>
          <a:endParaRPr lang="he-IL" sz="1800" kern="1200" dirty="0">
            <a:solidFill>
              <a:srgbClr val="262626">
                <a:hueOff val="0"/>
                <a:satOff val="0"/>
                <a:lumOff val="0"/>
                <a:alphaOff val="0"/>
              </a:srgbClr>
            </a:solidFill>
            <a:latin typeface="Calibri"/>
            <a:ea typeface="+mn-ea"/>
            <a:cs typeface="Calibri"/>
          </a:endParaRPr>
        </a:p>
      </dgm:t>
    </dgm:pt>
    <dgm:pt modelId="{B0AD1E3C-AB35-4C67-BD52-2290B9A361F5}" type="sibTrans" cxnId="{5B009A65-E8C5-4CB8-98DD-22D7ED0C1C9B}">
      <dgm:prSet/>
      <dgm:spPr/>
      <dgm:t>
        <a:bodyPr/>
        <a:lstStyle/>
        <a:p>
          <a:pPr rtl="1"/>
          <a:endParaRPr lang="he-IL"/>
        </a:p>
      </dgm:t>
    </dgm:pt>
    <dgm:pt modelId="{DCD6EF31-06D8-462A-A5F8-8296E5FB8E65}" type="parTrans" cxnId="{5B009A65-E8C5-4CB8-98DD-22D7ED0C1C9B}">
      <dgm:prSet/>
      <dgm:spPr/>
      <dgm:t>
        <a:bodyPr/>
        <a:lstStyle/>
        <a:p>
          <a:pPr rtl="1"/>
          <a:endParaRPr lang="he-IL"/>
        </a:p>
      </dgm:t>
    </dgm:pt>
    <dgm:pt modelId="{7A729E99-427C-4BBC-8FE8-78F7DA1F047A}">
      <dgm:prSet custT="1"/>
      <dgm:spPr/>
      <dgm:t>
        <a:bodyPr/>
        <a:lstStyle/>
        <a:p>
          <a:pPr rtl="1"/>
          <a:r>
            <a:rPr lang="en-US" sz="1800"/>
            <a:t>Teacher</a:t>
          </a:r>
          <a:endParaRPr lang="he-IL" sz="1800" dirty="0"/>
        </a:p>
      </dgm:t>
    </dgm:pt>
    <dgm:pt modelId="{47BDCF23-C9A9-4ACA-9AD7-061AF487181C}" type="parTrans" cxnId="{400CC374-9789-4D13-B887-77D526AFF1F7}">
      <dgm:prSet/>
      <dgm:spPr/>
      <dgm:t>
        <a:bodyPr/>
        <a:lstStyle/>
        <a:p>
          <a:pPr rtl="1"/>
          <a:endParaRPr lang="he-IL"/>
        </a:p>
      </dgm:t>
    </dgm:pt>
    <dgm:pt modelId="{473F1474-43EF-4F1C-8B71-4B34ED9B5DB6}" type="sibTrans" cxnId="{400CC374-9789-4D13-B887-77D526AFF1F7}">
      <dgm:prSet/>
      <dgm:spPr/>
      <dgm:t>
        <a:bodyPr/>
        <a:lstStyle/>
        <a:p>
          <a:pPr rtl="1"/>
          <a:endParaRPr lang="he-IL"/>
        </a:p>
      </dgm:t>
    </dgm:pt>
    <dgm:pt modelId="{B563EED2-D7A0-4C36-96E1-561B91483300}">
      <dgm:prSet custT="1"/>
      <dgm:spPr/>
      <dgm:t>
        <a:bodyPr/>
        <a:lstStyle/>
        <a:p>
          <a:pPr rtl="1"/>
          <a:r>
            <a:rPr lang="en-US" sz="1800" dirty="0"/>
            <a:t>Homework</a:t>
          </a:r>
          <a:endParaRPr lang="he-IL" sz="1800" dirty="0"/>
        </a:p>
      </dgm:t>
    </dgm:pt>
    <dgm:pt modelId="{E1EF80BE-B9E1-465D-BB0E-67F173E9DC4B}" type="parTrans" cxnId="{C8AB0962-7D01-4E59-883D-D7872BE5AFD3}">
      <dgm:prSet/>
      <dgm:spPr/>
      <dgm:t>
        <a:bodyPr/>
        <a:lstStyle/>
        <a:p>
          <a:pPr rtl="1"/>
          <a:endParaRPr lang="he-IL"/>
        </a:p>
      </dgm:t>
    </dgm:pt>
    <dgm:pt modelId="{DCC620F5-CFD0-4453-AF02-AFC21D287EBF}" type="sibTrans" cxnId="{C8AB0962-7D01-4E59-883D-D7872BE5AFD3}">
      <dgm:prSet/>
      <dgm:spPr/>
      <dgm:t>
        <a:bodyPr/>
        <a:lstStyle/>
        <a:p>
          <a:pPr rtl="1"/>
          <a:endParaRPr lang="he-IL"/>
        </a:p>
      </dgm:t>
    </dgm:pt>
    <dgm:pt modelId="{ECD5C8C0-ACAC-4643-91A5-9A0E5D5D0953}">
      <dgm:prSet custT="1"/>
      <dgm:spPr/>
      <dgm:t>
        <a:bodyPr/>
        <a:lstStyle/>
        <a:p>
          <a:pPr rtl="1"/>
          <a:r>
            <a:rPr lang="en-US" sz="1800" dirty="0"/>
            <a:t>Assignment</a:t>
          </a:r>
          <a:endParaRPr lang="he-IL" sz="1800" dirty="0"/>
        </a:p>
      </dgm:t>
    </dgm:pt>
    <dgm:pt modelId="{EE4DC875-57EF-498E-A97C-3D8EC0F68385}" type="parTrans" cxnId="{68C0AB38-5D65-4A3C-BB2F-753CFE785A14}">
      <dgm:prSet/>
      <dgm:spPr/>
      <dgm:t>
        <a:bodyPr/>
        <a:lstStyle/>
        <a:p>
          <a:pPr rtl="1"/>
          <a:endParaRPr lang="he-IL"/>
        </a:p>
      </dgm:t>
    </dgm:pt>
    <dgm:pt modelId="{53AF8222-3480-4394-9431-DF3B4DF7AF75}" type="sibTrans" cxnId="{68C0AB38-5D65-4A3C-BB2F-753CFE785A14}">
      <dgm:prSet/>
      <dgm:spPr/>
      <dgm:t>
        <a:bodyPr/>
        <a:lstStyle/>
        <a:p>
          <a:pPr rtl="1"/>
          <a:endParaRPr lang="he-IL"/>
        </a:p>
      </dgm:t>
    </dgm:pt>
    <dgm:pt modelId="{6D5B28B7-328E-40CB-83BB-921196854B45}" type="pres">
      <dgm:prSet presAssocID="{CB35BDFB-99D8-4677-803B-26644659068E}" presName="Name0" presStyleCnt="0">
        <dgm:presLayoutVars>
          <dgm:dir val="rev"/>
          <dgm:animLvl val="lvl"/>
          <dgm:resizeHandles val="exact"/>
        </dgm:presLayoutVars>
      </dgm:prSet>
      <dgm:spPr/>
    </dgm:pt>
    <dgm:pt modelId="{978FBC67-F6E0-44F8-8FB5-8B11C54832F9}" type="pres">
      <dgm:prSet presAssocID="{324B54B9-44E8-4E48-8B8A-E15252DC1EF0}" presName="composite" presStyleCnt="0"/>
      <dgm:spPr/>
    </dgm:pt>
    <dgm:pt modelId="{2FC2948E-FA52-4ABB-A7A4-D50D8AE84E0E}" type="pres">
      <dgm:prSet presAssocID="{324B54B9-44E8-4E48-8B8A-E15252DC1EF0}" presName="parTx" presStyleLbl="alignNode1" presStyleIdx="0" presStyleCnt="3">
        <dgm:presLayoutVars>
          <dgm:chMax val="0"/>
          <dgm:chPref val="0"/>
          <dgm:bulletEnabled val="1"/>
        </dgm:presLayoutVars>
      </dgm:prSet>
      <dgm:spPr/>
    </dgm:pt>
    <dgm:pt modelId="{E423AE67-4A20-4D94-855C-716966481B4E}" type="pres">
      <dgm:prSet presAssocID="{324B54B9-44E8-4E48-8B8A-E15252DC1EF0}" presName="desTx" presStyleLbl="alignAccFollowNode1" presStyleIdx="0" presStyleCnt="3">
        <dgm:presLayoutVars>
          <dgm:bulletEnabled val="1"/>
        </dgm:presLayoutVars>
      </dgm:prSet>
      <dgm:spPr/>
    </dgm:pt>
    <dgm:pt modelId="{35AC387C-28C2-497C-84C6-0A444EF7B4A4}" type="pres">
      <dgm:prSet presAssocID="{9B4B2310-C11D-4836-B4F0-CA187B6BCB6A}" presName="space" presStyleCnt="0"/>
      <dgm:spPr/>
    </dgm:pt>
    <dgm:pt modelId="{64470A33-E309-4042-B009-8DBEE2798CC1}" type="pres">
      <dgm:prSet presAssocID="{8E63AF60-9E0C-4D7C-870D-35DE8445E574}" presName="composite" presStyleCnt="0"/>
      <dgm:spPr/>
    </dgm:pt>
    <dgm:pt modelId="{DF01D04A-EA33-4363-88CA-1D65F6469888}" type="pres">
      <dgm:prSet presAssocID="{8E63AF60-9E0C-4D7C-870D-35DE8445E574}" presName="parTx" presStyleLbl="alignNode1" presStyleIdx="1" presStyleCnt="3">
        <dgm:presLayoutVars>
          <dgm:chMax val="0"/>
          <dgm:chPref val="0"/>
          <dgm:bulletEnabled val="1"/>
        </dgm:presLayoutVars>
      </dgm:prSet>
      <dgm:spPr/>
    </dgm:pt>
    <dgm:pt modelId="{89C92C59-D8A0-48A1-87EF-B4559DFEAEC2}" type="pres">
      <dgm:prSet presAssocID="{8E63AF60-9E0C-4D7C-870D-35DE8445E574}" presName="desTx" presStyleLbl="alignAccFollowNode1" presStyleIdx="1" presStyleCnt="3">
        <dgm:presLayoutVars>
          <dgm:bulletEnabled val="1"/>
        </dgm:presLayoutVars>
      </dgm:prSet>
      <dgm:spPr/>
    </dgm:pt>
    <dgm:pt modelId="{AD595D64-3264-440A-8590-622BBD035CDC}" type="pres">
      <dgm:prSet presAssocID="{B8217B09-4D66-4E4B-A8DC-80142F930CA5}" presName="space" presStyleCnt="0"/>
      <dgm:spPr/>
    </dgm:pt>
    <dgm:pt modelId="{DC04C77B-745C-4050-BD1C-DD490CDCB555}" type="pres">
      <dgm:prSet presAssocID="{ADA9FD44-1A5B-49DC-8F5E-16774CA7A550}" presName="composite" presStyleCnt="0"/>
      <dgm:spPr/>
    </dgm:pt>
    <dgm:pt modelId="{D743AF73-F1C9-48E2-BB56-9A87AC4B481F}" type="pres">
      <dgm:prSet presAssocID="{ADA9FD44-1A5B-49DC-8F5E-16774CA7A550}" presName="parTx" presStyleLbl="alignNode1" presStyleIdx="2" presStyleCnt="3">
        <dgm:presLayoutVars>
          <dgm:chMax val="0"/>
          <dgm:chPref val="0"/>
          <dgm:bulletEnabled val="1"/>
        </dgm:presLayoutVars>
      </dgm:prSet>
      <dgm:spPr/>
    </dgm:pt>
    <dgm:pt modelId="{F2E3C018-7134-4939-9E2E-ADB3D54C108D}" type="pres">
      <dgm:prSet presAssocID="{ADA9FD44-1A5B-49DC-8F5E-16774CA7A550}" presName="desTx" presStyleLbl="alignAccFollowNode1" presStyleIdx="2" presStyleCnt="3">
        <dgm:presLayoutVars>
          <dgm:bulletEnabled val="1"/>
        </dgm:presLayoutVars>
      </dgm:prSet>
      <dgm:spPr/>
    </dgm:pt>
  </dgm:ptLst>
  <dgm:cxnLst>
    <dgm:cxn modelId="{44027C0A-B0A3-4E07-AE80-66E45BD5D880}" srcId="{CB35BDFB-99D8-4677-803B-26644659068E}" destId="{8E63AF60-9E0C-4D7C-870D-35DE8445E574}" srcOrd="1" destOrd="0" parTransId="{26DA88D7-F0B4-4A0B-9058-3E90AB6372F6}" sibTransId="{B8217B09-4D66-4E4B-A8DC-80142F930CA5}"/>
    <dgm:cxn modelId="{8DE8CC23-63DA-4C28-9E59-081DA8C67897}" type="presOf" srcId="{CBF2C8E6-886F-429C-80D1-E2478EBA7384}" destId="{89C92C59-D8A0-48A1-87EF-B4559DFEAEC2}" srcOrd="0" destOrd="0" presId="urn:microsoft.com/office/officeart/2005/8/layout/hList1"/>
    <dgm:cxn modelId="{399FFF24-8EA5-493E-A65A-AC689C219205}" type="presOf" srcId="{ECD5C8C0-ACAC-4643-91A5-9A0E5D5D0953}" destId="{89C92C59-D8A0-48A1-87EF-B4559DFEAEC2}" srcOrd="0" destOrd="2" presId="urn:microsoft.com/office/officeart/2005/8/layout/hList1"/>
    <dgm:cxn modelId="{68C0AB38-5D65-4A3C-BB2F-753CFE785A14}" srcId="{8E63AF60-9E0C-4D7C-870D-35DE8445E574}" destId="{ECD5C8C0-ACAC-4643-91A5-9A0E5D5D0953}" srcOrd="2" destOrd="0" parTransId="{EE4DC875-57EF-498E-A97C-3D8EC0F68385}" sibTransId="{53AF8222-3480-4394-9431-DF3B4DF7AF75}"/>
    <dgm:cxn modelId="{C8AB0962-7D01-4E59-883D-D7872BE5AFD3}" srcId="{8E63AF60-9E0C-4D7C-870D-35DE8445E574}" destId="{B563EED2-D7A0-4C36-96E1-561B91483300}" srcOrd="1" destOrd="0" parTransId="{E1EF80BE-B9E1-465D-BB0E-67F173E9DC4B}" sibTransId="{DCC620F5-CFD0-4453-AF02-AFC21D287EBF}"/>
    <dgm:cxn modelId="{F8401E44-F9B8-447D-9881-7B36CC24B9FC}" srcId="{324B54B9-44E8-4E48-8B8A-E15252DC1EF0}" destId="{B7B57BE5-59AA-4EA3-B2A0-6FA06CE16BBE}" srcOrd="0" destOrd="0" parTransId="{62130BF4-DC6E-49F4-A76C-597D3A1AFA38}" sibTransId="{766AFEE0-FDE4-4673-BD69-55A6863CF00D}"/>
    <dgm:cxn modelId="{5B009A65-E8C5-4CB8-98DD-22D7ED0C1C9B}" srcId="{ADA9FD44-1A5B-49DC-8F5E-16774CA7A550}" destId="{9481BDFC-86E4-4D48-931A-666BA195E71F}" srcOrd="1" destOrd="0" parTransId="{DCD6EF31-06D8-462A-A5F8-8296E5FB8E65}" sibTransId="{B0AD1E3C-AB35-4C67-BD52-2290B9A361F5}"/>
    <dgm:cxn modelId="{22587969-4F53-4ECD-B358-B2AFA3D95A91}" type="presOf" srcId="{7A729E99-427C-4BBC-8FE8-78F7DA1F047A}" destId="{E423AE67-4A20-4D94-855C-716966481B4E}" srcOrd="0" destOrd="2" presId="urn:microsoft.com/office/officeart/2005/8/layout/hList1"/>
    <dgm:cxn modelId="{A9C77B6D-CCF2-4695-A231-5C0E1FD1DFCF}" type="presOf" srcId="{B7B57BE5-59AA-4EA3-B2A0-6FA06CE16BBE}" destId="{E423AE67-4A20-4D94-855C-716966481B4E}" srcOrd="0" destOrd="0" presId="urn:microsoft.com/office/officeart/2005/8/layout/hList1"/>
    <dgm:cxn modelId="{400CC374-9789-4D13-B887-77D526AFF1F7}" srcId="{324B54B9-44E8-4E48-8B8A-E15252DC1EF0}" destId="{7A729E99-427C-4BBC-8FE8-78F7DA1F047A}" srcOrd="2" destOrd="0" parTransId="{47BDCF23-C9A9-4ACA-9AD7-061AF487181C}" sibTransId="{473F1474-43EF-4F1C-8B71-4B34ED9B5DB6}"/>
    <dgm:cxn modelId="{230E9D77-26D0-4392-AECF-BDBE758DC632}" srcId="{CB35BDFB-99D8-4677-803B-26644659068E}" destId="{324B54B9-44E8-4E48-8B8A-E15252DC1EF0}" srcOrd="0" destOrd="0" parTransId="{B2E1B398-BB68-4BA0-A154-32CEB3DE5166}" sibTransId="{9B4B2310-C11D-4836-B4F0-CA187B6BCB6A}"/>
    <dgm:cxn modelId="{A7B4C777-8091-421B-9016-FD0E13F913D2}" type="presOf" srcId="{8E63AF60-9E0C-4D7C-870D-35DE8445E574}" destId="{DF01D04A-EA33-4363-88CA-1D65F6469888}" srcOrd="0" destOrd="0" presId="urn:microsoft.com/office/officeart/2005/8/layout/hList1"/>
    <dgm:cxn modelId="{92A38E5A-9B42-4A6F-82BC-8848CEC2BDCA}" type="presOf" srcId="{356E7901-1E42-4DDF-A6F6-14CC04C02958}" destId="{F2E3C018-7134-4939-9E2E-ADB3D54C108D}" srcOrd="0" destOrd="0" presId="urn:microsoft.com/office/officeart/2005/8/layout/hList1"/>
    <dgm:cxn modelId="{D211877B-231C-4628-BF31-C35904B3FB78}" srcId="{CB35BDFB-99D8-4677-803B-26644659068E}" destId="{ADA9FD44-1A5B-49DC-8F5E-16774CA7A550}" srcOrd="2" destOrd="0" parTransId="{A0D15F2B-7DC0-43AA-B77E-F36B5D7E7E88}" sibTransId="{A5922F01-828A-4C8F-9F14-66C0BC86EFBA}"/>
    <dgm:cxn modelId="{E8D9459A-405A-4178-92F4-7378DBC263DD}" srcId="{324B54B9-44E8-4E48-8B8A-E15252DC1EF0}" destId="{8EE7D4C0-94F5-4CF5-9B9A-931CCBBE17C8}" srcOrd="1" destOrd="0" parTransId="{BD0B0319-E394-4250-8215-3399A8DC76BC}" sibTransId="{5FBCFFDE-FA0D-47EF-9365-A831C17BF1DD}"/>
    <dgm:cxn modelId="{C519A2AB-35DC-4327-8EEE-01E0331FBFF9}" type="presOf" srcId="{9481BDFC-86E4-4D48-931A-666BA195E71F}" destId="{F2E3C018-7134-4939-9E2E-ADB3D54C108D}" srcOrd="0" destOrd="1" presId="urn:microsoft.com/office/officeart/2005/8/layout/hList1"/>
    <dgm:cxn modelId="{24DF2EAF-AC25-479A-8B15-E542DC410FD1}" srcId="{8E63AF60-9E0C-4D7C-870D-35DE8445E574}" destId="{CBF2C8E6-886F-429C-80D1-E2478EBA7384}" srcOrd="0" destOrd="0" parTransId="{371B2205-95ED-47CD-8CB5-6666F130CBEB}" sibTransId="{C2A8EBC6-3CCA-4A21-8B3A-68DCC1BBD91A}"/>
    <dgm:cxn modelId="{A26C08BA-7152-4C40-9D1E-61223A703C0A}" type="presOf" srcId="{8EE7D4C0-94F5-4CF5-9B9A-931CCBBE17C8}" destId="{E423AE67-4A20-4D94-855C-716966481B4E}" srcOrd="0" destOrd="1" presId="urn:microsoft.com/office/officeart/2005/8/layout/hList1"/>
    <dgm:cxn modelId="{C5298CC2-A9AB-42A0-9E60-7EB758E35379}" type="presOf" srcId="{324B54B9-44E8-4E48-8B8A-E15252DC1EF0}" destId="{2FC2948E-FA52-4ABB-A7A4-D50D8AE84E0E}" srcOrd="0" destOrd="0" presId="urn:microsoft.com/office/officeart/2005/8/layout/hList1"/>
    <dgm:cxn modelId="{72C100D6-E683-478C-BED6-2F475A3D8F34}" type="presOf" srcId="{B563EED2-D7A0-4C36-96E1-561B91483300}" destId="{89C92C59-D8A0-48A1-87EF-B4559DFEAEC2}" srcOrd="0" destOrd="1" presId="urn:microsoft.com/office/officeart/2005/8/layout/hList1"/>
    <dgm:cxn modelId="{BE7764E1-C80B-4BCC-BE69-DA2235236ED1}" srcId="{ADA9FD44-1A5B-49DC-8F5E-16774CA7A550}" destId="{356E7901-1E42-4DDF-A6F6-14CC04C02958}" srcOrd="0" destOrd="0" parTransId="{F5C9F9ED-93A0-4121-BB83-500871A70716}" sibTransId="{A85B9CB6-980A-4E29-91B2-E1E2D5934508}"/>
    <dgm:cxn modelId="{48CAFDE4-CD42-47D9-B2D7-AB4F1AD35FB7}" type="presOf" srcId="{CB35BDFB-99D8-4677-803B-26644659068E}" destId="{6D5B28B7-328E-40CB-83BB-921196854B45}" srcOrd="0" destOrd="0" presId="urn:microsoft.com/office/officeart/2005/8/layout/hList1"/>
    <dgm:cxn modelId="{B892AAEE-DC80-472A-BFA5-E72D33821297}" type="presOf" srcId="{ADA9FD44-1A5B-49DC-8F5E-16774CA7A550}" destId="{D743AF73-F1C9-48E2-BB56-9A87AC4B481F}" srcOrd="0" destOrd="0" presId="urn:microsoft.com/office/officeart/2005/8/layout/hList1"/>
    <dgm:cxn modelId="{6397DE38-7359-4A4D-BB46-E024AEDAB0CF}" type="presParOf" srcId="{6D5B28B7-328E-40CB-83BB-921196854B45}" destId="{978FBC67-F6E0-44F8-8FB5-8B11C54832F9}" srcOrd="0" destOrd="0" presId="urn:microsoft.com/office/officeart/2005/8/layout/hList1"/>
    <dgm:cxn modelId="{367417A6-4BA8-4008-B297-F65A6EB6D994}" type="presParOf" srcId="{978FBC67-F6E0-44F8-8FB5-8B11C54832F9}" destId="{2FC2948E-FA52-4ABB-A7A4-D50D8AE84E0E}" srcOrd="0" destOrd="0" presId="urn:microsoft.com/office/officeart/2005/8/layout/hList1"/>
    <dgm:cxn modelId="{32085305-91AC-4BFA-9103-5DB03A9D2B0F}" type="presParOf" srcId="{978FBC67-F6E0-44F8-8FB5-8B11C54832F9}" destId="{E423AE67-4A20-4D94-855C-716966481B4E}" srcOrd="1" destOrd="0" presId="urn:microsoft.com/office/officeart/2005/8/layout/hList1"/>
    <dgm:cxn modelId="{410DBDE3-C53E-41E7-8839-B999AA6D3177}" type="presParOf" srcId="{6D5B28B7-328E-40CB-83BB-921196854B45}" destId="{35AC387C-28C2-497C-84C6-0A444EF7B4A4}" srcOrd="1" destOrd="0" presId="urn:microsoft.com/office/officeart/2005/8/layout/hList1"/>
    <dgm:cxn modelId="{5D2A4358-C8ED-4952-A5A2-42061BBC1B14}" type="presParOf" srcId="{6D5B28B7-328E-40CB-83BB-921196854B45}" destId="{64470A33-E309-4042-B009-8DBEE2798CC1}" srcOrd="2" destOrd="0" presId="urn:microsoft.com/office/officeart/2005/8/layout/hList1"/>
    <dgm:cxn modelId="{82A8889B-8C55-4A70-87A1-E7F2CFF171B1}" type="presParOf" srcId="{64470A33-E309-4042-B009-8DBEE2798CC1}" destId="{DF01D04A-EA33-4363-88CA-1D65F6469888}" srcOrd="0" destOrd="0" presId="urn:microsoft.com/office/officeart/2005/8/layout/hList1"/>
    <dgm:cxn modelId="{BAF9B871-EFE6-48C9-97E1-23F843D19DD9}" type="presParOf" srcId="{64470A33-E309-4042-B009-8DBEE2798CC1}" destId="{89C92C59-D8A0-48A1-87EF-B4559DFEAEC2}" srcOrd="1" destOrd="0" presId="urn:microsoft.com/office/officeart/2005/8/layout/hList1"/>
    <dgm:cxn modelId="{5C5B0A25-B124-4519-8C32-4462E842E90B}" type="presParOf" srcId="{6D5B28B7-328E-40CB-83BB-921196854B45}" destId="{AD595D64-3264-440A-8590-622BBD035CDC}" srcOrd="3" destOrd="0" presId="urn:microsoft.com/office/officeart/2005/8/layout/hList1"/>
    <dgm:cxn modelId="{FC24B08A-1989-4AE5-BE44-0209A1654A64}" type="presParOf" srcId="{6D5B28B7-328E-40CB-83BB-921196854B45}" destId="{DC04C77B-745C-4050-BD1C-DD490CDCB555}" srcOrd="4" destOrd="0" presId="urn:microsoft.com/office/officeart/2005/8/layout/hList1"/>
    <dgm:cxn modelId="{D3931203-8C41-4779-95B9-6EA439349256}" type="presParOf" srcId="{DC04C77B-745C-4050-BD1C-DD490CDCB555}" destId="{D743AF73-F1C9-48E2-BB56-9A87AC4B481F}" srcOrd="0" destOrd="0" presId="urn:microsoft.com/office/officeart/2005/8/layout/hList1"/>
    <dgm:cxn modelId="{2AB6DA40-4E63-4F70-AFAC-E75BA4004865}" type="presParOf" srcId="{DC04C77B-745C-4050-BD1C-DD490CDCB555}" destId="{F2E3C018-7134-4939-9E2E-ADB3D54C108D}" srcOrd="1" destOrd="0" presId="urn:microsoft.com/office/officeart/2005/8/layout/h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16B56-5A60-496F-83EB-1F15C2E19222}">
      <dsp:nvSpPr>
        <dsp:cNvPr id="0" name=""/>
        <dsp:cNvSpPr/>
      </dsp:nvSpPr>
      <dsp:spPr>
        <a:xfrm>
          <a:off x="1008389" y="33380"/>
          <a:ext cx="5613685" cy="7135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effective is teacher training?</a:t>
          </a:r>
          <a:endParaRPr lang="he-IL" sz="2000" kern="1200" dirty="0">
            <a:solidFill>
              <a:schemeClr val="tx1"/>
            </a:solidFill>
          </a:endParaRPr>
        </a:p>
      </dsp:txBody>
      <dsp:txXfrm>
        <a:off x="1029289" y="54280"/>
        <a:ext cx="5571885" cy="671790"/>
      </dsp:txXfrm>
    </dsp:sp>
    <dsp:sp modelId="{9DAE0730-53DE-4B5F-8296-9A249EDBDA36}">
      <dsp:nvSpPr>
        <dsp:cNvPr id="0" name=""/>
        <dsp:cNvSpPr/>
      </dsp:nvSpPr>
      <dsp:spPr>
        <a:xfrm>
          <a:off x="1008389" y="854008"/>
          <a:ext cx="5613685" cy="7135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characterizes effective teacher training?</a:t>
          </a:r>
          <a:endParaRPr lang="he-IL" sz="2000" kern="1200" dirty="0">
            <a:solidFill>
              <a:schemeClr val="tx1"/>
            </a:solidFill>
          </a:endParaRPr>
        </a:p>
      </dsp:txBody>
      <dsp:txXfrm>
        <a:off x="1029289" y="874908"/>
        <a:ext cx="5571885" cy="671790"/>
      </dsp:txXfrm>
    </dsp:sp>
    <dsp:sp modelId="{F191052A-1A9E-4CB3-9EA1-1A009948F674}">
      <dsp:nvSpPr>
        <dsp:cNvPr id="0" name=""/>
        <dsp:cNvSpPr/>
      </dsp:nvSpPr>
      <dsp:spPr>
        <a:xfrm>
          <a:off x="1008389" y="1674637"/>
          <a:ext cx="5613685" cy="7135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types of knowledge do teachers need</a:t>
          </a:r>
          <a:br>
            <a:rPr lang="en-US" sz="2000" kern="1200" dirty="0">
              <a:solidFill>
                <a:schemeClr val="tx1"/>
              </a:solidFill>
            </a:rPr>
          </a:br>
          <a:r>
            <a:rPr lang="en-US" sz="2000" kern="1200" dirty="0">
              <a:solidFill>
                <a:schemeClr val="tx1"/>
              </a:solidFill>
            </a:rPr>
            <a:t> to impart skills?</a:t>
          </a:r>
          <a:endParaRPr lang="he-IL" sz="2000" kern="1200" dirty="0">
            <a:solidFill>
              <a:schemeClr val="tx1"/>
            </a:solidFill>
          </a:endParaRPr>
        </a:p>
      </dsp:txBody>
      <dsp:txXfrm>
        <a:off x="1029289" y="1695537"/>
        <a:ext cx="5571885" cy="671790"/>
      </dsp:txXfrm>
    </dsp:sp>
    <dsp:sp modelId="{5A98FDA3-B036-46DF-B157-AD6B3FA0228E}">
      <dsp:nvSpPr>
        <dsp:cNvPr id="0" name=""/>
        <dsp:cNvSpPr/>
      </dsp:nvSpPr>
      <dsp:spPr>
        <a:xfrm>
          <a:off x="1008389" y="2495266"/>
          <a:ext cx="5613685" cy="7135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pedagogic knowledge do they need?</a:t>
          </a:r>
          <a:endParaRPr lang="he-IL" sz="2000" kern="1200" dirty="0">
            <a:solidFill>
              <a:schemeClr val="tx1"/>
            </a:solidFill>
          </a:endParaRPr>
        </a:p>
      </dsp:txBody>
      <dsp:txXfrm>
        <a:off x="1029289" y="2516166"/>
        <a:ext cx="5571885" cy="671790"/>
      </dsp:txXfrm>
    </dsp:sp>
    <dsp:sp modelId="{7889E6F7-88E6-481D-9A55-E89AAC806364}">
      <dsp:nvSpPr>
        <dsp:cNvPr id="0" name=""/>
        <dsp:cNvSpPr/>
      </dsp:nvSpPr>
      <dsp:spPr>
        <a:xfrm>
          <a:off x="1008389" y="3315894"/>
          <a:ext cx="5613685" cy="7135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specific should skill instruction be?</a:t>
          </a:r>
          <a:endParaRPr lang="he-IL" sz="2000" kern="1200" dirty="0">
            <a:solidFill>
              <a:schemeClr val="tx1"/>
            </a:solidFill>
          </a:endParaRPr>
        </a:p>
      </dsp:txBody>
      <dsp:txXfrm>
        <a:off x="1029289" y="3336794"/>
        <a:ext cx="5571885" cy="671790"/>
      </dsp:txXfrm>
    </dsp:sp>
    <dsp:sp modelId="{E9442F3E-364E-4FC1-A45E-3A623D209D49}">
      <dsp:nvSpPr>
        <dsp:cNvPr id="0" name=""/>
        <dsp:cNvSpPr/>
      </dsp:nvSpPr>
      <dsp:spPr>
        <a:xfrm>
          <a:off x="1008389" y="4106381"/>
          <a:ext cx="5613685" cy="7135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decisions need to be made?</a:t>
          </a:r>
          <a:endParaRPr lang="he-IL" sz="2000" kern="1200" dirty="0">
            <a:solidFill>
              <a:schemeClr val="tx1"/>
            </a:solidFill>
          </a:endParaRPr>
        </a:p>
      </dsp:txBody>
      <dsp:txXfrm>
        <a:off x="1029289" y="4127281"/>
        <a:ext cx="5571885" cy="6717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F78EA0-0E23-4446-B0D5-FEB9E032CCDF}">
      <dsp:nvSpPr>
        <dsp:cNvPr id="0" name=""/>
        <dsp:cNvSpPr/>
      </dsp:nvSpPr>
      <dsp:spPr>
        <a:xfrm>
          <a:off x="0" y="1247269"/>
          <a:ext cx="2150340" cy="215069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EE239A-775B-4DE3-9F05-02824C7FD7D5}">
      <dsp:nvSpPr>
        <dsp:cNvPr id="0" name=""/>
        <dsp:cNvSpPr/>
      </dsp:nvSpPr>
      <dsp:spPr>
        <a:xfrm>
          <a:off x="72097" y="1318971"/>
          <a:ext cx="2007289" cy="2007287"/>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rtl="1">
            <a:lnSpc>
              <a:spcPct val="90000"/>
            </a:lnSpc>
            <a:spcBef>
              <a:spcPct val="0"/>
            </a:spcBef>
            <a:spcAft>
              <a:spcPct val="35000"/>
            </a:spcAft>
            <a:buNone/>
          </a:pPr>
          <a:r>
            <a:rPr lang="en-US" sz="1900" kern="1200" dirty="0"/>
            <a:t>Increased student achievement</a:t>
          </a:r>
          <a:endParaRPr lang="he-IL" sz="1900" kern="1200" dirty="0"/>
        </a:p>
      </dsp:txBody>
      <dsp:txXfrm>
        <a:off x="358199" y="1605780"/>
        <a:ext cx="1433941" cy="1433668"/>
      </dsp:txXfrm>
    </dsp:sp>
    <dsp:sp modelId="{D7EFF4B9-0B15-408D-A44D-AD6AB3813A21}">
      <dsp:nvSpPr>
        <dsp:cNvPr id="0" name=""/>
        <dsp:cNvSpPr/>
      </dsp:nvSpPr>
      <dsp:spPr>
        <a:xfrm rot="13500000">
          <a:off x="2223706" y="1247380"/>
          <a:ext cx="2150091" cy="2150091"/>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7DAD4D-5C02-4E54-82E8-B2B4B1B921AC}">
      <dsp:nvSpPr>
        <dsp:cNvPr id="0" name=""/>
        <dsp:cNvSpPr/>
      </dsp:nvSpPr>
      <dsp:spPr>
        <a:xfrm>
          <a:off x="2293390" y="1318971"/>
          <a:ext cx="2007289" cy="2007287"/>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rtl="1">
            <a:lnSpc>
              <a:spcPct val="90000"/>
            </a:lnSpc>
            <a:spcBef>
              <a:spcPct val="0"/>
            </a:spcBef>
            <a:spcAft>
              <a:spcPct val="35000"/>
            </a:spcAft>
            <a:buNone/>
          </a:pPr>
          <a:r>
            <a:rPr lang="en-US" sz="1900" kern="1200" dirty="0"/>
            <a:t>Improved student learning</a:t>
          </a:r>
          <a:endParaRPr lang="he-IL" sz="1900" kern="1200" dirty="0"/>
        </a:p>
      </dsp:txBody>
      <dsp:txXfrm>
        <a:off x="2580636" y="1605780"/>
        <a:ext cx="1433941" cy="1433668"/>
      </dsp:txXfrm>
    </dsp:sp>
    <dsp:sp modelId="{C7919B41-2289-49A4-84A5-DC2E35CA7826}">
      <dsp:nvSpPr>
        <dsp:cNvPr id="0" name=""/>
        <dsp:cNvSpPr/>
      </dsp:nvSpPr>
      <dsp:spPr>
        <a:xfrm rot="13500000">
          <a:off x="4444999" y="1247380"/>
          <a:ext cx="2150091" cy="2150091"/>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067CD1-3A8D-40DF-AD32-54824D988AAC}">
      <dsp:nvSpPr>
        <dsp:cNvPr id="0" name=""/>
        <dsp:cNvSpPr/>
      </dsp:nvSpPr>
      <dsp:spPr>
        <a:xfrm>
          <a:off x="4515828" y="1318971"/>
          <a:ext cx="2007289" cy="2007287"/>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rtl="1">
            <a:lnSpc>
              <a:spcPct val="90000"/>
            </a:lnSpc>
            <a:spcBef>
              <a:spcPct val="0"/>
            </a:spcBef>
            <a:spcAft>
              <a:spcPct val="35000"/>
            </a:spcAft>
            <a:buNone/>
          </a:pPr>
          <a:r>
            <a:rPr lang="en-US" sz="1900" kern="1200" dirty="0"/>
            <a:t>Change in instruction</a:t>
          </a:r>
          <a:endParaRPr lang="he-IL" sz="1900" kern="1200" dirty="0"/>
        </a:p>
      </dsp:txBody>
      <dsp:txXfrm>
        <a:off x="4803074" y="1605780"/>
        <a:ext cx="1433941" cy="1433668"/>
      </dsp:txXfrm>
    </dsp:sp>
    <dsp:sp modelId="{525BE469-46FA-44B6-80DA-6B1031830829}">
      <dsp:nvSpPr>
        <dsp:cNvPr id="0" name=""/>
        <dsp:cNvSpPr/>
      </dsp:nvSpPr>
      <dsp:spPr>
        <a:xfrm rot="13500000">
          <a:off x="6667437" y="1247380"/>
          <a:ext cx="2150091" cy="2150091"/>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C0F2FD-2E71-40BE-923C-1835D9ED57A4}">
      <dsp:nvSpPr>
        <dsp:cNvPr id="0" name=""/>
        <dsp:cNvSpPr/>
      </dsp:nvSpPr>
      <dsp:spPr>
        <a:xfrm>
          <a:off x="6738266" y="1318971"/>
          <a:ext cx="2007289" cy="2007287"/>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rtl="1">
            <a:lnSpc>
              <a:spcPct val="90000"/>
            </a:lnSpc>
            <a:spcBef>
              <a:spcPct val="0"/>
            </a:spcBef>
            <a:spcAft>
              <a:spcPct val="35000"/>
            </a:spcAft>
            <a:buNone/>
          </a:pPr>
          <a:r>
            <a:rPr lang="en-US" sz="1900" kern="1200" dirty="0"/>
            <a:t>Increased teacher competencies</a:t>
          </a:r>
          <a:endParaRPr lang="he-IL" sz="1900" kern="1200" dirty="0"/>
        </a:p>
      </dsp:txBody>
      <dsp:txXfrm>
        <a:off x="7024367" y="1605780"/>
        <a:ext cx="1433941" cy="1433668"/>
      </dsp:txXfrm>
    </dsp:sp>
    <dsp:sp modelId="{4099D751-5E90-4723-9A09-35A08AB088EE}">
      <dsp:nvSpPr>
        <dsp:cNvPr id="0" name=""/>
        <dsp:cNvSpPr/>
      </dsp:nvSpPr>
      <dsp:spPr>
        <a:xfrm rot="13500000">
          <a:off x="8889875" y="1247380"/>
          <a:ext cx="2150091" cy="2150091"/>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071B94-E727-4184-ABCF-73CDD6C83852}">
      <dsp:nvSpPr>
        <dsp:cNvPr id="0" name=""/>
        <dsp:cNvSpPr/>
      </dsp:nvSpPr>
      <dsp:spPr>
        <a:xfrm>
          <a:off x="8960703" y="1318971"/>
          <a:ext cx="2007289" cy="2007287"/>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rtl="1">
            <a:lnSpc>
              <a:spcPct val="90000"/>
            </a:lnSpc>
            <a:spcBef>
              <a:spcPct val="0"/>
            </a:spcBef>
            <a:spcAft>
              <a:spcPct val="35000"/>
            </a:spcAft>
            <a:buNone/>
          </a:pPr>
          <a:r>
            <a:rPr lang="en-US" sz="1900" kern="1200" dirty="0"/>
            <a:t>Training program</a:t>
          </a:r>
          <a:endParaRPr lang="he-IL" sz="1900" kern="1200" dirty="0"/>
        </a:p>
      </dsp:txBody>
      <dsp:txXfrm>
        <a:off x="9246805" y="1605780"/>
        <a:ext cx="1433941" cy="14336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16B56-5A60-496F-83EB-1F15C2E19222}">
      <dsp:nvSpPr>
        <dsp:cNvPr id="0" name=""/>
        <dsp:cNvSpPr/>
      </dsp:nvSpPr>
      <dsp:spPr>
        <a:xfrm>
          <a:off x="1008389" y="33380"/>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effective is teacher training?</a:t>
          </a:r>
          <a:endParaRPr lang="he-IL" sz="2000" kern="1200" dirty="0">
            <a:solidFill>
              <a:schemeClr val="tx1"/>
            </a:solidFill>
          </a:endParaRPr>
        </a:p>
      </dsp:txBody>
      <dsp:txXfrm>
        <a:off x="1029289" y="54280"/>
        <a:ext cx="5571885" cy="671790"/>
      </dsp:txXfrm>
    </dsp:sp>
    <dsp:sp modelId="{9DAE0730-53DE-4B5F-8296-9A249EDBDA36}">
      <dsp:nvSpPr>
        <dsp:cNvPr id="0" name=""/>
        <dsp:cNvSpPr/>
      </dsp:nvSpPr>
      <dsp:spPr>
        <a:xfrm>
          <a:off x="1008389" y="854008"/>
          <a:ext cx="5613685" cy="713590"/>
        </a:xfrm>
        <a:prstGeom prst="roundRect">
          <a:avLst>
            <a:gd name="adj" fmla="val 10000"/>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characterizes effective teacher training?</a:t>
          </a:r>
          <a:endParaRPr lang="he-IL" sz="2000" kern="1200" dirty="0">
            <a:solidFill>
              <a:schemeClr val="tx1"/>
            </a:solidFill>
          </a:endParaRPr>
        </a:p>
      </dsp:txBody>
      <dsp:txXfrm>
        <a:off x="1029289" y="874908"/>
        <a:ext cx="5571885" cy="671790"/>
      </dsp:txXfrm>
    </dsp:sp>
    <dsp:sp modelId="{F191052A-1A9E-4CB3-9EA1-1A009948F674}">
      <dsp:nvSpPr>
        <dsp:cNvPr id="0" name=""/>
        <dsp:cNvSpPr/>
      </dsp:nvSpPr>
      <dsp:spPr>
        <a:xfrm>
          <a:off x="1008389" y="1674637"/>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types of knowledge do teachers need</a:t>
          </a:r>
          <a:br>
            <a:rPr lang="en-US" sz="2000" kern="1200" dirty="0">
              <a:solidFill>
                <a:schemeClr val="tx1"/>
              </a:solidFill>
            </a:rPr>
          </a:br>
          <a:r>
            <a:rPr lang="en-US" sz="2000" kern="1200" dirty="0">
              <a:solidFill>
                <a:schemeClr val="tx1"/>
              </a:solidFill>
            </a:rPr>
            <a:t> to impart skills?</a:t>
          </a:r>
          <a:endParaRPr lang="he-IL" sz="2000" kern="1200" dirty="0">
            <a:solidFill>
              <a:schemeClr val="tx1"/>
            </a:solidFill>
          </a:endParaRPr>
        </a:p>
      </dsp:txBody>
      <dsp:txXfrm>
        <a:off x="1029289" y="1695537"/>
        <a:ext cx="5571885" cy="671790"/>
      </dsp:txXfrm>
    </dsp:sp>
    <dsp:sp modelId="{5A98FDA3-B036-46DF-B157-AD6B3FA0228E}">
      <dsp:nvSpPr>
        <dsp:cNvPr id="0" name=""/>
        <dsp:cNvSpPr/>
      </dsp:nvSpPr>
      <dsp:spPr>
        <a:xfrm>
          <a:off x="1008389" y="2495266"/>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pedagogic knowledge do they need?</a:t>
          </a:r>
          <a:endParaRPr lang="he-IL" sz="2000" kern="1200" dirty="0">
            <a:solidFill>
              <a:schemeClr val="tx1"/>
            </a:solidFill>
          </a:endParaRPr>
        </a:p>
      </dsp:txBody>
      <dsp:txXfrm>
        <a:off x="1029289" y="2516166"/>
        <a:ext cx="5571885" cy="671790"/>
      </dsp:txXfrm>
    </dsp:sp>
    <dsp:sp modelId="{7889E6F7-88E6-481D-9A55-E89AAC806364}">
      <dsp:nvSpPr>
        <dsp:cNvPr id="0" name=""/>
        <dsp:cNvSpPr/>
      </dsp:nvSpPr>
      <dsp:spPr>
        <a:xfrm>
          <a:off x="1008389" y="3315894"/>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specific should skill instruction be?</a:t>
          </a:r>
          <a:endParaRPr lang="he-IL" sz="2000" kern="1200" dirty="0">
            <a:solidFill>
              <a:schemeClr val="tx1"/>
            </a:solidFill>
          </a:endParaRPr>
        </a:p>
      </dsp:txBody>
      <dsp:txXfrm>
        <a:off x="1029289" y="3336794"/>
        <a:ext cx="5571885" cy="671790"/>
      </dsp:txXfrm>
    </dsp:sp>
    <dsp:sp modelId="{E9442F3E-364E-4FC1-A45E-3A623D209D49}">
      <dsp:nvSpPr>
        <dsp:cNvPr id="0" name=""/>
        <dsp:cNvSpPr/>
      </dsp:nvSpPr>
      <dsp:spPr>
        <a:xfrm>
          <a:off x="1008389" y="4106381"/>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decisions need to be made?</a:t>
          </a:r>
          <a:endParaRPr lang="he-IL" sz="2000" kern="1200" dirty="0">
            <a:solidFill>
              <a:schemeClr val="tx1"/>
            </a:solidFill>
          </a:endParaRPr>
        </a:p>
      </dsp:txBody>
      <dsp:txXfrm>
        <a:off x="1029289" y="4127281"/>
        <a:ext cx="5571885" cy="6717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16B56-5A60-496F-83EB-1F15C2E19222}">
      <dsp:nvSpPr>
        <dsp:cNvPr id="0" name=""/>
        <dsp:cNvSpPr/>
      </dsp:nvSpPr>
      <dsp:spPr>
        <a:xfrm>
          <a:off x="1008389" y="33380"/>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effective is teacher training?</a:t>
          </a:r>
          <a:endParaRPr lang="he-IL" sz="2000" kern="1200" dirty="0">
            <a:solidFill>
              <a:schemeClr val="tx1"/>
            </a:solidFill>
          </a:endParaRPr>
        </a:p>
      </dsp:txBody>
      <dsp:txXfrm>
        <a:off x="1029289" y="54280"/>
        <a:ext cx="5571885" cy="671790"/>
      </dsp:txXfrm>
    </dsp:sp>
    <dsp:sp modelId="{9DAE0730-53DE-4B5F-8296-9A249EDBDA36}">
      <dsp:nvSpPr>
        <dsp:cNvPr id="0" name=""/>
        <dsp:cNvSpPr/>
      </dsp:nvSpPr>
      <dsp:spPr>
        <a:xfrm>
          <a:off x="1008389" y="854008"/>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characterizes effective teacher training?</a:t>
          </a:r>
          <a:endParaRPr lang="he-IL" sz="2000" kern="1200" dirty="0">
            <a:solidFill>
              <a:schemeClr val="tx1"/>
            </a:solidFill>
          </a:endParaRPr>
        </a:p>
      </dsp:txBody>
      <dsp:txXfrm>
        <a:off x="1029289" y="874908"/>
        <a:ext cx="5571885" cy="671790"/>
      </dsp:txXfrm>
    </dsp:sp>
    <dsp:sp modelId="{F191052A-1A9E-4CB3-9EA1-1A009948F674}">
      <dsp:nvSpPr>
        <dsp:cNvPr id="0" name=""/>
        <dsp:cNvSpPr/>
      </dsp:nvSpPr>
      <dsp:spPr>
        <a:xfrm>
          <a:off x="1008389" y="1674637"/>
          <a:ext cx="5613685" cy="713590"/>
        </a:xfrm>
        <a:prstGeom prst="roundRect">
          <a:avLst>
            <a:gd name="adj" fmla="val 10000"/>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types of knowledge do teachers need</a:t>
          </a:r>
          <a:br>
            <a:rPr lang="en-US" sz="2000" kern="1200" dirty="0">
              <a:solidFill>
                <a:schemeClr val="tx1"/>
              </a:solidFill>
            </a:rPr>
          </a:br>
          <a:r>
            <a:rPr lang="en-US" sz="2000" kern="1200" dirty="0">
              <a:solidFill>
                <a:schemeClr val="tx1"/>
              </a:solidFill>
            </a:rPr>
            <a:t> to impart skills?</a:t>
          </a:r>
          <a:endParaRPr lang="he-IL" sz="2000" kern="1200" dirty="0">
            <a:solidFill>
              <a:schemeClr val="tx1"/>
            </a:solidFill>
          </a:endParaRPr>
        </a:p>
      </dsp:txBody>
      <dsp:txXfrm>
        <a:off x="1029289" y="1695537"/>
        <a:ext cx="5571885" cy="671790"/>
      </dsp:txXfrm>
    </dsp:sp>
    <dsp:sp modelId="{5A98FDA3-B036-46DF-B157-AD6B3FA0228E}">
      <dsp:nvSpPr>
        <dsp:cNvPr id="0" name=""/>
        <dsp:cNvSpPr/>
      </dsp:nvSpPr>
      <dsp:spPr>
        <a:xfrm>
          <a:off x="1008389" y="2495266"/>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pedagogic knowledge do they need?</a:t>
          </a:r>
          <a:endParaRPr lang="he-IL" sz="2000" kern="1200" dirty="0">
            <a:solidFill>
              <a:schemeClr val="tx1"/>
            </a:solidFill>
          </a:endParaRPr>
        </a:p>
      </dsp:txBody>
      <dsp:txXfrm>
        <a:off x="1029289" y="2516166"/>
        <a:ext cx="5571885" cy="671790"/>
      </dsp:txXfrm>
    </dsp:sp>
    <dsp:sp modelId="{7889E6F7-88E6-481D-9A55-E89AAC806364}">
      <dsp:nvSpPr>
        <dsp:cNvPr id="0" name=""/>
        <dsp:cNvSpPr/>
      </dsp:nvSpPr>
      <dsp:spPr>
        <a:xfrm>
          <a:off x="1008389" y="3315894"/>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specific should skill instruction be?</a:t>
          </a:r>
          <a:endParaRPr lang="he-IL" sz="2000" kern="1200" dirty="0">
            <a:solidFill>
              <a:schemeClr val="tx1"/>
            </a:solidFill>
          </a:endParaRPr>
        </a:p>
      </dsp:txBody>
      <dsp:txXfrm>
        <a:off x="1029289" y="3336794"/>
        <a:ext cx="5571885" cy="671790"/>
      </dsp:txXfrm>
    </dsp:sp>
    <dsp:sp modelId="{E9442F3E-364E-4FC1-A45E-3A623D209D49}">
      <dsp:nvSpPr>
        <dsp:cNvPr id="0" name=""/>
        <dsp:cNvSpPr/>
      </dsp:nvSpPr>
      <dsp:spPr>
        <a:xfrm>
          <a:off x="1008389" y="4106381"/>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decisions need to be made?</a:t>
          </a:r>
          <a:endParaRPr lang="he-IL" sz="2000" kern="1200" dirty="0">
            <a:solidFill>
              <a:schemeClr val="tx1"/>
            </a:solidFill>
          </a:endParaRPr>
        </a:p>
      </dsp:txBody>
      <dsp:txXfrm>
        <a:off x="1029289" y="4127281"/>
        <a:ext cx="5571885" cy="6717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16B56-5A60-496F-83EB-1F15C2E19222}">
      <dsp:nvSpPr>
        <dsp:cNvPr id="0" name=""/>
        <dsp:cNvSpPr/>
      </dsp:nvSpPr>
      <dsp:spPr>
        <a:xfrm>
          <a:off x="1008389" y="33380"/>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effective is teacher training?</a:t>
          </a:r>
          <a:endParaRPr lang="he-IL" sz="2000" kern="1200" dirty="0">
            <a:solidFill>
              <a:schemeClr val="tx1"/>
            </a:solidFill>
          </a:endParaRPr>
        </a:p>
      </dsp:txBody>
      <dsp:txXfrm>
        <a:off x="1029289" y="54280"/>
        <a:ext cx="5571885" cy="671790"/>
      </dsp:txXfrm>
    </dsp:sp>
    <dsp:sp modelId="{9DAE0730-53DE-4B5F-8296-9A249EDBDA36}">
      <dsp:nvSpPr>
        <dsp:cNvPr id="0" name=""/>
        <dsp:cNvSpPr/>
      </dsp:nvSpPr>
      <dsp:spPr>
        <a:xfrm>
          <a:off x="1008389" y="854008"/>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characterizes effective teacher training?</a:t>
          </a:r>
          <a:endParaRPr lang="he-IL" sz="2000" kern="1200" dirty="0">
            <a:solidFill>
              <a:schemeClr val="tx1"/>
            </a:solidFill>
          </a:endParaRPr>
        </a:p>
      </dsp:txBody>
      <dsp:txXfrm>
        <a:off x="1029289" y="874908"/>
        <a:ext cx="5571885" cy="671790"/>
      </dsp:txXfrm>
    </dsp:sp>
    <dsp:sp modelId="{F191052A-1A9E-4CB3-9EA1-1A009948F674}">
      <dsp:nvSpPr>
        <dsp:cNvPr id="0" name=""/>
        <dsp:cNvSpPr/>
      </dsp:nvSpPr>
      <dsp:spPr>
        <a:xfrm>
          <a:off x="1008389" y="1674637"/>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types of knowledge do teachers need</a:t>
          </a:r>
          <a:br>
            <a:rPr lang="en-US" sz="2000" kern="1200" dirty="0">
              <a:solidFill>
                <a:schemeClr val="tx1"/>
              </a:solidFill>
            </a:rPr>
          </a:br>
          <a:r>
            <a:rPr lang="en-US" sz="2000" kern="1200" dirty="0">
              <a:solidFill>
                <a:schemeClr val="tx1"/>
              </a:solidFill>
            </a:rPr>
            <a:t> to impart skills?</a:t>
          </a:r>
          <a:endParaRPr lang="he-IL" sz="2000" kern="1200" dirty="0">
            <a:solidFill>
              <a:schemeClr val="tx1"/>
            </a:solidFill>
          </a:endParaRPr>
        </a:p>
      </dsp:txBody>
      <dsp:txXfrm>
        <a:off x="1029289" y="1695537"/>
        <a:ext cx="5571885" cy="671790"/>
      </dsp:txXfrm>
    </dsp:sp>
    <dsp:sp modelId="{5A98FDA3-B036-46DF-B157-AD6B3FA0228E}">
      <dsp:nvSpPr>
        <dsp:cNvPr id="0" name=""/>
        <dsp:cNvSpPr/>
      </dsp:nvSpPr>
      <dsp:spPr>
        <a:xfrm>
          <a:off x="1008389" y="2495266"/>
          <a:ext cx="5613685" cy="713590"/>
        </a:xfrm>
        <a:prstGeom prst="roundRect">
          <a:avLst>
            <a:gd name="adj" fmla="val 10000"/>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pedagogic knowledge do they need?</a:t>
          </a:r>
          <a:endParaRPr lang="he-IL" sz="2000" kern="1200" dirty="0">
            <a:solidFill>
              <a:schemeClr val="tx1"/>
            </a:solidFill>
          </a:endParaRPr>
        </a:p>
      </dsp:txBody>
      <dsp:txXfrm>
        <a:off x="1029289" y="2516166"/>
        <a:ext cx="5571885" cy="671790"/>
      </dsp:txXfrm>
    </dsp:sp>
    <dsp:sp modelId="{7889E6F7-88E6-481D-9A55-E89AAC806364}">
      <dsp:nvSpPr>
        <dsp:cNvPr id="0" name=""/>
        <dsp:cNvSpPr/>
      </dsp:nvSpPr>
      <dsp:spPr>
        <a:xfrm>
          <a:off x="1008389" y="3315894"/>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specific should skill instruction be?</a:t>
          </a:r>
          <a:endParaRPr lang="he-IL" sz="2000" kern="1200" dirty="0">
            <a:solidFill>
              <a:schemeClr val="tx1"/>
            </a:solidFill>
          </a:endParaRPr>
        </a:p>
      </dsp:txBody>
      <dsp:txXfrm>
        <a:off x="1029289" y="3336794"/>
        <a:ext cx="5571885" cy="671790"/>
      </dsp:txXfrm>
    </dsp:sp>
    <dsp:sp modelId="{E9442F3E-364E-4FC1-A45E-3A623D209D49}">
      <dsp:nvSpPr>
        <dsp:cNvPr id="0" name=""/>
        <dsp:cNvSpPr/>
      </dsp:nvSpPr>
      <dsp:spPr>
        <a:xfrm>
          <a:off x="1008389" y="4106381"/>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decisions need to be made?</a:t>
          </a:r>
          <a:endParaRPr lang="he-IL" sz="2000" kern="1200" dirty="0">
            <a:solidFill>
              <a:schemeClr val="tx1"/>
            </a:solidFill>
          </a:endParaRPr>
        </a:p>
      </dsp:txBody>
      <dsp:txXfrm>
        <a:off x="1029289" y="4127281"/>
        <a:ext cx="5571885" cy="67179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16B56-5A60-496F-83EB-1F15C2E19222}">
      <dsp:nvSpPr>
        <dsp:cNvPr id="0" name=""/>
        <dsp:cNvSpPr/>
      </dsp:nvSpPr>
      <dsp:spPr>
        <a:xfrm>
          <a:off x="1008389" y="33380"/>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effective is teacher training?</a:t>
          </a:r>
          <a:endParaRPr lang="he-IL" sz="2000" kern="1200" dirty="0">
            <a:solidFill>
              <a:schemeClr val="tx1"/>
            </a:solidFill>
          </a:endParaRPr>
        </a:p>
      </dsp:txBody>
      <dsp:txXfrm>
        <a:off x="1029289" y="54280"/>
        <a:ext cx="5571885" cy="671790"/>
      </dsp:txXfrm>
    </dsp:sp>
    <dsp:sp modelId="{9DAE0730-53DE-4B5F-8296-9A249EDBDA36}">
      <dsp:nvSpPr>
        <dsp:cNvPr id="0" name=""/>
        <dsp:cNvSpPr/>
      </dsp:nvSpPr>
      <dsp:spPr>
        <a:xfrm>
          <a:off x="1008389" y="854008"/>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characterizes effective teacher training?</a:t>
          </a:r>
          <a:endParaRPr lang="he-IL" sz="2000" kern="1200" dirty="0">
            <a:solidFill>
              <a:schemeClr val="tx1"/>
            </a:solidFill>
          </a:endParaRPr>
        </a:p>
      </dsp:txBody>
      <dsp:txXfrm>
        <a:off x="1029289" y="874908"/>
        <a:ext cx="5571885" cy="671790"/>
      </dsp:txXfrm>
    </dsp:sp>
    <dsp:sp modelId="{F191052A-1A9E-4CB3-9EA1-1A009948F674}">
      <dsp:nvSpPr>
        <dsp:cNvPr id="0" name=""/>
        <dsp:cNvSpPr/>
      </dsp:nvSpPr>
      <dsp:spPr>
        <a:xfrm>
          <a:off x="1008389" y="1674637"/>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types of knowledge do teachers need</a:t>
          </a:r>
          <a:br>
            <a:rPr lang="en-US" sz="2000" kern="1200" dirty="0">
              <a:solidFill>
                <a:schemeClr val="tx1"/>
              </a:solidFill>
            </a:rPr>
          </a:br>
          <a:r>
            <a:rPr lang="en-US" sz="2000" kern="1200" dirty="0">
              <a:solidFill>
                <a:schemeClr val="tx1"/>
              </a:solidFill>
            </a:rPr>
            <a:t> to impart skills?</a:t>
          </a:r>
          <a:endParaRPr lang="he-IL" sz="2000" kern="1200" dirty="0">
            <a:solidFill>
              <a:schemeClr val="tx1"/>
            </a:solidFill>
          </a:endParaRPr>
        </a:p>
      </dsp:txBody>
      <dsp:txXfrm>
        <a:off x="1029289" y="1695537"/>
        <a:ext cx="5571885" cy="671790"/>
      </dsp:txXfrm>
    </dsp:sp>
    <dsp:sp modelId="{5A98FDA3-B036-46DF-B157-AD6B3FA0228E}">
      <dsp:nvSpPr>
        <dsp:cNvPr id="0" name=""/>
        <dsp:cNvSpPr/>
      </dsp:nvSpPr>
      <dsp:spPr>
        <a:xfrm>
          <a:off x="1008389" y="2495266"/>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pedagogic knowledge do they need?</a:t>
          </a:r>
          <a:endParaRPr lang="he-IL" sz="2000" kern="1200" dirty="0">
            <a:solidFill>
              <a:schemeClr val="tx1"/>
            </a:solidFill>
          </a:endParaRPr>
        </a:p>
      </dsp:txBody>
      <dsp:txXfrm>
        <a:off x="1029289" y="2516166"/>
        <a:ext cx="5571885" cy="671790"/>
      </dsp:txXfrm>
    </dsp:sp>
    <dsp:sp modelId="{7889E6F7-88E6-481D-9A55-E89AAC806364}">
      <dsp:nvSpPr>
        <dsp:cNvPr id="0" name=""/>
        <dsp:cNvSpPr/>
      </dsp:nvSpPr>
      <dsp:spPr>
        <a:xfrm>
          <a:off x="1008389" y="3315894"/>
          <a:ext cx="5613685" cy="713590"/>
        </a:xfrm>
        <a:prstGeom prst="roundRect">
          <a:avLst>
            <a:gd name="adj" fmla="val 10000"/>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specific should skill instruction be?</a:t>
          </a:r>
          <a:endParaRPr lang="he-IL" sz="2000" kern="1200" dirty="0">
            <a:solidFill>
              <a:schemeClr val="tx1"/>
            </a:solidFill>
          </a:endParaRPr>
        </a:p>
      </dsp:txBody>
      <dsp:txXfrm>
        <a:off x="1029289" y="3336794"/>
        <a:ext cx="5571885" cy="671790"/>
      </dsp:txXfrm>
    </dsp:sp>
    <dsp:sp modelId="{E9442F3E-364E-4FC1-A45E-3A623D209D49}">
      <dsp:nvSpPr>
        <dsp:cNvPr id="0" name=""/>
        <dsp:cNvSpPr/>
      </dsp:nvSpPr>
      <dsp:spPr>
        <a:xfrm>
          <a:off x="1008389" y="4106381"/>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decisions need to be made?</a:t>
          </a:r>
          <a:endParaRPr lang="he-IL" sz="2000" kern="1200" dirty="0">
            <a:solidFill>
              <a:schemeClr val="tx1"/>
            </a:solidFill>
          </a:endParaRPr>
        </a:p>
      </dsp:txBody>
      <dsp:txXfrm>
        <a:off x="1029289" y="4127281"/>
        <a:ext cx="5571885" cy="67179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16B56-5A60-496F-83EB-1F15C2E19222}">
      <dsp:nvSpPr>
        <dsp:cNvPr id="0" name=""/>
        <dsp:cNvSpPr/>
      </dsp:nvSpPr>
      <dsp:spPr>
        <a:xfrm>
          <a:off x="1008389" y="33380"/>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effective is teacher training?</a:t>
          </a:r>
          <a:endParaRPr lang="he-IL" sz="2000" kern="1200" dirty="0">
            <a:solidFill>
              <a:schemeClr val="tx1"/>
            </a:solidFill>
          </a:endParaRPr>
        </a:p>
      </dsp:txBody>
      <dsp:txXfrm>
        <a:off x="1029289" y="54280"/>
        <a:ext cx="5571885" cy="671790"/>
      </dsp:txXfrm>
    </dsp:sp>
    <dsp:sp modelId="{9DAE0730-53DE-4B5F-8296-9A249EDBDA36}">
      <dsp:nvSpPr>
        <dsp:cNvPr id="0" name=""/>
        <dsp:cNvSpPr/>
      </dsp:nvSpPr>
      <dsp:spPr>
        <a:xfrm>
          <a:off x="1008389" y="854008"/>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characterizes effective teacher training?</a:t>
          </a:r>
          <a:endParaRPr lang="he-IL" sz="2000" kern="1200" dirty="0">
            <a:solidFill>
              <a:schemeClr val="tx1"/>
            </a:solidFill>
          </a:endParaRPr>
        </a:p>
      </dsp:txBody>
      <dsp:txXfrm>
        <a:off x="1029289" y="874908"/>
        <a:ext cx="5571885" cy="671790"/>
      </dsp:txXfrm>
    </dsp:sp>
    <dsp:sp modelId="{F191052A-1A9E-4CB3-9EA1-1A009948F674}">
      <dsp:nvSpPr>
        <dsp:cNvPr id="0" name=""/>
        <dsp:cNvSpPr/>
      </dsp:nvSpPr>
      <dsp:spPr>
        <a:xfrm>
          <a:off x="1008389" y="1674637"/>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types of knowledge do teachers need</a:t>
          </a:r>
          <a:br>
            <a:rPr lang="en-US" sz="2000" kern="1200" dirty="0">
              <a:solidFill>
                <a:schemeClr val="tx1"/>
              </a:solidFill>
            </a:rPr>
          </a:br>
          <a:r>
            <a:rPr lang="en-US" sz="2000" kern="1200" dirty="0">
              <a:solidFill>
                <a:schemeClr val="tx1"/>
              </a:solidFill>
            </a:rPr>
            <a:t> to impart skills?</a:t>
          </a:r>
          <a:endParaRPr lang="he-IL" sz="2000" kern="1200" dirty="0">
            <a:solidFill>
              <a:schemeClr val="tx1"/>
            </a:solidFill>
          </a:endParaRPr>
        </a:p>
      </dsp:txBody>
      <dsp:txXfrm>
        <a:off x="1029289" y="1695537"/>
        <a:ext cx="5571885" cy="671790"/>
      </dsp:txXfrm>
    </dsp:sp>
    <dsp:sp modelId="{5A98FDA3-B036-46DF-B157-AD6B3FA0228E}">
      <dsp:nvSpPr>
        <dsp:cNvPr id="0" name=""/>
        <dsp:cNvSpPr/>
      </dsp:nvSpPr>
      <dsp:spPr>
        <a:xfrm>
          <a:off x="1008389" y="2495266"/>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What pedagogic knowledge do they need?</a:t>
          </a:r>
          <a:endParaRPr lang="he-IL" sz="2000" kern="1200" dirty="0">
            <a:solidFill>
              <a:schemeClr val="tx1"/>
            </a:solidFill>
          </a:endParaRPr>
        </a:p>
      </dsp:txBody>
      <dsp:txXfrm>
        <a:off x="1029289" y="2516166"/>
        <a:ext cx="5571885" cy="671790"/>
      </dsp:txXfrm>
    </dsp:sp>
    <dsp:sp modelId="{7889E6F7-88E6-481D-9A55-E89AAC806364}">
      <dsp:nvSpPr>
        <dsp:cNvPr id="0" name=""/>
        <dsp:cNvSpPr/>
      </dsp:nvSpPr>
      <dsp:spPr>
        <a:xfrm>
          <a:off x="1008389" y="3315894"/>
          <a:ext cx="5613685" cy="713590"/>
        </a:xfrm>
        <a:prstGeom prst="roundRect">
          <a:avLst>
            <a:gd name="adj" fmla="val 10000"/>
          </a:avLst>
        </a:prstGeom>
        <a:solidFill>
          <a:schemeClr val="bg1">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How specific should skill instruction be?</a:t>
          </a:r>
          <a:endParaRPr lang="he-IL" sz="2000" kern="1200" dirty="0">
            <a:solidFill>
              <a:schemeClr val="tx1"/>
            </a:solidFill>
          </a:endParaRPr>
        </a:p>
      </dsp:txBody>
      <dsp:txXfrm>
        <a:off x="1029289" y="3336794"/>
        <a:ext cx="5571885" cy="671790"/>
      </dsp:txXfrm>
    </dsp:sp>
    <dsp:sp modelId="{E9442F3E-364E-4FC1-A45E-3A623D209D49}">
      <dsp:nvSpPr>
        <dsp:cNvPr id="0" name=""/>
        <dsp:cNvSpPr/>
      </dsp:nvSpPr>
      <dsp:spPr>
        <a:xfrm>
          <a:off x="1008389" y="4106381"/>
          <a:ext cx="5613685" cy="713590"/>
        </a:xfrm>
        <a:prstGeom prst="roundRect">
          <a:avLst>
            <a:gd name="adj" fmla="val 10000"/>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en-US" sz="2000" kern="1200" dirty="0">
              <a:solidFill>
                <a:schemeClr val="tx1"/>
              </a:solidFill>
            </a:rPr>
            <a:t>Which decisions need to be made?</a:t>
          </a:r>
          <a:endParaRPr lang="he-IL" sz="2000" kern="1200" dirty="0">
            <a:solidFill>
              <a:schemeClr val="tx1"/>
            </a:solidFill>
          </a:endParaRPr>
        </a:p>
      </dsp:txBody>
      <dsp:txXfrm>
        <a:off x="1029289" y="4127281"/>
        <a:ext cx="5571885" cy="67179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2948E-FA52-4ABB-A7A4-D50D8AE84E0E}">
      <dsp:nvSpPr>
        <dsp:cNvPr id="0" name=""/>
        <dsp:cNvSpPr/>
      </dsp:nvSpPr>
      <dsp:spPr>
        <a:xfrm>
          <a:off x="7260684" y="5648"/>
          <a:ext cx="3183078" cy="7200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en-US" sz="1800" b="1" kern="1200" dirty="0"/>
            <a:t>Who will plan?</a:t>
          </a:r>
          <a:endParaRPr lang="he-IL" sz="1800" kern="1200" dirty="0"/>
        </a:p>
      </dsp:txBody>
      <dsp:txXfrm>
        <a:off x="7260684" y="5648"/>
        <a:ext cx="3183078" cy="720000"/>
      </dsp:txXfrm>
    </dsp:sp>
    <dsp:sp modelId="{E423AE67-4A20-4D94-855C-716966481B4E}">
      <dsp:nvSpPr>
        <dsp:cNvPr id="0" name=""/>
        <dsp:cNvSpPr/>
      </dsp:nvSpPr>
      <dsp:spPr>
        <a:xfrm>
          <a:off x="7260684" y="725648"/>
          <a:ext cx="3183078" cy="137250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r" defTabSz="800100" rtl="1">
            <a:lnSpc>
              <a:spcPct val="90000"/>
            </a:lnSpc>
            <a:spcBef>
              <a:spcPct val="0"/>
            </a:spcBef>
            <a:spcAft>
              <a:spcPct val="15000"/>
            </a:spcAft>
            <a:buChar char="•"/>
          </a:pPr>
          <a:r>
            <a:rPr lang="en-US" sz="1800" kern="1200" dirty="0"/>
            <a:t>Teacher</a:t>
          </a:r>
          <a:endParaRPr lang="he-IL" sz="1800" kern="1200" dirty="0"/>
        </a:p>
        <a:p>
          <a:pPr marL="171450" lvl="1" indent="-171450" algn="r" defTabSz="800100" rtl="1">
            <a:lnSpc>
              <a:spcPct val="90000"/>
            </a:lnSpc>
            <a:spcBef>
              <a:spcPct val="0"/>
            </a:spcBef>
            <a:spcAft>
              <a:spcPct val="15000"/>
            </a:spcAft>
            <a:buChar char="•"/>
          </a:pPr>
          <a:r>
            <a:rPr lang="en-US" sz="1800" kern="1200"/>
            <a:t>Teacher team</a:t>
          </a:r>
          <a:endParaRPr lang="he-IL" sz="1800" kern="1200" dirty="0"/>
        </a:p>
        <a:p>
          <a:pPr marL="171450" lvl="1" indent="-171450" algn="r" defTabSz="800100" rtl="1">
            <a:lnSpc>
              <a:spcPct val="90000"/>
            </a:lnSpc>
            <a:spcBef>
              <a:spcPct val="0"/>
            </a:spcBef>
            <a:spcAft>
              <a:spcPct val="15000"/>
            </a:spcAft>
            <a:buChar char="•"/>
          </a:pPr>
          <a:r>
            <a:rPr lang="en-US" sz="1800" kern="1200" dirty="0"/>
            <a:t>Teaching and learning center</a:t>
          </a:r>
          <a:endParaRPr lang="he-IL" sz="1800" kern="1200" dirty="0"/>
        </a:p>
        <a:p>
          <a:pPr marL="171450" lvl="1" indent="-171450" algn="r" defTabSz="800100" rtl="1">
            <a:lnSpc>
              <a:spcPct val="90000"/>
            </a:lnSpc>
            <a:spcBef>
              <a:spcPct val="0"/>
            </a:spcBef>
            <a:spcAft>
              <a:spcPct val="15000"/>
            </a:spcAft>
            <a:buChar char="•"/>
          </a:pPr>
          <a:r>
            <a:rPr lang="en-US" sz="1800" kern="1200" dirty="0"/>
            <a:t>External counselor</a:t>
          </a:r>
          <a:endParaRPr lang="he-IL" sz="1800" kern="1200" dirty="0"/>
        </a:p>
      </dsp:txBody>
      <dsp:txXfrm>
        <a:off x="7260684" y="725648"/>
        <a:ext cx="3183078" cy="1372500"/>
      </dsp:txXfrm>
    </dsp:sp>
    <dsp:sp modelId="{52C5B473-D782-48EA-8EA5-D9EBCA15D659}">
      <dsp:nvSpPr>
        <dsp:cNvPr id="0" name=""/>
        <dsp:cNvSpPr/>
      </dsp:nvSpPr>
      <dsp:spPr>
        <a:xfrm>
          <a:off x="3631974" y="5648"/>
          <a:ext cx="3183078" cy="7200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he-IL" sz="1800" b="1" kern="1200" dirty="0"/>
            <a:t> </a:t>
          </a:r>
          <a:r>
            <a:rPr lang="en-US" sz="1800" b="1" kern="1200" dirty="0"/>
            <a:t>What to plan?</a:t>
          </a:r>
          <a:endParaRPr lang="he-IL" sz="1800" kern="1200" dirty="0"/>
        </a:p>
      </dsp:txBody>
      <dsp:txXfrm>
        <a:off x="3631974" y="5648"/>
        <a:ext cx="3183078" cy="720000"/>
      </dsp:txXfrm>
    </dsp:sp>
    <dsp:sp modelId="{34C4419A-1AC8-480D-A960-052B3C859432}">
      <dsp:nvSpPr>
        <dsp:cNvPr id="0" name=""/>
        <dsp:cNvSpPr/>
      </dsp:nvSpPr>
      <dsp:spPr>
        <a:xfrm>
          <a:off x="3631974" y="725648"/>
          <a:ext cx="3183078" cy="137250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271463" lvl="1" indent="-180975" algn="r" defTabSz="800100" rtl="1">
            <a:lnSpc>
              <a:spcPct val="90000"/>
            </a:lnSpc>
            <a:spcBef>
              <a:spcPct val="0"/>
            </a:spcBef>
            <a:spcAft>
              <a:spcPct val="15000"/>
            </a:spcAft>
            <a:buChar char="•"/>
          </a:pPr>
          <a:r>
            <a:rPr lang="en-US" sz="1800" kern="1200" dirty="0"/>
            <a:t>Single activity</a:t>
          </a:r>
          <a:endParaRPr lang="he-IL" sz="1800" kern="1200" dirty="0"/>
        </a:p>
        <a:p>
          <a:pPr marL="271463" lvl="1" indent="-180975" algn="r" defTabSz="800100" rtl="1">
            <a:lnSpc>
              <a:spcPct val="90000"/>
            </a:lnSpc>
            <a:spcBef>
              <a:spcPct val="0"/>
            </a:spcBef>
            <a:spcAft>
              <a:spcPct val="15000"/>
            </a:spcAft>
            <a:buChar char="•"/>
          </a:pPr>
          <a:r>
            <a:rPr lang="en-US" sz="1800" kern="1200" dirty="0"/>
            <a:t>Online unit</a:t>
          </a:r>
          <a:endParaRPr lang="he-IL" sz="1800" kern="1200" dirty="0"/>
        </a:p>
        <a:p>
          <a:pPr marL="271463" lvl="1" indent="-180975" algn="r" defTabSz="1111250" rtl="1">
            <a:lnSpc>
              <a:spcPct val="90000"/>
            </a:lnSpc>
            <a:spcBef>
              <a:spcPct val="0"/>
            </a:spcBef>
            <a:spcAft>
              <a:spcPct val="15000"/>
            </a:spcAft>
            <a:buChar char="•"/>
          </a:pPr>
          <a:r>
            <a:rPr lang="en-US" kern="1200" dirty="0"/>
            <a:t>Full course</a:t>
          </a:r>
          <a:endParaRPr lang="he-IL" sz="1800" kern="1200" dirty="0"/>
        </a:p>
      </dsp:txBody>
      <dsp:txXfrm>
        <a:off x="3631974" y="725648"/>
        <a:ext cx="3183078" cy="1372500"/>
      </dsp:txXfrm>
    </dsp:sp>
    <dsp:sp modelId="{D743AF73-F1C9-48E2-BB56-9A87AC4B481F}">
      <dsp:nvSpPr>
        <dsp:cNvPr id="0" name=""/>
        <dsp:cNvSpPr/>
      </dsp:nvSpPr>
      <dsp:spPr>
        <a:xfrm>
          <a:off x="3264" y="5648"/>
          <a:ext cx="3183078" cy="7200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en-US" sz="1800" b="1" kern="1200"/>
            <a:t>Who will teach?</a:t>
          </a:r>
          <a:endParaRPr lang="he-IL" sz="1800" kern="1200" dirty="0"/>
        </a:p>
      </dsp:txBody>
      <dsp:txXfrm>
        <a:off x="3264" y="5648"/>
        <a:ext cx="3183078" cy="720000"/>
      </dsp:txXfrm>
    </dsp:sp>
    <dsp:sp modelId="{F2E3C018-7134-4939-9E2E-ADB3D54C108D}">
      <dsp:nvSpPr>
        <dsp:cNvPr id="0" name=""/>
        <dsp:cNvSpPr/>
      </dsp:nvSpPr>
      <dsp:spPr>
        <a:xfrm>
          <a:off x="3264" y="725648"/>
          <a:ext cx="3183078" cy="137250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Motivated</a:t>
          </a:r>
          <a:endParaRPr lang="he-IL" sz="1800" kern="1200" dirty="0">
            <a:solidFill>
              <a:srgbClr val="262626">
                <a:hueOff val="0"/>
                <a:satOff val="0"/>
                <a:lumOff val="0"/>
                <a:alphaOff val="0"/>
              </a:srgbClr>
            </a:solidFill>
            <a:latin typeface="Calibri"/>
            <a:ea typeface="+mn-ea"/>
            <a:cs typeface="Calibri"/>
          </a:endParaRPr>
        </a:p>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Proficient in the skill</a:t>
          </a:r>
          <a:endParaRPr lang="he-IL" sz="1800" kern="1200" dirty="0">
            <a:solidFill>
              <a:srgbClr val="262626">
                <a:hueOff val="0"/>
                <a:satOff val="0"/>
                <a:lumOff val="0"/>
                <a:alphaOff val="0"/>
              </a:srgbClr>
            </a:solidFill>
            <a:latin typeface="Calibri"/>
            <a:ea typeface="+mn-ea"/>
            <a:cs typeface="Calibri"/>
          </a:endParaRPr>
        </a:p>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Proficient in the pedagogy</a:t>
          </a:r>
          <a:endParaRPr lang="he-IL" sz="1800" kern="1200" dirty="0">
            <a:solidFill>
              <a:srgbClr val="262626">
                <a:hueOff val="0"/>
                <a:satOff val="0"/>
                <a:lumOff val="0"/>
                <a:alphaOff val="0"/>
              </a:srgbClr>
            </a:solidFill>
            <a:latin typeface="Calibri"/>
            <a:ea typeface="+mn-ea"/>
            <a:cs typeface="Calibri"/>
          </a:endParaRPr>
        </a:p>
      </dsp:txBody>
      <dsp:txXfrm>
        <a:off x="3264" y="725648"/>
        <a:ext cx="3183078" cy="13725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2948E-FA52-4ABB-A7A4-D50D8AE84E0E}">
      <dsp:nvSpPr>
        <dsp:cNvPr id="0" name=""/>
        <dsp:cNvSpPr/>
      </dsp:nvSpPr>
      <dsp:spPr>
        <a:xfrm>
          <a:off x="7260684" y="5648"/>
          <a:ext cx="3183078" cy="7200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en-US" sz="1800" b="1" kern="1200" dirty="0"/>
            <a:t>Who will plan?</a:t>
          </a:r>
          <a:endParaRPr lang="he-IL" sz="1800" kern="1200" dirty="0"/>
        </a:p>
      </dsp:txBody>
      <dsp:txXfrm>
        <a:off x="7260684" y="5648"/>
        <a:ext cx="3183078" cy="720000"/>
      </dsp:txXfrm>
    </dsp:sp>
    <dsp:sp modelId="{E423AE67-4A20-4D94-855C-716966481B4E}">
      <dsp:nvSpPr>
        <dsp:cNvPr id="0" name=""/>
        <dsp:cNvSpPr/>
      </dsp:nvSpPr>
      <dsp:spPr>
        <a:xfrm>
          <a:off x="7260684" y="725648"/>
          <a:ext cx="3183078" cy="137250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r" defTabSz="800100" rtl="1">
            <a:lnSpc>
              <a:spcPct val="90000"/>
            </a:lnSpc>
            <a:spcBef>
              <a:spcPct val="0"/>
            </a:spcBef>
            <a:spcAft>
              <a:spcPct val="15000"/>
            </a:spcAft>
            <a:buChar char="•"/>
          </a:pPr>
          <a:r>
            <a:rPr lang="en-US" sz="1800" kern="1200" dirty="0"/>
            <a:t>Teacher</a:t>
          </a:r>
          <a:endParaRPr lang="he-IL" sz="1800" kern="1200" dirty="0"/>
        </a:p>
        <a:p>
          <a:pPr marL="171450" lvl="1" indent="-171450" algn="r" defTabSz="800100" rtl="1">
            <a:lnSpc>
              <a:spcPct val="90000"/>
            </a:lnSpc>
            <a:spcBef>
              <a:spcPct val="0"/>
            </a:spcBef>
            <a:spcAft>
              <a:spcPct val="15000"/>
            </a:spcAft>
            <a:buChar char="•"/>
          </a:pPr>
          <a:r>
            <a:rPr lang="en-US" sz="1800" kern="1200"/>
            <a:t>Teacher team</a:t>
          </a:r>
          <a:endParaRPr lang="he-IL" sz="1800" kern="1200" dirty="0"/>
        </a:p>
        <a:p>
          <a:pPr marL="171450" lvl="1" indent="-171450" algn="r" defTabSz="800100" rtl="1">
            <a:lnSpc>
              <a:spcPct val="90000"/>
            </a:lnSpc>
            <a:spcBef>
              <a:spcPct val="0"/>
            </a:spcBef>
            <a:spcAft>
              <a:spcPct val="15000"/>
            </a:spcAft>
            <a:buChar char="•"/>
          </a:pPr>
          <a:r>
            <a:rPr lang="en-US" sz="1800" kern="1200" dirty="0"/>
            <a:t>Teaching and learning center</a:t>
          </a:r>
          <a:endParaRPr lang="he-IL" sz="1800" kern="1200" dirty="0"/>
        </a:p>
        <a:p>
          <a:pPr marL="171450" lvl="1" indent="-171450" algn="r" defTabSz="800100" rtl="1">
            <a:lnSpc>
              <a:spcPct val="90000"/>
            </a:lnSpc>
            <a:spcBef>
              <a:spcPct val="0"/>
            </a:spcBef>
            <a:spcAft>
              <a:spcPct val="15000"/>
            </a:spcAft>
            <a:buChar char="•"/>
          </a:pPr>
          <a:r>
            <a:rPr lang="en-US" sz="1800" kern="1200" dirty="0"/>
            <a:t>External counselor</a:t>
          </a:r>
          <a:endParaRPr lang="he-IL" sz="1800" kern="1200" dirty="0"/>
        </a:p>
      </dsp:txBody>
      <dsp:txXfrm>
        <a:off x="7260684" y="725648"/>
        <a:ext cx="3183078" cy="1372500"/>
      </dsp:txXfrm>
    </dsp:sp>
    <dsp:sp modelId="{52C5B473-D782-48EA-8EA5-D9EBCA15D659}">
      <dsp:nvSpPr>
        <dsp:cNvPr id="0" name=""/>
        <dsp:cNvSpPr/>
      </dsp:nvSpPr>
      <dsp:spPr>
        <a:xfrm>
          <a:off x="3631974" y="5648"/>
          <a:ext cx="3183078" cy="7200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he-IL" sz="1800" b="1" kern="1200" dirty="0"/>
            <a:t> </a:t>
          </a:r>
          <a:r>
            <a:rPr lang="en-US" sz="1800" b="1" kern="1200" dirty="0"/>
            <a:t>What to plan?</a:t>
          </a:r>
          <a:endParaRPr lang="he-IL" sz="1800" kern="1200" dirty="0"/>
        </a:p>
      </dsp:txBody>
      <dsp:txXfrm>
        <a:off x="3631974" y="5648"/>
        <a:ext cx="3183078" cy="720000"/>
      </dsp:txXfrm>
    </dsp:sp>
    <dsp:sp modelId="{34C4419A-1AC8-480D-A960-052B3C859432}">
      <dsp:nvSpPr>
        <dsp:cNvPr id="0" name=""/>
        <dsp:cNvSpPr/>
      </dsp:nvSpPr>
      <dsp:spPr>
        <a:xfrm>
          <a:off x="3631974" y="725648"/>
          <a:ext cx="3183078" cy="137250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271463" lvl="1" indent="-180975" algn="r" defTabSz="800100" rtl="1">
            <a:lnSpc>
              <a:spcPct val="90000"/>
            </a:lnSpc>
            <a:spcBef>
              <a:spcPct val="0"/>
            </a:spcBef>
            <a:spcAft>
              <a:spcPct val="15000"/>
            </a:spcAft>
            <a:buChar char="•"/>
          </a:pPr>
          <a:r>
            <a:rPr lang="en-US" sz="1800" kern="1200" dirty="0"/>
            <a:t>Single activity</a:t>
          </a:r>
          <a:endParaRPr lang="he-IL" sz="1800" kern="1200" dirty="0"/>
        </a:p>
        <a:p>
          <a:pPr marL="271463" lvl="1" indent="-180975" algn="r" defTabSz="800100" rtl="1">
            <a:lnSpc>
              <a:spcPct val="90000"/>
            </a:lnSpc>
            <a:spcBef>
              <a:spcPct val="0"/>
            </a:spcBef>
            <a:spcAft>
              <a:spcPct val="15000"/>
            </a:spcAft>
            <a:buChar char="•"/>
          </a:pPr>
          <a:r>
            <a:rPr lang="en-US" sz="1800" kern="1200" dirty="0"/>
            <a:t>Online unit</a:t>
          </a:r>
          <a:endParaRPr lang="he-IL" sz="1800" kern="1200" dirty="0"/>
        </a:p>
        <a:p>
          <a:pPr marL="271463" lvl="1" indent="-180975" algn="r" defTabSz="1111250" rtl="1">
            <a:lnSpc>
              <a:spcPct val="90000"/>
            </a:lnSpc>
            <a:spcBef>
              <a:spcPct val="0"/>
            </a:spcBef>
            <a:spcAft>
              <a:spcPct val="15000"/>
            </a:spcAft>
            <a:buChar char="•"/>
          </a:pPr>
          <a:r>
            <a:rPr lang="en-US" kern="1200" dirty="0"/>
            <a:t>Full course</a:t>
          </a:r>
          <a:endParaRPr lang="he-IL" sz="1800" kern="1200" dirty="0"/>
        </a:p>
      </dsp:txBody>
      <dsp:txXfrm>
        <a:off x="3631974" y="725648"/>
        <a:ext cx="3183078" cy="1372500"/>
      </dsp:txXfrm>
    </dsp:sp>
    <dsp:sp modelId="{D743AF73-F1C9-48E2-BB56-9A87AC4B481F}">
      <dsp:nvSpPr>
        <dsp:cNvPr id="0" name=""/>
        <dsp:cNvSpPr/>
      </dsp:nvSpPr>
      <dsp:spPr>
        <a:xfrm>
          <a:off x="3264" y="5648"/>
          <a:ext cx="3183078" cy="7200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en-US" sz="1800" b="1" kern="1200"/>
            <a:t>Who will teach?</a:t>
          </a:r>
          <a:endParaRPr lang="he-IL" sz="1800" kern="1200" dirty="0"/>
        </a:p>
      </dsp:txBody>
      <dsp:txXfrm>
        <a:off x="3264" y="5648"/>
        <a:ext cx="3183078" cy="720000"/>
      </dsp:txXfrm>
    </dsp:sp>
    <dsp:sp modelId="{F2E3C018-7134-4939-9E2E-ADB3D54C108D}">
      <dsp:nvSpPr>
        <dsp:cNvPr id="0" name=""/>
        <dsp:cNvSpPr/>
      </dsp:nvSpPr>
      <dsp:spPr>
        <a:xfrm>
          <a:off x="3264" y="725648"/>
          <a:ext cx="3183078" cy="137250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Motivated</a:t>
          </a:r>
          <a:endParaRPr lang="he-IL" sz="1800" kern="1200" dirty="0">
            <a:solidFill>
              <a:srgbClr val="262626">
                <a:hueOff val="0"/>
                <a:satOff val="0"/>
                <a:lumOff val="0"/>
                <a:alphaOff val="0"/>
              </a:srgbClr>
            </a:solidFill>
            <a:latin typeface="Calibri"/>
            <a:ea typeface="+mn-ea"/>
            <a:cs typeface="Calibri"/>
          </a:endParaRPr>
        </a:p>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Proficient in the skill</a:t>
          </a:r>
          <a:endParaRPr lang="he-IL" sz="1800" kern="1200" dirty="0">
            <a:solidFill>
              <a:srgbClr val="262626">
                <a:hueOff val="0"/>
                <a:satOff val="0"/>
                <a:lumOff val="0"/>
                <a:alphaOff val="0"/>
              </a:srgbClr>
            </a:solidFill>
            <a:latin typeface="Calibri"/>
            <a:ea typeface="+mn-ea"/>
            <a:cs typeface="Calibri"/>
          </a:endParaRPr>
        </a:p>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Proficient in the pedagogy</a:t>
          </a:r>
          <a:endParaRPr lang="he-IL" sz="1800" kern="1200" dirty="0">
            <a:solidFill>
              <a:srgbClr val="262626">
                <a:hueOff val="0"/>
                <a:satOff val="0"/>
                <a:lumOff val="0"/>
                <a:alphaOff val="0"/>
              </a:srgbClr>
            </a:solidFill>
            <a:latin typeface="Calibri"/>
            <a:ea typeface="+mn-ea"/>
            <a:cs typeface="Calibri"/>
          </a:endParaRPr>
        </a:p>
      </dsp:txBody>
      <dsp:txXfrm>
        <a:off x="3264" y="725648"/>
        <a:ext cx="3183078" cy="13725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2948E-FA52-4ABB-A7A4-D50D8AE84E0E}">
      <dsp:nvSpPr>
        <dsp:cNvPr id="0" name=""/>
        <dsp:cNvSpPr/>
      </dsp:nvSpPr>
      <dsp:spPr>
        <a:xfrm>
          <a:off x="7260685" y="11225"/>
          <a:ext cx="3183079" cy="691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en-US" sz="1800" b="1" kern="1200" dirty="0"/>
            <a:t>Which skill?</a:t>
          </a:r>
          <a:endParaRPr lang="he-IL" sz="1800" b="1" kern="1200" dirty="0"/>
        </a:p>
      </dsp:txBody>
      <dsp:txXfrm>
        <a:off x="7260685" y="11225"/>
        <a:ext cx="3183079" cy="691200"/>
      </dsp:txXfrm>
    </dsp:sp>
    <dsp:sp modelId="{E423AE67-4A20-4D94-855C-716966481B4E}">
      <dsp:nvSpPr>
        <dsp:cNvPr id="0" name=""/>
        <dsp:cNvSpPr/>
      </dsp:nvSpPr>
      <dsp:spPr>
        <a:xfrm>
          <a:off x="7260685" y="702425"/>
          <a:ext cx="3183079" cy="108702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r" defTabSz="800100" rtl="1">
            <a:lnSpc>
              <a:spcPct val="90000"/>
            </a:lnSpc>
            <a:spcBef>
              <a:spcPct val="0"/>
            </a:spcBef>
            <a:spcAft>
              <a:spcPct val="15000"/>
            </a:spcAft>
            <a:buChar char="•"/>
          </a:pPr>
          <a:r>
            <a:rPr lang="en-US" sz="1800" kern="1200"/>
            <a:t>Market demands</a:t>
          </a:r>
          <a:endParaRPr lang="he-IL" sz="1800" kern="1200" dirty="0"/>
        </a:p>
        <a:p>
          <a:pPr marL="171450" lvl="1" indent="-171450" algn="r" defTabSz="800100" rtl="1">
            <a:lnSpc>
              <a:spcPct val="90000"/>
            </a:lnSpc>
            <a:spcBef>
              <a:spcPct val="0"/>
            </a:spcBef>
            <a:spcAft>
              <a:spcPct val="15000"/>
            </a:spcAft>
            <a:buChar char="•"/>
          </a:pPr>
          <a:r>
            <a:rPr lang="en-US" sz="1800" kern="1200" dirty="0"/>
            <a:t>Job demands</a:t>
          </a:r>
          <a:endParaRPr lang="he-IL" sz="1800" kern="1200" dirty="0"/>
        </a:p>
        <a:p>
          <a:pPr marL="171450" lvl="1" indent="-171450" algn="r" defTabSz="800100" rtl="1">
            <a:lnSpc>
              <a:spcPct val="90000"/>
            </a:lnSpc>
            <a:spcBef>
              <a:spcPct val="0"/>
            </a:spcBef>
            <a:spcAft>
              <a:spcPct val="15000"/>
            </a:spcAft>
            <a:buChar char="•"/>
          </a:pPr>
          <a:r>
            <a:rPr lang="en-US" sz="1800" kern="1200" dirty="0"/>
            <a:t>Educational vision</a:t>
          </a:r>
          <a:endParaRPr lang="he-IL" sz="1800" kern="1200" dirty="0"/>
        </a:p>
      </dsp:txBody>
      <dsp:txXfrm>
        <a:off x="7260685" y="702425"/>
        <a:ext cx="3183079" cy="1087020"/>
      </dsp:txXfrm>
    </dsp:sp>
    <dsp:sp modelId="{4EC5E4C5-37C6-4E6E-8233-03817CD6E4A5}">
      <dsp:nvSpPr>
        <dsp:cNvPr id="0" name=""/>
        <dsp:cNvSpPr/>
      </dsp:nvSpPr>
      <dsp:spPr>
        <a:xfrm>
          <a:off x="3631974" y="11225"/>
          <a:ext cx="3183079" cy="691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en-US" sz="1800" b="1" kern="1200"/>
            <a:t>Which level of abstraction?</a:t>
          </a:r>
          <a:endParaRPr lang="he-IL" sz="1800" kern="1200" dirty="0"/>
        </a:p>
      </dsp:txBody>
      <dsp:txXfrm>
        <a:off x="3631974" y="11225"/>
        <a:ext cx="3183079" cy="691200"/>
      </dsp:txXfrm>
    </dsp:sp>
    <dsp:sp modelId="{4DD9C474-A601-46A4-866A-A9AFD4266BC1}">
      <dsp:nvSpPr>
        <dsp:cNvPr id="0" name=""/>
        <dsp:cNvSpPr/>
      </dsp:nvSpPr>
      <dsp:spPr>
        <a:xfrm>
          <a:off x="3631974" y="702425"/>
          <a:ext cx="3183079" cy="108702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r" defTabSz="800100" rtl="1">
            <a:lnSpc>
              <a:spcPct val="90000"/>
            </a:lnSpc>
            <a:spcBef>
              <a:spcPct val="0"/>
            </a:spcBef>
            <a:spcAft>
              <a:spcPct val="15000"/>
            </a:spcAft>
            <a:buChar char="•"/>
          </a:pPr>
          <a:r>
            <a:rPr lang="en-US" sz="1800" kern="1200" dirty="0"/>
            <a:t>Core skill</a:t>
          </a:r>
          <a:endParaRPr lang="he-IL" sz="1800" kern="1200" dirty="0"/>
        </a:p>
        <a:p>
          <a:pPr marL="171450" lvl="1" indent="-171450" algn="r" defTabSz="800100" rtl="1">
            <a:lnSpc>
              <a:spcPct val="90000"/>
            </a:lnSpc>
            <a:spcBef>
              <a:spcPct val="0"/>
            </a:spcBef>
            <a:spcAft>
              <a:spcPct val="15000"/>
            </a:spcAft>
            <a:buChar char="•"/>
          </a:pPr>
          <a:r>
            <a:rPr lang="en-US" sz="1800" kern="1200" dirty="0"/>
            <a:t>Subskill</a:t>
          </a:r>
          <a:endParaRPr lang="he-IL" sz="1800" kern="1200" dirty="0"/>
        </a:p>
        <a:p>
          <a:pPr marL="171450" lvl="1" indent="-171450" algn="r" defTabSz="800100" rtl="1">
            <a:lnSpc>
              <a:spcPct val="90000"/>
            </a:lnSpc>
            <a:spcBef>
              <a:spcPct val="0"/>
            </a:spcBef>
            <a:spcAft>
              <a:spcPct val="15000"/>
            </a:spcAft>
            <a:buChar char="•"/>
          </a:pPr>
          <a:r>
            <a:rPr lang="en-US" sz="1800" kern="1200" dirty="0"/>
            <a:t>Tool</a:t>
          </a:r>
          <a:endParaRPr lang="he-IL" sz="1800" kern="1200" dirty="0"/>
        </a:p>
      </dsp:txBody>
      <dsp:txXfrm>
        <a:off x="3631974" y="702425"/>
        <a:ext cx="3183079" cy="1087020"/>
      </dsp:txXfrm>
    </dsp:sp>
    <dsp:sp modelId="{D743AF73-F1C9-48E2-BB56-9A87AC4B481F}">
      <dsp:nvSpPr>
        <dsp:cNvPr id="0" name=""/>
        <dsp:cNvSpPr/>
      </dsp:nvSpPr>
      <dsp:spPr>
        <a:xfrm>
          <a:off x="3264" y="11225"/>
          <a:ext cx="3183079" cy="691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en-US" sz="1800" b="1" kern="1200" dirty="0"/>
            <a:t>How much time?</a:t>
          </a:r>
          <a:endParaRPr lang="he-IL" sz="1800" b="1" kern="1200" dirty="0"/>
        </a:p>
      </dsp:txBody>
      <dsp:txXfrm>
        <a:off x="3264" y="11225"/>
        <a:ext cx="3183079" cy="691200"/>
      </dsp:txXfrm>
    </dsp:sp>
    <dsp:sp modelId="{F2E3C018-7134-4939-9E2E-ADB3D54C108D}">
      <dsp:nvSpPr>
        <dsp:cNvPr id="0" name=""/>
        <dsp:cNvSpPr/>
      </dsp:nvSpPr>
      <dsp:spPr>
        <a:xfrm>
          <a:off x="3264" y="702425"/>
          <a:ext cx="3183079" cy="108702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271463" lvl="1" indent="-180975" algn="r" defTabSz="800100" rtl="1">
            <a:lnSpc>
              <a:spcPct val="90000"/>
            </a:lnSpc>
            <a:spcBef>
              <a:spcPct val="0"/>
            </a:spcBef>
            <a:spcAft>
              <a:spcPct val="15000"/>
            </a:spcAft>
            <a:buChar char="•"/>
          </a:pPr>
          <a:r>
            <a:rPr lang="en-US" sz="1800" kern="1200">
              <a:solidFill>
                <a:srgbClr val="262626">
                  <a:hueOff val="0"/>
                  <a:satOff val="0"/>
                  <a:lumOff val="0"/>
                  <a:alphaOff val="0"/>
                </a:srgbClr>
              </a:solidFill>
              <a:latin typeface="Calibri"/>
              <a:ea typeface="+mn-ea"/>
              <a:cs typeface="Calibri"/>
            </a:rPr>
            <a:t>One time</a:t>
          </a:r>
          <a:endParaRPr lang="he-IL" sz="1800" kern="1200" dirty="0">
            <a:solidFill>
              <a:srgbClr val="262626">
                <a:hueOff val="0"/>
                <a:satOff val="0"/>
                <a:lumOff val="0"/>
                <a:alphaOff val="0"/>
              </a:srgbClr>
            </a:solidFill>
            <a:latin typeface="Calibri"/>
            <a:ea typeface="+mn-ea"/>
            <a:cs typeface="Calibri"/>
          </a:endParaRPr>
        </a:p>
        <a:p>
          <a:pPr marL="271463" lvl="1" indent="-180975" algn="r" defTabSz="800100" rtl="1">
            <a:lnSpc>
              <a:spcPct val="90000"/>
            </a:lnSpc>
            <a:spcBef>
              <a:spcPct val="0"/>
            </a:spcBef>
            <a:spcAft>
              <a:spcPct val="15000"/>
            </a:spcAft>
            <a:buChar char="•"/>
          </a:pPr>
          <a:r>
            <a:rPr lang="en-US" sz="1800" kern="1200">
              <a:solidFill>
                <a:srgbClr val="262626">
                  <a:hueOff val="0"/>
                  <a:satOff val="0"/>
                  <a:lumOff val="0"/>
                  <a:alphaOff val="0"/>
                </a:srgbClr>
              </a:solidFill>
              <a:latin typeface="Calibri"/>
              <a:ea typeface="+mn-ea"/>
              <a:cs typeface="Calibri"/>
            </a:rPr>
            <a:t>Weekly</a:t>
          </a:r>
          <a:endParaRPr lang="he-IL" sz="1800" kern="1200" dirty="0">
            <a:solidFill>
              <a:srgbClr val="262626">
                <a:hueOff val="0"/>
                <a:satOff val="0"/>
                <a:lumOff val="0"/>
                <a:alphaOff val="0"/>
              </a:srgbClr>
            </a:solidFill>
            <a:latin typeface="Calibri"/>
            <a:ea typeface="+mn-ea"/>
            <a:cs typeface="Calibri"/>
          </a:endParaRPr>
        </a:p>
      </dsp:txBody>
      <dsp:txXfrm>
        <a:off x="3264" y="702425"/>
        <a:ext cx="3183079" cy="10870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2948E-FA52-4ABB-A7A4-D50D8AE84E0E}">
      <dsp:nvSpPr>
        <dsp:cNvPr id="0" name=""/>
        <dsp:cNvSpPr/>
      </dsp:nvSpPr>
      <dsp:spPr>
        <a:xfrm>
          <a:off x="7260685" y="11225"/>
          <a:ext cx="3183079" cy="691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en-US" sz="1800" b="1" kern="1200" dirty="0"/>
            <a:t>Who evaluates?</a:t>
          </a:r>
          <a:endParaRPr lang="he-IL" sz="1800" b="1" kern="1200" dirty="0"/>
        </a:p>
      </dsp:txBody>
      <dsp:txXfrm>
        <a:off x="7260685" y="11225"/>
        <a:ext cx="3183079" cy="691200"/>
      </dsp:txXfrm>
    </dsp:sp>
    <dsp:sp modelId="{E423AE67-4A20-4D94-855C-716966481B4E}">
      <dsp:nvSpPr>
        <dsp:cNvPr id="0" name=""/>
        <dsp:cNvSpPr/>
      </dsp:nvSpPr>
      <dsp:spPr>
        <a:xfrm>
          <a:off x="7260685" y="702425"/>
          <a:ext cx="3183079" cy="108702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r" defTabSz="800100" rtl="1">
            <a:lnSpc>
              <a:spcPct val="90000"/>
            </a:lnSpc>
            <a:spcBef>
              <a:spcPct val="0"/>
            </a:spcBef>
            <a:spcAft>
              <a:spcPct val="15000"/>
            </a:spcAft>
            <a:buChar char="•"/>
          </a:pPr>
          <a:r>
            <a:rPr lang="en-US" sz="1800" kern="1200" dirty="0"/>
            <a:t>Self</a:t>
          </a:r>
          <a:endParaRPr lang="he-IL" sz="1800" kern="1200" dirty="0"/>
        </a:p>
        <a:p>
          <a:pPr marL="171450" lvl="1" indent="-171450" algn="r" defTabSz="800100" rtl="1">
            <a:lnSpc>
              <a:spcPct val="90000"/>
            </a:lnSpc>
            <a:spcBef>
              <a:spcPct val="0"/>
            </a:spcBef>
            <a:spcAft>
              <a:spcPct val="15000"/>
            </a:spcAft>
            <a:buChar char="•"/>
          </a:pPr>
          <a:r>
            <a:rPr lang="en-US" sz="1800" kern="1200" dirty="0"/>
            <a:t>Peer</a:t>
          </a:r>
          <a:endParaRPr lang="he-IL" sz="1800" kern="1200" dirty="0"/>
        </a:p>
        <a:p>
          <a:pPr marL="171450" lvl="1" indent="-171450" algn="r" defTabSz="800100" rtl="1">
            <a:lnSpc>
              <a:spcPct val="90000"/>
            </a:lnSpc>
            <a:spcBef>
              <a:spcPct val="0"/>
            </a:spcBef>
            <a:spcAft>
              <a:spcPct val="15000"/>
            </a:spcAft>
            <a:buChar char="•"/>
          </a:pPr>
          <a:r>
            <a:rPr lang="en-US" sz="1800" kern="1200"/>
            <a:t>Teacher</a:t>
          </a:r>
          <a:endParaRPr lang="he-IL" sz="1800" kern="1200" dirty="0"/>
        </a:p>
      </dsp:txBody>
      <dsp:txXfrm>
        <a:off x="7260685" y="702425"/>
        <a:ext cx="3183079" cy="1087020"/>
      </dsp:txXfrm>
    </dsp:sp>
    <dsp:sp modelId="{DF01D04A-EA33-4363-88CA-1D65F6469888}">
      <dsp:nvSpPr>
        <dsp:cNvPr id="0" name=""/>
        <dsp:cNvSpPr/>
      </dsp:nvSpPr>
      <dsp:spPr>
        <a:xfrm>
          <a:off x="3631974" y="11225"/>
          <a:ext cx="3183079" cy="691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en-US" sz="1800" b="1" kern="1200"/>
            <a:t>When to evaluate?</a:t>
          </a:r>
          <a:endParaRPr lang="he-IL" sz="1800" kern="1200" dirty="0"/>
        </a:p>
      </dsp:txBody>
      <dsp:txXfrm>
        <a:off x="3631974" y="11225"/>
        <a:ext cx="3183079" cy="691200"/>
      </dsp:txXfrm>
    </dsp:sp>
    <dsp:sp modelId="{89C92C59-D8A0-48A1-87EF-B4559DFEAEC2}">
      <dsp:nvSpPr>
        <dsp:cNvPr id="0" name=""/>
        <dsp:cNvSpPr/>
      </dsp:nvSpPr>
      <dsp:spPr>
        <a:xfrm>
          <a:off x="3631974" y="702425"/>
          <a:ext cx="3183079" cy="108702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r" defTabSz="800100" rtl="1">
            <a:lnSpc>
              <a:spcPct val="90000"/>
            </a:lnSpc>
            <a:spcBef>
              <a:spcPct val="0"/>
            </a:spcBef>
            <a:spcAft>
              <a:spcPct val="15000"/>
            </a:spcAft>
            <a:buChar char="•"/>
          </a:pPr>
          <a:r>
            <a:rPr lang="en-US" sz="1800" kern="1200"/>
            <a:t>Class execises</a:t>
          </a:r>
          <a:endParaRPr lang="he-IL" sz="1800" kern="1200" dirty="0"/>
        </a:p>
        <a:p>
          <a:pPr marL="171450" lvl="1" indent="-171450" algn="r" defTabSz="800100" rtl="1">
            <a:lnSpc>
              <a:spcPct val="90000"/>
            </a:lnSpc>
            <a:spcBef>
              <a:spcPct val="0"/>
            </a:spcBef>
            <a:spcAft>
              <a:spcPct val="15000"/>
            </a:spcAft>
            <a:buChar char="•"/>
          </a:pPr>
          <a:r>
            <a:rPr lang="en-US" sz="1800" kern="1200" dirty="0"/>
            <a:t>Homework</a:t>
          </a:r>
          <a:endParaRPr lang="he-IL" sz="1800" kern="1200" dirty="0"/>
        </a:p>
        <a:p>
          <a:pPr marL="171450" lvl="1" indent="-171450" algn="r" defTabSz="800100" rtl="1">
            <a:lnSpc>
              <a:spcPct val="90000"/>
            </a:lnSpc>
            <a:spcBef>
              <a:spcPct val="0"/>
            </a:spcBef>
            <a:spcAft>
              <a:spcPct val="15000"/>
            </a:spcAft>
            <a:buChar char="•"/>
          </a:pPr>
          <a:r>
            <a:rPr lang="en-US" sz="1800" kern="1200" dirty="0"/>
            <a:t>Assignment</a:t>
          </a:r>
          <a:endParaRPr lang="he-IL" sz="1800" kern="1200" dirty="0"/>
        </a:p>
      </dsp:txBody>
      <dsp:txXfrm>
        <a:off x="3631974" y="702425"/>
        <a:ext cx="3183079" cy="1087020"/>
      </dsp:txXfrm>
    </dsp:sp>
    <dsp:sp modelId="{D743AF73-F1C9-48E2-BB56-9A87AC4B481F}">
      <dsp:nvSpPr>
        <dsp:cNvPr id="0" name=""/>
        <dsp:cNvSpPr/>
      </dsp:nvSpPr>
      <dsp:spPr>
        <a:xfrm>
          <a:off x="3264" y="11225"/>
          <a:ext cx="3183079" cy="691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1">
            <a:lnSpc>
              <a:spcPct val="90000"/>
            </a:lnSpc>
            <a:spcBef>
              <a:spcPct val="0"/>
            </a:spcBef>
            <a:spcAft>
              <a:spcPct val="35000"/>
            </a:spcAft>
            <a:buNone/>
          </a:pPr>
          <a:r>
            <a:rPr lang="en-US" sz="1800" b="1" kern="1200" dirty="0"/>
            <a:t>What to evaluate?</a:t>
          </a:r>
          <a:endParaRPr lang="he-IL" sz="1800" kern="1200" dirty="0"/>
        </a:p>
      </dsp:txBody>
      <dsp:txXfrm>
        <a:off x="3264" y="11225"/>
        <a:ext cx="3183079" cy="691200"/>
      </dsp:txXfrm>
    </dsp:sp>
    <dsp:sp modelId="{F2E3C018-7134-4939-9E2E-ADB3D54C108D}">
      <dsp:nvSpPr>
        <dsp:cNvPr id="0" name=""/>
        <dsp:cNvSpPr/>
      </dsp:nvSpPr>
      <dsp:spPr>
        <a:xfrm>
          <a:off x="3264" y="702425"/>
          <a:ext cx="3183079" cy="108702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Outcome</a:t>
          </a:r>
          <a:endParaRPr lang="he-IL" sz="1800" kern="1200" dirty="0">
            <a:solidFill>
              <a:srgbClr val="262626">
                <a:hueOff val="0"/>
                <a:satOff val="0"/>
                <a:lumOff val="0"/>
                <a:alphaOff val="0"/>
              </a:srgbClr>
            </a:solidFill>
            <a:latin typeface="Calibri"/>
            <a:ea typeface="+mn-ea"/>
            <a:cs typeface="Calibri"/>
          </a:endParaRPr>
        </a:p>
        <a:p>
          <a:pPr marL="271463" lvl="1" indent="-180975" algn="r" defTabSz="800100" rtl="1">
            <a:lnSpc>
              <a:spcPct val="90000"/>
            </a:lnSpc>
            <a:spcBef>
              <a:spcPct val="0"/>
            </a:spcBef>
            <a:spcAft>
              <a:spcPct val="15000"/>
            </a:spcAft>
            <a:buChar char="•"/>
          </a:pPr>
          <a:r>
            <a:rPr lang="en-US" sz="1800" kern="1200" dirty="0">
              <a:solidFill>
                <a:srgbClr val="262626">
                  <a:hueOff val="0"/>
                  <a:satOff val="0"/>
                  <a:lumOff val="0"/>
                  <a:alphaOff val="0"/>
                </a:srgbClr>
              </a:solidFill>
              <a:latin typeface="Calibri"/>
              <a:ea typeface="+mn-ea"/>
              <a:cs typeface="Calibri"/>
            </a:rPr>
            <a:t>Process</a:t>
          </a:r>
          <a:endParaRPr lang="he-IL" sz="1800" kern="1200" dirty="0">
            <a:solidFill>
              <a:srgbClr val="262626">
                <a:hueOff val="0"/>
                <a:satOff val="0"/>
                <a:lumOff val="0"/>
                <a:alphaOff val="0"/>
              </a:srgbClr>
            </a:solidFill>
            <a:latin typeface="Calibri"/>
            <a:ea typeface="+mn-ea"/>
            <a:cs typeface="Calibri"/>
          </a:endParaRPr>
        </a:p>
      </dsp:txBody>
      <dsp:txXfrm>
        <a:off x="3264" y="702425"/>
        <a:ext cx="3183079" cy="108702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BBBEAE-490E-5EC0-CCA2-D9BE7205F3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a:extLst>
              <a:ext uri="{FF2B5EF4-FFF2-40B4-BE49-F238E27FC236}">
                <a16:creationId xmlns:a16="http://schemas.microsoft.com/office/drawing/2014/main" id="{D219E105-DB26-72C4-FF4A-8C3E1B4BFF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a:defRPr sz="1200"/>
            </a:lvl1pPr>
          </a:lstStyle>
          <a:p>
            <a:fld id="{D341D086-ECC1-45CF-A907-7FAD8043FD0D}" type="datetimeFigureOut">
              <a:rPr lang="he-IL" smtClean="0"/>
              <a:t>י"ט/אדר/תשפ"ו</a:t>
            </a:fld>
            <a:endParaRPr lang="he-IL"/>
          </a:p>
        </p:txBody>
      </p:sp>
      <p:sp>
        <p:nvSpPr>
          <p:cNvPr id="4" name="Footer Placeholder 3">
            <a:extLst>
              <a:ext uri="{FF2B5EF4-FFF2-40B4-BE49-F238E27FC236}">
                <a16:creationId xmlns:a16="http://schemas.microsoft.com/office/drawing/2014/main" id="{B4217DE8-9369-90AE-B9F2-FD096CC0FA1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5" name="Slide Number Placeholder 4">
            <a:extLst>
              <a:ext uri="{FF2B5EF4-FFF2-40B4-BE49-F238E27FC236}">
                <a16:creationId xmlns:a16="http://schemas.microsoft.com/office/drawing/2014/main" id="{A11CF748-9126-BB8C-6164-4F63607DE1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a:defRPr sz="1200"/>
            </a:lvl1pPr>
          </a:lstStyle>
          <a:p>
            <a:fld id="{63259720-14CC-476D-A0C1-8D06BE2AC996}" type="slidenum">
              <a:rPr lang="he-IL" smtClean="0"/>
              <a:t>‹#›</a:t>
            </a:fld>
            <a:endParaRPr lang="he-IL"/>
          </a:p>
        </p:txBody>
      </p:sp>
    </p:spTree>
    <p:extLst>
      <p:ext uri="{BB962C8B-B14F-4D97-AF65-F5344CB8AC3E}">
        <p14:creationId xmlns:p14="http://schemas.microsoft.com/office/powerpoint/2010/main" val="35673494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C1C38B1E-6101-4522-9796-84B1B9835DB7}" type="datetimeFigureOut">
              <a:rPr lang="he-IL" smtClean="0"/>
              <a:t>י"ט/אדר/תשפ"ו</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83AC302B-4C64-43FE-B40A-F90B7E4EEE17}" type="slidenum">
              <a:rPr lang="he-IL" smtClean="0"/>
              <a:t>‹#›</a:t>
            </a:fld>
            <a:endParaRPr lang="he-IL"/>
          </a:p>
        </p:txBody>
      </p:sp>
    </p:spTree>
    <p:extLst>
      <p:ext uri="{BB962C8B-B14F-4D97-AF65-F5344CB8AC3E}">
        <p14:creationId xmlns:p14="http://schemas.microsoft.com/office/powerpoint/2010/main" val="3838554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53AA3-1563-0112-F555-30A198276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12E2D6-DB93-2295-4F80-C49068839C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173DF4-5BB7-B48D-1D82-65093BF5AA04}"/>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74E48FE1-D5E4-BCB7-C399-D5A5AE22DDD0}"/>
              </a:ext>
            </a:extLst>
          </p:cNvPr>
          <p:cNvSpPr>
            <a:spLocks noGrp="1"/>
          </p:cNvSpPr>
          <p:nvPr>
            <p:ph type="sldNum" sz="quarter" idx="5"/>
          </p:nvPr>
        </p:nvSpPr>
        <p:spPr/>
        <p:txBody>
          <a:bodyPr/>
          <a:lstStyle/>
          <a:p>
            <a:pPr algn="l" rtl="0"/>
            <a:fld id="{83AC302B-4C64-43FE-B40A-F90B7E4EEE17}" type="slidenum">
              <a:rPr lang="he-IL" smtClean="0"/>
              <a:t>3</a:t>
            </a:fld>
            <a:endParaRPr lang="he-IL"/>
          </a:p>
        </p:txBody>
      </p:sp>
    </p:spTree>
    <p:extLst>
      <p:ext uri="{BB962C8B-B14F-4D97-AF65-F5344CB8AC3E}">
        <p14:creationId xmlns:p14="http://schemas.microsoft.com/office/powerpoint/2010/main" val="412582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dirty="0"/>
              <a:t>CI: Where is the population mean</a:t>
            </a:r>
          </a:p>
          <a:p>
            <a:pPr algn="l" rtl="0"/>
            <a:r>
              <a:rPr lang="en-US" dirty="0"/>
              <a:t>PI: Where would be the mean of a new case</a:t>
            </a:r>
            <a:endParaRPr lang="he-IL" dirty="0"/>
          </a:p>
        </p:txBody>
      </p:sp>
      <p:sp>
        <p:nvSpPr>
          <p:cNvPr id="4" name="Slide Number Placeholder 3"/>
          <p:cNvSpPr>
            <a:spLocks noGrp="1"/>
          </p:cNvSpPr>
          <p:nvPr>
            <p:ph type="sldNum" sz="quarter" idx="5"/>
          </p:nvPr>
        </p:nvSpPr>
        <p:spPr/>
        <p:txBody>
          <a:bodyPr/>
          <a:lstStyle/>
          <a:p>
            <a:pPr algn="l" rtl="0"/>
            <a:fld id="{83AC302B-4C64-43FE-B40A-F90B7E4EEE17}" type="slidenum">
              <a:rPr lang="he-IL" smtClean="0"/>
              <a:t>7</a:t>
            </a:fld>
            <a:endParaRPr lang="he-IL"/>
          </a:p>
        </p:txBody>
      </p:sp>
    </p:spTree>
    <p:extLst>
      <p:ext uri="{BB962C8B-B14F-4D97-AF65-F5344CB8AC3E}">
        <p14:creationId xmlns:p14="http://schemas.microsoft.com/office/powerpoint/2010/main" val="137307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D4119-BF8C-BBD6-2821-37F1FF29E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9DFE3-B1BC-C2A7-DA37-5BC2011DD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0884C-758F-1ABC-134E-C1735ADD822B}"/>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CBC88E27-8273-217F-1A93-F8B1E23D09D7}"/>
              </a:ext>
            </a:extLst>
          </p:cNvPr>
          <p:cNvSpPr>
            <a:spLocks noGrp="1"/>
          </p:cNvSpPr>
          <p:nvPr>
            <p:ph type="sldNum" sz="quarter" idx="5"/>
          </p:nvPr>
        </p:nvSpPr>
        <p:spPr/>
        <p:txBody>
          <a:bodyPr/>
          <a:lstStyle/>
          <a:p>
            <a:pPr algn="l" rtl="0"/>
            <a:fld id="{83AC302B-4C64-43FE-B40A-F90B7E4EEE17}" type="slidenum">
              <a:rPr lang="he-IL" smtClean="0"/>
              <a:t>8</a:t>
            </a:fld>
            <a:endParaRPr lang="he-IL"/>
          </a:p>
        </p:txBody>
      </p:sp>
    </p:spTree>
    <p:extLst>
      <p:ext uri="{BB962C8B-B14F-4D97-AF65-F5344CB8AC3E}">
        <p14:creationId xmlns:p14="http://schemas.microsoft.com/office/powerpoint/2010/main" val="1924119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he-IL" dirty="0"/>
          </a:p>
        </p:txBody>
      </p:sp>
      <p:sp>
        <p:nvSpPr>
          <p:cNvPr id="4" name="Slide Number Placeholder 3"/>
          <p:cNvSpPr>
            <a:spLocks noGrp="1"/>
          </p:cNvSpPr>
          <p:nvPr>
            <p:ph type="sldNum" sz="quarter" idx="5"/>
          </p:nvPr>
        </p:nvSpPr>
        <p:spPr/>
        <p:txBody>
          <a:bodyPr/>
          <a:lstStyle/>
          <a:p>
            <a:pPr algn="l" rtl="0"/>
            <a:fld id="{83AC302B-4C64-43FE-B40A-F90B7E4EEE17}" type="slidenum">
              <a:rPr lang="he-IL" smtClean="0"/>
              <a:t>9</a:t>
            </a:fld>
            <a:endParaRPr lang="he-IL"/>
          </a:p>
        </p:txBody>
      </p:sp>
    </p:spTree>
    <p:extLst>
      <p:ext uri="{BB962C8B-B14F-4D97-AF65-F5344CB8AC3E}">
        <p14:creationId xmlns:p14="http://schemas.microsoft.com/office/powerpoint/2010/main" val="3323339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6FED5-79B9-F45A-38C7-88F9DEB20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640272-39C6-0590-1D5C-46F5C3BDB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79090-0F37-FE29-228C-2969834FDF0E}"/>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AC9D79F0-0FAB-F24D-F573-7094110FB4DF}"/>
              </a:ext>
            </a:extLst>
          </p:cNvPr>
          <p:cNvSpPr>
            <a:spLocks noGrp="1"/>
          </p:cNvSpPr>
          <p:nvPr>
            <p:ph type="sldNum" sz="quarter" idx="5"/>
          </p:nvPr>
        </p:nvSpPr>
        <p:spPr/>
        <p:txBody>
          <a:bodyPr/>
          <a:lstStyle/>
          <a:p>
            <a:pPr algn="l" rtl="0"/>
            <a:fld id="{83AC302B-4C64-43FE-B40A-F90B7E4EEE17}" type="slidenum">
              <a:rPr lang="he-IL" smtClean="0"/>
              <a:t>10</a:t>
            </a:fld>
            <a:endParaRPr lang="he-IL"/>
          </a:p>
        </p:txBody>
      </p:sp>
    </p:spTree>
    <p:extLst>
      <p:ext uri="{BB962C8B-B14F-4D97-AF65-F5344CB8AC3E}">
        <p14:creationId xmlns:p14="http://schemas.microsoft.com/office/powerpoint/2010/main" val="3181095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F0A55-0BB8-49C1-DCBA-03F1FF5C6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F324AE-85FF-DA3B-976D-DC72BD66C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D175E1-306A-CD6C-5DED-1F77576057D2}"/>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AECAE2F5-0F06-BDF6-1773-D4ED4BE74001}"/>
              </a:ext>
            </a:extLst>
          </p:cNvPr>
          <p:cNvSpPr>
            <a:spLocks noGrp="1"/>
          </p:cNvSpPr>
          <p:nvPr>
            <p:ph type="sldNum" sz="quarter" idx="5"/>
          </p:nvPr>
        </p:nvSpPr>
        <p:spPr/>
        <p:txBody>
          <a:bodyPr/>
          <a:lstStyle/>
          <a:p>
            <a:pPr algn="l" rtl="0"/>
            <a:fld id="{83AC302B-4C64-43FE-B40A-F90B7E4EEE17}" type="slidenum">
              <a:rPr lang="he-IL" smtClean="0"/>
              <a:t>14</a:t>
            </a:fld>
            <a:endParaRPr lang="he-IL"/>
          </a:p>
        </p:txBody>
      </p:sp>
    </p:spTree>
    <p:extLst>
      <p:ext uri="{BB962C8B-B14F-4D97-AF65-F5344CB8AC3E}">
        <p14:creationId xmlns:p14="http://schemas.microsoft.com/office/powerpoint/2010/main" val="3425988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38043-40D3-5528-4A0F-05B6887DC5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E293D-5DB3-13AC-FE5D-85C7E8ABA4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BA921-6DEB-B4C8-C7B9-61C4E5D6F16F}"/>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7F5DDA10-1F37-6A11-CA88-51D8290EF6B1}"/>
              </a:ext>
            </a:extLst>
          </p:cNvPr>
          <p:cNvSpPr>
            <a:spLocks noGrp="1"/>
          </p:cNvSpPr>
          <p:nvPr>
            <p:ph type="sldNum" sz="quarter" idx="5"/>
          </p:nvPr>
        </p:nvSpPr>
        <p:spPr/>
        <p:txBody>
          <a:bodyPr/>
          <a:lstStyle/>
          <a:p>
            <a:pPr algn="l" rtl="0"/>
            <a:fld id="{83AC302B-4C64-43FE-B40A-F90B7E4EEE17}" type="slidenum">
              <a:rPr lang="he-IL" smtClean="0"/>
              <a:t>18</a:t>
            </a:fld>
            <a:endParaRPr lang="he-IL"/>
          </a:p>
        </p:txBody>
      </p:sp>
    </p:spTree>
    <p:extLst>
      <p:ext uri="{BB962C8B-B14F-4D97-AF65-F5344CB8AC3E}">
        <p14:creationId xmlns:p14="http://schemas.microsoft.com/office/powerpoint/2010/main" val="1851014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6A674-3863-6B01-85C9-0DF2599C1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C2EAF5-4A70-50AF-E0CA-9F7077E06A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15D79-5CCD-80FC-16A1-490EE13860A0}"/>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F30A5323-03B6-727D-7D73-B981DE25CDC1}"/>
              </a:ext>
            </a:extLst>
          </p:cNvPr>
          <p:cNvSpPr>
            <a:spLocks noGrp="1"/>
          </p:cNvSpPr>
          <p:nvPr>
            <p:ph type="sldNum" sz="quarter" idx="5"/>
          </p:nvPr>
        </p:nvSpPr>
        <p:spPr/>
        <p:txBody>
          <a:bodyPr/>
          <a:lstStyle/>
          <a:p>
            <a:pPr algn="l" rtl="0"/>
            <a:fld id="{83AC302B-4C64-43FE-B40A-F90B7E4EEE17}" type="slidenum">
              <a:rPr lang="he-IL" smtClean="0"/>
              <a:t>19</a:t>
            </a:fld>
            <a:endParaRPr lang="he-IL"/>
          </a:p>
        </p:txBody>
      </p:sp>
    </p:spTree>
    <p:extLst>
      <p:ext uri="{BB962C8B-B14F-4D97-AF65-F5344CB8AC3E}">
        <p14:creationId xmlns:p14="http://schemas.microsoft.com/office/powerpoint/2010/main" val="3917669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1BCF6-FD84-AFFF-FD42-D27CB828E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14426-8612-75DB-1D56-B54D8A9AE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92662-357B-67A5-5D1A-2F5416526F01}"/>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11758F79-948E-8220-7B0F-FECB050EA7A3}"/>
              </a:ext>
            </a:extLst>
          </p:cNvPr>
          <p:cNvSpPr>
            <a:spLocks noGrp="1"/>
          </p:cNvSpPr>
          <p:nvPr>
            <p:ph type="sldNum" sz="quarter" idx="5"/>
          </p:nvPr>
        </p:nvSpPr>
        <p:spPr/>
        <p:txBody>
          <a:bodyPr/>
          <a:lstStyle/>
          <a:p>
            <a:pPr algn="l" rtl="0"/>
            <a:fld id="{83AC302B-4C64-43FE-B40A-F90B7E4EEE17}" type="slidenum">
              <a:rPr lang="he-IL" smtClean="0"/>
              <a:t>20</a:t>
            </a:fld>
            <a:endParaRPr lang="he-IL"/>
          </a:p>
        </p:txBody>
      </p:sp>
    </p:spTree>
    <p:extLst>
      <p:ext uri="{BB962C8B-B14F-4D97-AF65-F5344CB8AC3E}">
        <p14:creationId xmlns:p14="http://schemas.microsoft.com/office/powerpoint/2010/main" val="1426763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11F6A-ECAA-DBA1-064A-B946975C02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41283-17BB-BED4-FC35-0E12E75592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3795E-A624-E4CC-D589-217CD7886BB2}"/>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E4269ACC-F95C-9EC2-506C-993335F9A4AE}"/>
              </a:ext>
            </a:extLst>
          </p:cNvPr>
          <p:cNvSpPr>
            <a:spLocks noGrp="1"/>
          </p:cNvSpPr>
          <p:nvPr>
            <p:ph type="sldNum" sz="quarter" idx="5"/>
          </p:nvPr>
        </p:nvSpPr>
        <p:spPr/>
        <p:txBody>
          <a:bodyPr/>
          <a:lstStyle/>
          <a:p>
            <a:pPr algn="l" rtl="0"/>
            <a:fld id="{83AC302B-4C64-43FE-B40A-F90B7E4EEE17}" type="slidenum">
              <a:rPr lang="he-IL" smtClean="0"/>
              <a:t>21</a:t>
            </a:fld>
            <a:endParaRPr lang="he-IL"/>
          </a:p>
        </p:txBody>
      </p:sp>
    </p:spTree>
    <p:extLst>
      <p:ext uri="{BB962C8B-B14F-4D97-AF65-F5344CB8AC3E}">
        <p14:creationId xmlns:p14="http://schemas.microsoft.com/office/powerpoint/2010/main" val="4248666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02EBF-5F32-FECC-370C-9011FE61E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B2EAA-91E3-945B-7569-516633820E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0AB6EF-A3CB-E707-37D0-B4EAF8B43CE3}"/>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37CE91AB-725C-A8F8-8BD0-E1923D32CE9C}"/>
              </a:ext>
            </a:extLst>
          </p:cNvPr>
          <p:cNvSpPr>
            <a:spLocks noGrp="1"/>
          </p:cNvSpPr>
          <p:nvPr>
            <p:ph type="sldNum" sz="quarter" idx="5"/>
          </p:nvPr>
        </p:nvSpPr>
        <p:spPr/>
        <p:txBody>
          <a:bodyPr/>
          <a:lstStyle/>
          <a:p>
            <a:pPr algn="l" rtl="0"/>
            <a:fld id="{83AC302B-4C64-43FE-B40A-F90B7E4EEE17}" type="slidenum">
              <a:rPr lang="he-IL" smtClean="0"/>
              <a:t>22</a:t>
            </a:fld>
            <a:endParaRPr lang="he-IL"/>
          </a:p>
        </p:txBody>
      </p:sp>
    </p:spTree>
    <p:extLst>
      <p:ext uri="{BB962C8B-B14F-4D97-AF65-F5344CB8AC3E}">
        <p14:creationId xmlns:p14="http://schemas.microsoft.com/office/powerpoint/2010/main" val="954525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C1303-7512-8790-AF7F-1FBC672F1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8EBD1-646E-CE2B-9797-8435CAB40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D0116-09F6-4B6C-1E9A-BEE8194A182D}"/>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1DAE4230-C247-E957-A0C0-F6BABED6BD2C}"/>
              </a:ext>
            </a:extLst>
          </p:cNvPr>
          <p:cNvSpPr>
            <a:spLocks noGrp="1"/>
          </p:cNvSpPr>
          <p:nvPr>
            <p:ph type="sldNum" sz="quarter" idx="5"/>
          </p:nvPr>
        </p:nvSpPr>
        <p:spPr/>
        <p:txBody>
          <a:bodyPr/>
          <a:lstStyle/>
          <a:p>
            <a:pPr algn="l" rtl="0"/>
            <a:fld id="{83AC302B-4C64-43FE-B40A-F90B7E4EEE17}" type="slidenum">
              <a:rPr lang="he-IL" smtClean="0"/>
              <a:t>23</a:t>
            </a:fld>
            <a:endParaRPr lang="he-IL"/>
          </a:p>
        </p:txBody>
      </p:sp>
    </p:spTree>
    <p:extLst>
      <p:ext uri="{BB962C8B-B14F-4D97-AF65-F5344CB8AC3E}">
        <p14:creationId xmlns:p14="http://schemas.microsoft.com/office/powerpoint/2010/main" val="3040667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CFF14-C44F-5165-EFC9-9C7E5091A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676C8-2D74-2D9D-5F4D-99A58B249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7E761D-9A8E-6260-C68D-62D6CAFC7165}"/>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29F7FF51-30B6-3E1D-5F08-4F8537E29540}"/>
              </a:ext>
            </a:extLst>
          </p:cNvPr>
          <p:cNvSpPr>
            <a:spLocks noGrp="1"/>
          </p:cNvSpPr>
          <p:nvPr>
            <p:ph type="sldNum" sz="quarter" idx="5"/>
          </p:nvPr>
        </p:nvSpPr>
        <p:spPr/>
        <p:txBody>
          <a:bodyPr/>
          <a:lstStyle/>
          <a:p>
            <a:pPr algn="l" rtl="0"/>
            <a:fld id="{83AC302B-4C64-43FE-B40A-F90B7E4EEE17}" type="slidenum">
              <a:rPr lang="he-IL" smtClean="0"/>
              <a:t>25</a:t>
            </a:fld>
            <a:endParaRPr lang="he-IL"/>
          </a:p>
        </p:txBody>
      </p:sp>
    </p:spTree>
    <p:extLst>
      <p:ext uri="{BB962C8B-B14F-4D97-AF65-F5344CB8AC3E}">
        <p14:creationId xmlns:p14="http://schemas.microsoft.com/office/powerpoint/2010/main" val="1777638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he-IL" dirty="0"/>
          </a:p>
        </p:txBody>
      </p:sp>
      <p:sp>
        <p:nvSpPr>
          <p:cNvPr id="4" name="Slide Number Placeholder 3"/>
          <p:cNvSpPr>
            <a:spLocks noGrp="1"/>
          </p:cNvSpPr>
          <p:nvPr>
            <p:ph type="sldNum" sz="quarter" idx="5"/>
          </p:nvPr>
        </p:nvSpPr>
        <p:spPr/>
        <p:txBody>
          <a:bodyPr/>
          <a:lstStyle/>
          <a:p>
            <a:pPr algn="l" rtl="0"/>
            <a:fld id="{83AC302B-4C64-43FE-B40A-F90B7E4EEE17}" type="slidenum">
              <a:rPr lang="he-IL" smtClean="0"/>
              <a:t>31</a:t>
            </a:fld>
            <a:endParaRPr lang="he-IL"/>
          </a:p>
        </p:txBody>
      </p:sp>
    </p:spTree>
    <p:extLst>
      <p:ext uri="{BB962C8B-B14F-4D97-AF65-F5344CB8AC3E}">
        <p14:creationId xmlns:p14="http://schemas.microsoft.com/office/powerpoint/2010/main" val="24807736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he-IL" dirty="0"/>
          </a:p>
        </p:txBody>
      </p:sp>
      <p:sp>
        <p:nvSpPr>
          <p:cNvPr id="4" name="Slide Number Placeholder 3"/>
          <p:cNvSpPr>
            <a:spLocks noGrp="1"/>
          </p:cNvSpPr>
          <p:nvPr>
            <p:ph type="sldNum" sz="quarter" idx="5"/>
          </p:nvPr>
        </p:nvSpPr>
        <p:spPr/>
        <p:txBody>
          <a:bodyPr/>
          <a:lstStyle/>
          <a:p>
            <a:pPr algn="l" rtl="0"/>
            <a:fld id="{83AC302B-4C64-43FE-B40A-F90B7E4EEE17}" type="slidenum">
              <a:rPr lang="he-IL" smtClean="0"/>
              <a:t>33</a:t>
            </a:fld>
            <a:endParaRPr lang="he-IL"/>
          </a:p>
        </p:txBody>
      </p:sp>
    </p:spTree>
    <p:extLst>
      <p:ext uri="{BB962C8B-B14F-4D97-AF65-F5344CB8AC3E}">
        <p14:creationId xmlns:p14="http://schemas.microsoft.com/office/powerpoint/2010/main" val="3350285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1">
    <p:spTree>
      <p:nvGrpSpPr>
        <p:cNvPr id="1" name=""/>
        <p:cNvGrpSpPr/>
        <p:nvPr/>
      </p:nvGrpSpPr>
      <p:grpSpPr>
        <a:xfrm>
          <a:off x="0" y="0"/>
          <a:ext cx="0" cy="0"/>
          <a:chOff x="0" y="0"/>
          <a:chExt cx="0" cy="0"/>
        </a:xfrm>
      </p:grpSpPr>
      <p:cxnSp>
        <p:nvCxnSpPr>
          <p:cNvPr id="9" name="Google Shape;15;p3">
            <a:extLst>
              <a:ext uri="{FF2B5EF4-FFF2-40B4-BE49-F238E27FC236}">
                <a16:creationId xmlns:a16="http://schemas.microsoft.com/office/drawing/2014/main" id="{1353E10B-CCC2-62B1-6DD6-D094A8A562DF}"/>
              </a:ext>
            </a:extLst>
          </p:cNvPr>
          <p:cNvCxnSpPr>
            <a:cxnSpLocks/>
          </p:cNvCxnSpPr>
          <p:nvPr userDrawn="1"/>
        </p:nvCxnSpPr>
        <p:spPr>
          <a:xfrm flipV="1">
            <a:off x="-8633" y="5286308"/>
            <a:ext cx="12192000" cy="9717"/>
          </a:xfrm>
          <a:prstGeom prst="straightConnector1">
            <a:avLst/>
          </a:prstGeom>
          <a:noFill/>
          <a:ln w="12700" cap="flat" cmpd="sng">
            <a:solidFill>
              <a:schemeClr val="bg1">
                <a:lumMod val="25000"/>
              </a:schemeClr>
            </a:solidFill>
            <a:prstDash val="solid"/>
            <a:round/>
            <a:headEnd type="none" w="med" len="med"/>
            <a:tailEnd type="none" w="med" len="med"/>
          </a:ln>
        </p:spPr>
      </p:cxnSp>
      <p:sp>
        <p:nvSpPr>
          <p:cNvPr id="2" name="Title 1">
            <a:extLst>
              <a:ext uri="{FF2B5EF4-FFF2-40B4-BE49-F238E27FC236}">
                <a16:creationId xmlns:a16="http://schemas.microsoft.com/office/drawing/2014/main" id="{9317099D-ED7E-1EBA-0284-7549A37F4B19}"/>
              </a:ext>
            </a:extLst>
          </p:cNvPr>
          <p:cNvSpPr>
            <a:spLocks noGrp="1"/>
          </p:cNvSpPr>
          <p:nvPr>
            <p:ph type="title" hasCustomPrompt="1"/>
          </p:nvPr>
        </p:nvSpPr>
        <p:spPr>
          <a:xfrm>
            <a:off x="1043796" y="2234242"/>
            <a:ext cx="9828777" cy="1665113"/>
          </a:xfrm>
          <a:noFill/>
        </p:spPr>
        <p:txBody>
          <a:bodyPr anchor="b">
            <a:normAutofit/>
          </a:bodyPr>
          <a:lstStyle>
            <a:lvl1pPr>
              <a:defRPr sz="5400" b="1"/>
            </a:lvl1pPr>
          </a:lstStyle>
          <a:p>
            <a:r>
              <a:rPr lang="he-IL" dirty="0"/>
              <a:t>כותרת ראשית</a:t>
            </a:r>
            <a:br>
              <a:rPr lang="he-IL" dirty="0"/>
            </a:br>
            <a:r>
              <a:rPr lang="he-IL" dirty="0"/>
              <a:t>עדיף בשתי שורות באורך שונה</a:t>
            </a:r>
          </a:p>
        </p:txBody>
      </p:sp>
      <p:sp>
        <p:nvSpPr>
          <p:cNvPr id="3" name="Text Placeholder 2">
            <a:extLst>
              <a:ext uri="{FF2B5EF4-FFF2-40B4-BE49-F238E27FC236}">
                <a16:creationId xmlns:a16="http://schemas.microsoft.com/office/drawing/2014/main" id="{09D041A5-5DD1-5930-24E2-D93EE5962022}"/>
              </a:ext>
            </a:extLst>
          </p:cNvPr>
          <p:cNvSpPr>
            <a:spLocks noGrp="1"/>
          </p:cNvSpPr>
          <p:nvPr>
            <p:ph type="body" idx="1" hasCustomPrompt="1"/>
          </p:nvPr>
        </p:nvSpPr>
        <p:spPr>
          <a:xfrm>
            <a:off x="1043796" y="3899355"/>
            <a:ext cx="9828777" cy="357997"/>
          </a:xfrm>
          <a:noFill/>
        </p:spPr>
        <p:txBody>
          <a:bodyPr/>
          <a:lstStyle>
            <a:lvl1pPr marL="0" indent="0">
              <a:buNone/>
              <a:defRPr sz="2400">
                <a:solidFill>
                  <a:schemeClr val="tx1"/>
                </a:solidFill>
                <a:highlight>
                  <a:srgbClr val="A4DCD4"/>
                </a:high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dirty="0"/>
              <a:t>כותרת משנה שיכולה להיות גדולה יותר</a:t>
            </a:r>
            <a:endParaRPr lang="en-US" dirty="0"/>
          </a:p>
        </p:txBody>
      </p:sp>
      <p:sp>
        <p:nvSpPr>
          <p:cNvPr id="6" name="Slide Number Placeholder 5">
            <a:extLst>
              <a:ext uri="{FF2B5EF4-FFF2-40B4-BE49-F238E27FC236}">
                <a16:creationId xmlns:a16="http://schemas.microsoft.com/office/drawing/2014/main" id="{F1B4ABAA-B6BD-D678-78C1-A0521EA0B206}"/>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
        <p:nvSpPr>
          <p:cNvPr id="12" name="Oval 11">
            <a:extLst>
              <a:ext uri="{FF2B5EF4-FFF2-40B4-BE49-F238E27FC236}">
                <a16:creationId xmlns:a16="http://schemas.microsoft.com/office/drawing/2014/main" id="{6E55F7A9-ACF5-D169-A945-9386DF5259C1}"/>
              </a:ext>
            </a:extLst>
          </p:cNvPr>
          <p:cNvSpPr/>
          <p:nvPr userDrawn="1"/>
        </p:nvSpPr>
        <p:spPr>
          <a:xfrm>
            <a:off x="10156580" y="4928311"/>
            <a:ext cx="715993" cy="71599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Tree>
    <p:extLst>
      <p:ext uri="{BB962C8B-B14F-4D97-AF65-F5344CB8AC3E}">
        <p14:creationId xmlns:p14="http://schemas.microsoft.com/office/powerpoint/2010/main" val="561995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7099D-ED7E-1EBA-0284-7549A37F4B19}"/>
              </a:ext>
            </a:extLst>
          </p:cNvPr>
          <p:cNvSpPr>
            <a:spLocks noGrp="1"/>
          </p:cNvSpPr>
          <p:nvPr>
            <p:ph type="title" hasCustomPrompt="1"/>
          </p:nvPr>
        </p:nvSpPr>
        <p:spPr>
          <a:xfrm>
            <a:off x="1181612" y="3503436"/>
            <a:ext cx="9828777" cy="1198173"/>
          </a:xfrm>
          <a:noFill/>
        </p:spPr>
        <p:txBody>
          <a:bodyPr anchor="b">
            <a:normAutofit/>
          </a:bodyPr>
          <a:lstStyle>
            <a:lvl1pPr algn="ctr">
              <a:defRPr sz="5400" b="1"/>
            </a:lvl1pPr>
          </a:lstStyle>
          <a:p>
            <a:r>
              <a:rPr lang="he-IL" dirty="0"/>
              <a:t>כותרת ראשית</a:t>
            </a:r>
          </a:p>
        </p:txBody>
      </p:sp>
      <p:sp>
        <p:nvSpPr>
          <p:cNvPr id="3" name="Text Placeholder 2">
            <a:extLst>
              <a:ext uri="{FF2B5EF4-FFF2-40B4-BE49-F238E27FC236}">
                <a16:creationId xmlns:a16="http://schemas.microsoft.com/office/drawing/2014/main" id="{09D041A5-5DD1-5930-24E2-D93EE5962022}"/>
              </a:ext>
            </a:extLst>
          </p:cNvPr>
          <p:cNvSpPr>
            <a:spLocks noGrp="1"/>
          </p:cNvSpPr>
          <p:nvPr>
            <p:ph type="body" idx="1" hasCustomPrompt="1"/>
          </p:nvPr>
        </p:nvSpPr>
        <p:spPr>
          <a:xfrm>
            <a:off x="1181612" y="4701609"/>
            <a:ext cx="9828777" cy="357997"/>
          </a:xfrm>
          <a:noFill/>
        </p:spPr>
        <p:txBody>
          <a:bodyPr/>
          <a:lstStyle>
            <a:lvl1pPr marL="0" indent="0" algn="ctr">
              <a:buNone/>
              <a:defRPr sz="2400">
                <a:solidFill>
                  <a:schemeClr val="tx1"/>
                </a:solidFill>
                <a:highlight>
                  <a:srgbClr val="A4DCD4"/>
                </a:high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dirty="0"/>
              <a:t>כותרת משנה שיכולה להיות גדולה יותר</a:t>
            </a:r>
            <a:endParaRPr lang="en-US" dirty="0"/>
          </a:p>
        </p:txBody>
      </p:sp>
      <p:sp>
        <p:nvSpPr>
          <p:cNvPr id="6" name="Slide Number Placeholder 5">
            <a:extLst>
              <a:ext uri="{FF2B5EF4-FFF2-40B4-BE49-F238E27FC236}">
                <a16:creationId xmlns:a16="http://schemas.microsoft.com/office/drawing/2014/main" id="{F1B4ABAA-B6BD-D678-78C1-A0521EA0B206}"/>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cxnSp>
        <p:nvCxnSpPr>
          <p:cNvPr id="4" name="Google Shape;15;p3">
            <a:extLst>
              <a:ext uri="{FF2B5EF4-FFF2-40B4-BE49-F238E27FC236}">
                <a16:creationId xmlns:a16="http://schemas.microsoft.com/office/drawing/2014/main" id="{80ACFBE5-89A3-ACB0-DBB9-09C755C9FA51}"/>
              </a:ext>
            </a:extLst>
          </p:cNvPr>
          <p:cNvCxnSpPr>
            <a:cxnSpLocks/>
          </p:cNvCxnSpPr>
          <p:nvPr userDrawn="1"/>
        </p:nvCxnSpPr>
        <p:spPr>
          <a:xfrm flipV="1">
            <a:off x="-23230" y="1764823"/>
            <a:ext cx="12192000" cy="9717"/>
          </a:xfrm>
          <a:prstGeom prst="straightConnector1">
            <a:avLst/>
          </a:prstGeom>
          <a:noFill/>
          <a:ln w="9525" cap="flat" cmpd="sng">
            <a:solidFill>
              <a:schemeClr val="accent5"/>
            </a:solidFill>
            <a:prstDash val="solid"/>
            <a:round/>
            <a:headEnd type="none" w="med" len="med"/>
            <a:tailEnd type="none" w="med" len="med"/>
          </a:ln>
        </p:spPr>
      </p:cxnSp>
      <p:sp>
        <p:nvSpPr>
          <p:cNvPr id="5" name="Oval 4">
            <a:extLst>
              <a:ext uri="{FF2B5EF4-FFF2-40B4-BE49-F238E27FC236}">
                <a16:creationId xmlns:a16="http://schemas.microsoft.com/office/drawing/2014/main" id="{C5913038-2CF2-05CB-98A9-E3C2D3D1AF76}"/>
              </a:ext>
            </a:extLst>
          </p:cNvPr>
          <p:cNvSpPr/>
          <p:nvPr userDrawn="1"/>
        </p:nvSpPr>
        <p:spPr>
          <a:xfrm>
            <a:off x="4746686" y="415509"/>
            <a:ext cx="2698629" cy="2698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Tree>
    <p:extLst>
      <p:ext uri="{BB962C8B-B14F-4D97-AF65-F5344CB8AC3E}">
        <p14:creationId xmlns:p14="http://schemas.microsoft.com/office/powerpoint/2010/main" val="3764316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ou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9D041A5-5DD1-5930-24E2-D93EE5962022}"/>
              </a:ext>
            </a:extLst>
          </p:cNvPr>
          <p:cNvSpPr>
            <a:spLocks noGrp="1"/>
          </p:cNvSpPr>
          <p:nvPr>
            <p:ph type="body" idx="1" hasCustomPrompt="1"/>
          </p:nvPr>
        </p:nvSpPr>
        <p:spPr>
          <a:xfrm>
            <a:off x="2078964" y="2848514"/>
            <a:ext cx="6331790" cy="1663101"/>
          </a:xfrm>
          <a:noFill/>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dirty="0"/>
              <a:t>כמה מילים עלי</a:t>
            </a:r>
            <a:endParaRPr lang="en-US" dirty="0"/>
          </a:p>
        </p:txBody>
      </p:sp>
      <p:cxnSp>
        <p:nvCxnSpPr>
          <p:cNvPr id="5" name="Google Shape;15;p3">
            <a:extLst>
              <a:ext uri="{FF2B5EF4-FFF2-40B4-BE49-F238E27FC236}">
                <a16:creationId xmlns:a16="http://schemas.microsoft.com/office/drawing/2014/main" id="{0AE71327-A0CF-E63A-8C8B-EC3867D90960}"/>
              </a:ext>
            </a:extLst>
          </p:cNvPr>
          <p:cNvCxnSpPr>
            <a:cxnSpLocks/>
          </p:cNvCxnSpPr>
          <p:nvPr userDrawn="1"/>
        </p:nvCxnSpPr>
        <p:spPr>
          <a:xfrm flipV="1">
            <a:off x="0" y="1610137"/>
            <a:ext cx="12192000" cy="9717"/>
          </a:xfrm>
          <a:prstGeom prst="straightConnector1">
            <a:avLst/>
          </a:prstGeom>
          <a:noFill/>
          <a:ln w="9525" cap="flat" cmpd="sng">
            <a:solidFill>
              <a:schemeClr val="accent5"/>
            </a:solidFill>
            <a:prstDash val="solid"/>
            <a:round/>
            <a:headEnd type="none" w="med" len="med"/>
            <a:tailEnd type="none" w="med" len="med"/>
          </a:ln>
        </p:spPr>
      </p:cxnSp>
      <p:pic>
        <p:nvPicPr>
          <p:cNvPr id="4" name="Google Shape;102;p14">
            <a:extLst>
              <a:ext uri="{FF2B5EF4-FFF2-40B4-BE49-F238E27FC236}">
                <a16:creationId xmlns:a16="http://schemas.microsoft.com/office/drawing/2014/main" id="{FE900777-17A0-2912-5F6E-70BC054E9EC7}"/>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8781691" y="607297"/>
            <a:ext cx="2090882" cy="2090882"/>
          </a:xfrm>
          <a:prstGeom prst="ellipse">
            <a:avLst/>
          </a:prstGeom>
          <a:noFill/>
          <a:ln>
            <a:noFill/>
          </a:ln>
        </p:spPr>
      </p:pic>
      <p:sp>
        <p:nvSpPr>
          <p:cNvPr id="7" name="Text Placeholder 2">
            <a:extLst>
              <a:ext uri="{FF2B5EF4-FFF2-40B4-BE49-F238E27FC236}">
                <a16:creationId xmlns:a16="http://schemas.microsoft.com/office/drawing/2014/main" id="{60C0E8D9-CCF3-7AE7-E113-9E4167C9D9E7}"/>
              </a:ext>
            </a:extLst>
          </p:cNvPr>
          <p:cNvSpPr>
            <a:spLocks noGrp="1"/>
          </p:cNvSpPr>
          <p:nvPr>
            <p:ph type="body" idx="13" hasCustomPrompt="1"/>
          </p:nvPr>
        </p:nvSpPr>
        <p:spPr>
          <a:xfrm>
            <a:off x="2078964" y="4648776"/>
            <a:ext cx="6331790" cy="1198173"/>
          </a:xfrm>
          <a:noFill/>
        </p:spPr>
        <p:txBody>
          <a:bodyPr/>
          <a:lstStyle>
            <a:lvl1pPr marL="0" indent="0" algn="ctr">
              <a:buNone/>
              <a:defRPr sz="2400">
                <a:solidFill>
                  <a:schemeClr val="tx1"/>
                </a:solidFill>
                <a:highlight>
                  <a:srgbClr val="A4DCD4"/>
                </a:high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tifferet.info</a:t>
            </a:r>
          </a:p>
        </p:txBody>
      </p:sp>
      <p:sp>
        <p:nvSpPr>
          <p:cNvPr id="2" name="Title 1">
            <a:extLst>
              <a:ext uri="{FF2B5EF4-FFF2-40B4-BE49-F238E27FC236}">
                <a16:creationId xmlns:a16="http://schemas.microsoft.com/office/drawing/2014/main" id="{9317099D-ED7E-1EBA-0284-7549A37F4B19}"/>
              </a:ext>
            </a:extLst>
          </p:cNvPr>
          <p:cNvSpPr>
            <a:spLocks noGrp="1"/>
          </p:cNvSpPr>
          <p:nvPr>
            <p:ph type="title" hasCustomPrompt="1"/>
          </p:nvPr>
        </p:nvSpPr>
        <p:spPr>
          <a:xfrm>
            <a:off x="3209025" y="828639"/>
            <a:ext cx="5201729" cy="1198173"/>
          </a:xfrm>
          <a:solidFill>
            <a:schemeClr val="bg1"/>
          </a:solidFill>
        </p:spPr>
        <p:txBody>
          <a:bodyPr anchor="b">
            <a:normAutofit/>
          </a:bodyPr>
          <a:lstStyle>
            <a:lvl1pPr>
              <a:defRPr sz="5400" b="1"/>
            </a:lvl1pPr>
          </a:lstStyle>
          <a:p>
            <a:r>
              <a:rPr lang="he-IL" dirty="0"/>
              <a:t>פרופ' סיגל תפארת</a:t>
            </a:r>
          </a:p>
        </p:txBody>
      </p:sp>
      <p:pic>
        <p:nvPicPr>
          <p:cNvPr id="11" name="Graphic 10" descr="World outline">
            <a:extLst>
              <a:ext uri="{FF2B5EF4-FFF2-40B4-BE49-F238E27FC236}">
                <a16:creationId xmlns:a16="http://schemas.microsoft.com/office/drawing/2014/main" id="{EC458B1C-1F86-2461-257C-D71F71B7553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50742" y="4657402"/>
            <a:ext cx="366623" cy="366623"/>
          </a:xfrm>
          <a:prstGeom prst="rect">
            <a:avLst/>
          </a:prstGeom>
        </p:spPr>
      </p:pic>
      <p:sp>
        <p:nvSpPr>
          <p:cNvPr id="6" name="Slide Number Placeholder 5">
            <a:extLst>
              <a:ext uri="{FF2B5EF4-FFF2-40B4-BE49-F238E27FC236}">
                <a16:creationId xmlns:a16="http://schemas.microsoft.com/office/drawing/2014/main" id="{1D541ADA-0900-FCE7-2B5E-C8749392FC74}"/>
              </a:ext>
            </a:extLst>
          </p:cNvPr>
          <p:cNvSpPr>
            <a:spLocks noGrp="1"/>
          </p:cNvSpPr>
          <p:nvPr>
            <p:ph type="sldNum" sz="quarter" idx="12"/>
          </p:nvPr>
        </p:nvSpPr>
        <p:spPr>
          <a:xfrm>
            <a:off x="103517" y="6408274"/>
            <a:ext cx="588034" cy="365125"/>
          </a:xfrm>
          <a:prstGeom prst="rect">
            <a:avLst/>
          </a:prstGeom>
        </p:spPr>
        <p:txBody>
          <a:bodyPr/>
          <a:lstStyle/>
          <a:p>
            <a:fld id="{61BD36B9-D2D7-43AE-A74F-D1C823B74562}" type="slidenum">
              <a:rPr lang="he-IL" smtClean="0"/>
              <a:t>‹#›</a:t>
            </a:fld>
            <a:endParaRPr lang="he-IL"/>
          </a:p>
        </p:txBody>
      </p:sp>
    </p:spTree>
    <p:extLst>
      <p:ext uri="{BB962C8B-B14F-4D97-AF65-F5344CB8AC3E}">
        <p14:creationId xmlns:p14="http://schemas.microsoft.com/office/powerpoint/2010/main" val="3797927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84257F-3B4F-AAFA-012F-8742E9E59F8F}"/>
              </a:ext>
            </a:extLst>
          </p:cNvPr>
          <p:cNvSpPr>
            <a:spLocks noGrp="1"/>
          </p:cNvSpPr>
          <p:nvPr>
            <p:ph idx="1" hasCustomPrompt="1"/>
          </p:nvPr>
        </p:nvSpPr>
        <p:spPr>
          <a:xfrm>
            <a:off x="1181819" y="1745311"/>
            <a:ext cx="9216716" cy="4351338"/>
          </a:xfrm>
          <a:noFill/>
        </p:spPr>
        <p:txBody>
          <a:bodyPr/>
          <a:lstStyle>
            <a:lvl1pPr marL="361950" indent="-361950">
              <a:lnSpc>
                <a:spcPct val="100000"/>
              </a:lnSpc>
              <a:spcBef>
                <a:spcPts val="1200"/>
              </a:spcBef>
              <a:buFont typeface="Wingdings" panose="05000000000000000000" pitchFamily="2" charset="2"/>
              <a:buChar char="¢"/>
              <a:defRPr/>
            </a:lvl1pPr>
            <a:lvl2pPr marL="715963" indent="-354013">
              <a:buFont typeface="Courier New" panose="02070309020205020404" pitchFamily="49" charset="0"/>
              <a:buChar char="o"/>
              <a:defRPr/>
            </a:lvl2pPr>
            <a:lvl3pPr marL="1143000" indent="-228600">
              <a:buFont typeface="Courier New" panose="02070309020205020404" pitchFamily="49" charset="0"/>
              <a:buChar char="o"/>
              <a:defRPr/>
            </a:lvl3pPr>
            <a:lvl4pPr marL="1600200" indent="-228600">
              <a:buFont typeface="Courier New" panose="02070309020205020404" pitchFamily="49" charset="0"/>
              <a:buChar char="o"/>
              <a:defRPr/>
            </a:lvl4pPr>
            <a:lvl5pPr marL="2057400" indent="-228600">
              <a:buFont typeface="Courier New" panose="02070309020205020404" pitchFamily="49" charset="0"/>
              <a:buChar char="o"/>
              <a:defRPr/>
            </a:lvl5pPr>
          </a:lstStyle>
          <a:p>
            <a:pPr lvl="0"/>
            <a:r>
              <a:rPr lang="he-IL" dirty="0"/>
              <a:t>טקסט רמה ראשונה</a:t>
            </a:r>
            <a:endParaRPr lang="en-US" dirty="0"/>
          </a:p>
          <a:p>
            <a:pPr lvl="1"/>
            <a:r>
              <a:rPr lang="he-IL" dirty="0"/>
              <a:t>רמה שנייה</a:t>
            </a:r>
            <a:endParaRPr lang="en-US" dirty="0"/>
          </a:p>
          <a:p>
            <a:pPr lvl="2"/>
            <a:r>
              <a:rPr lang="he-IL" dirty="0"/>
              <a:t>רמה שלישית</a:t>
            </a:r>
            <a:endParaRPr lang="en-US" dirty="0"/>
          </a:p>
        </p:txBody>
      </p:sp>
      <p:cxnSp>
        <p:nvCxnSpPr>
          <p:cNvPr id="7" name="Google Shape;15;p3">
            <a:extLst>
              <a:ext uri="{FF2B5EF4-FFF2-40B4-BE49-F238E27FC236}">
                <a16:creationId xmlns:a16="http://schemas.microsoft.com/office/drawing/2014/main" id="{BF9D1487-1F11-1D49-7868-B49E8B9285D3}"/>
              </a:ext>
            </a:extLst>
          </p:cNvPr>
          <p:cNvCxnSpPr>
            <a:cxnSpLocks/>
          </p:cNvCxnSpPr>
          <p:nvPr userDrawn="1"/>
        </p:nvCxnSpPr>
        <p:spPr>
          <a:xfrm flipV="1">
            <a:off x="0" y="1022230"/>
            <a:ext cx="12192000" cy="9717"/>
          </a:xfrm>
          <a:prstGeom prst="straightConnector1">
            <a:avLst/>
          </a:prstGeom>
          <a:noFill/>
          <a:ln w="9525" cap="flat" cmpd="sng">
            <a:solidFill>
              <a:schemeClr val="accent5"/>
            </a:solidFill>
            <a:prstDash val="solid"/>
            <a:round/>
            <a:headEnd type="none" w="med" len="med"/>
            <a:tailEnd type="none" w="med" len="med"/>
          </a:ln>
        </p:spPr>
      </p:cxnSp>
      <p:sp>
        <p:nvSpPr>
          <p:cNvPr id="8" name="Title 1">
            <a:extLst>
              <a:ext uri="{FF2B5EF4-FFF2-40B4-BE49-F238E27FC236}">
                <a16:creationId xmlns:a16="http://schemas.microsoft.com/office/drawing/2014/main" id="{768E7E5A-541D-A11A-F724-61FB764D59A4}"/>
              </a:ext>
            </a:extLst>
          </p:cNvPr>
          <p:cNvSpPr>
            <a:spLocks noGrp="1"/>
          </p:cNvSpPr>
          <p:nvPr>
            <p:ph type="title" hasCustomPrompt="1"/>
          </p:nvPr>
        </p:nvSpPr>
        <p:spPr>
          <a:xfrm>
            <a:off x="6305908" y="681037"/>
            <a:ext cx="4092627" cy="715993"/>
          </a:xfrm>
          <a:solidFill>
            <a:schemeClr val="bg1"/>
          </a:solidFill>
        </p:spPr>
        <p:txBody>
          <a:bodyPr anchor="b">
            <a:normAutofit/>
          </a:bodyPr>
          <a:lstStyle>
            <a:lvl1pPr>
              <a:defRPr sz="4400" b="1"/>
            </a:lvl1pPr>
          </a:lstStyle>
          <a:p>
            <a:r>
              <a:rPr lang="he-IL" dirty="0"/>
              <a:t>כותרת</a:t>
            </a:r>
          </a:p>
        </p:txBody>
      </p:sp>
      <p:sp>
        <p:nvSpPr>
          <p:cNvPr id="9" name="Oval 8">
            <a:extLst>
              <a:ext uri="{FF2B5EF4-FFF2-40B4-BE49-F238E27FC236}">
                <a16:creationId xmlns:a16="http://schemas.microsoft.com/office/drawing/2014/main" id="{BF73E8B8-C336-A9B9-A7CD-9AB03A06C72A}"/>
              </a:ext>
            </a:extLst>
          </p:cNvPr>
          <p:cNvSpPr/>
          <p:nvPr userDrawn="1"/>
        </p:nvSpPr>
        <p:spPr>
          <a:xfrm>
            <a:off x="10637807" y="673949"/>
            <a:ext cx="715993" cy="71599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2" name="Slide Number Placeholder 5">
            <a:extLst>
              <a:ext uri="{FF2B5EF4-FFF2-40B4-BE49-F238E27FC236}">
                <a16:creationId xmlns:a16="http://schemas.microsoft.com/office/drawing/2014/main" id="{E8102878-2D13-ED86-E71A-9E5AC24DE707}"/>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Tree>
    <p:extLst>
      <p:ext uri="{BB962C8B-B14F-4D97-AF65-F5344CB8AC3E}">
        <p14:creationId xmlns:p14="http://schemas.microsoft.com/office/powerpoint/2010/main" val="1427868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9" name="Google Shape;15;p3">
            <a:extLst>
              <a:ext uri="{FF2B5EF4-FFF2-40B4-BE49-F238E27FC236}">
                <a16:creationId xmlns:a16="http://schemas.microsoft.com/office/drawing/2014/main" id="{1353E10B-CCC2-62B1-6DD6-D094A8A562DF}"/>
              </a:ext>
            </a:extLst>
          </p:cNvPr>
          <p:cNvCxnSpPr>
            <a:cxnSpLocks/>
          </p:cNvCxnSpPr>
          <p:nvPr userDrawn="1"/>
        </p:nvCxnSpPr>
        <p:spPr>
          <a:xfrm flipV="1">
            <a:off x="0" y="3429000"/>
            <a:ext cx="12192000" cy="9717"/>
          </a:xfrm>
          <a:prstGeom prst="straightConnector1">
            <a:avLst/>
          </a:prstGeom>
          <a:noFill/>
          <a:ln w="9525" cap="flat" cmpd="sng">
            <a:solidFill>
              <a:schemeClr val="accent5"/>
            </a:solidFill>
            <a:prstDash val="solid"/>
            <a:round/>
            <a:headEnd type="none" w="med" len="med"/>
            <a:tailEnd type="none" w="med" len="med"/>
          </a:ln>
        </p:spPr>
      </p:cxnSp>
      <p:sp>
        <p:nvSpPr>
          <p:cNvPr id="2" name="Title 1">
            <a:extLst>
              <a:ext uri="{FF2B5EF4-FFF2-40B4-BE49-F238E27FC236}">
                <a16:creationId xmlns:a16="http://schemas.microsoft.com/office/drawing/2014/main" id="{9317099D-ED7E-1EBA-0284-7549A37F4B19}"/>
              </a:ext>
            </a:extLst>
          </p:cNvPr>
          <p:cNvSpPr>
            <a:spLocks noGrp="1"/>
          </p:cNvSpPr>
          <p:nvPr>
            <p:ph type="title" hasCustomPrompt="1"/>
          </p:nvPr>
        </p:nvSpPr>
        <p:spPr>
          <a:xfrm>
            <a:off x="5598542" y="2881321"/>
            <a:ext cx="4092627" cy="880006"/>
          </a:xfrm>
          <a:solidFill>
            <a:schemeClr val="bg1"/>
          </a:solidFill>
        </p:spPr>
        <p:txBody>
          <a:bodyPr anchor="b">
            <a:normAutofit/>
          </a:bodyPr>
          <a:lstStyle>
            <a:lvl1pPr>
              <a:defRPr sz="4400" b="1"/>
            </a:lvl1pPr>
          </a:lstStyle>
          <a:p>
            <a:r>
              <a:rPr lang="he-IL" dirty="0"/>
              <a:t>שקף מעבר</a:t>
            </a:r>
          </a:p>
        </p:txBody>
      </p:sp>
      <p:sp>
        <p:nvSpPr>
          <p:cNvPr id="3" name="Text Placeholder 2">
            <a:extLst>
              <a:ext uri="{FF2B5EF4-FFF2-40B4-BE49-F238E27FC236}">
                <a16:creationId xmlns:a16="http://schemas.microsoft.com/office/drawing/2014/main" id="{09D041A5-5DD1-5930-24E2-D93EE5962022}"/>
              </a:ext>
            </a:extLst>
          </p:cNvPr>
          <p:cNvSpPr>
            <a:spLocks noGrp="1"/>
          </p:cNvSpPr>
          <p:nvPr>
            <p:ph type="body" idx="1" hasCustomPrompt="1"/>
          </p:nvPr>
        </p:nvSpPr>
        <p:spPr>
          <a:xfrm>
            <a:off x="5598542" y="3795838"/>
            <a:ext cx="4092627" cy="508725"/>
          </a:xfrm>
          <a:noFill/>
        </p:spPr>
        <p:txBody>
          <a:bodyPr/>
          <a:lstStyle>
            <a:lvl1pPr marL="0" indent="0">
              <a:buNone/>
              <a:defRPr sz="2400">
                <a:solidFill>
                  <a:schemeClr val="tx1"/>
                </a:solidFill>
                <a:highlight>
                  <a:srgbClr val="A4DCD4"/>
                </a:high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dirty="0"/>
              <a:t>כותרת משנה</a:t>
            </a:r>
            <a:endParaRPr lang="en-US" dirty="0"/>
          </a:p>
        </p:txBody>
      </p:sp>
      <p:sp>
        <p:nvSpPr>
          <p:cNvPr id="6" name="Slide Number Placeholder 5">
            <a:extLst>
              <a:ext uri="{FF2B5EF4-FFF2-40B4-BE49-F238E27FC236}">
                <a16:creationId xmlns:a16="http://schemas.microsoft.com/office/drawing/2014/main" id="{F1B4ABAA-B6BD-D678-78C1-A0521EA0B206}"/>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
        <p:nvSpPr>
          <p:cNvPr id="12" name="Oval 11">
            <a:extLst>
              <a:ext uri="{FF2B5EF4-FFF2-40B4-BE49-F238E27FC236}">
                <a16:creationId xmlns:a16="http://schemas.microsoft.com/office/drawing/2014/main" id="{6E55F7A9-ACF5-D169-A945-9386DF5259C1}"/>
              </a:ext>
            </a:extLst>
          </p:cNvPr>
          <p:cNvSpPr/>
          <p:nvPr userDrawn="1"/>
        </p:nvSpPr>
        <p:spPr>
          <a:xfrm>
            <a:off x="10118787" y="3080720"/>
            <a:ext cx="715993" cy="71599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Tree>
    <p:extLst>
      <p:ext uri="{BB962C8B-B14F-4D97-AF65-F5344CB8AC3E}">
        <p14:creationId xmlns:p14="http://schemas.microsoft.com/office/powerpoint/2010/main" val="746004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1">
    <p:spTree>
      <p:nvGrpSpPr>
        <p:cNvPr id="1" name=""/>
        <p:cNvGrpSpPr/>
        <p:nvPr/>
      </p:nvGrpSpPr>
      <p:grpSpPr>
        <a:xfrm>
          <a:off x="0" y="0"/>
          <a:ext cx="0" cy="0"/>
          <a:chOff x="0" y="0"/>
          <a:chExt cx="0" cy="0"/>
        </a:xfrm>
      </p:grpSpPr>
      <p:cxnSp>
        <p:nvCxnSpPr>
          <p:cNvPr id="9" name="Google Shape;15;p3">
            <a:extLst>
              <a:ext uri="{FF2B5EF4-FFF2-40B4-BE49-F238E27FC236}">
                <a16:creationId xmlns:a16="http://schemas.microsoft.com/office/drawing/2014/main" id="{1353E10B-CCC2-62B1-6DD6-D094A8A562DF}"/>
              </a:ext>
            </a:extLst>
          </p:cNvPr>
          <p:cNvCxnSpPr>
            <a:cxnSpLocks/>
          </p:cNvCxnSpPr>
          <p:nvPr userDrawn="1"/>
        </p:nvCxnSpPr>
        <p:spPr>
          <a:xfrm flipV="1">
            <a:off x="0" y="6111815"/>
            <a:ext cx="12192000" cy="9717"/>
          </a:xfrm>
          <a:prstGeom prst="straightConnector1">
            <a:avLst/>
          </a:prstGeom>
          <a:noFill/>
          <a:ln w="9525" cap="flat" cmpd="sng">
            <a:solidFill>
              <a:schemeClr val="accent5"/>
            </a:solidFill>
            <a:prstDash val="solid"/>
            <a:round/>
            <a:headEnd type="none" w="med" len="med"/>
            <a:tailEnd type="none" w="med" len="med"/>
          </a:ln>
        </p:spPr>
      </p:cxnSp>
      <p:sp>
        <p:nvSpPr>
          <p:cNvPr id="6" name="Slide Number Placeholder 5">
            <a:extLst>
              <a:ext uri="{FF2B5EF4-FFF2-40B4-BE49-F238E27FC236}">
                <a16:creationId xmlns:a16="http://schemas.microsoft.com/office/drawing/2014/main" id="{F1B4ABAA-B6BD-D678-78C1-A0521EA0B206}"/>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
        <p:nvSpPr>
          <p:cNvPr id="12" name="Oval 11">
            <a:extLst>
              <a:ext uri="{FF2B5EF4-FFF2-40B4-BE49-F238E27FC236}">
                <a16:creationId xmlns:a16="http://schemas.microsoft.com/office/drawing/2014/main" id="{6E55F7A9-ACF5-D169-A945-9386DF5259C1}"/>
              </a:ext>
            </a:extLst>
          </p:cNvPr>
          <p:cNvSpPr/>
          <p:nvPr userDrawn="1"/>
        </p:nvSpPr>
        <p:spPr>
          <a:xfrm>
            <a:off x="5738004" y="5753818"/>
            <a:ext cx="715993" cy="71599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Tree>
    <p:extLst>
      <p:ext uri="{BB962C8B-B14F-4D97-AF65-F5344CB8AC3E}">
        <p14:creationId xmlns:p14="http://schemas.microsoft.com/office/powerpoint/2010/main" val="2893642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ig icon">
    <p:spTree>
      <p:nvGrpSpPr>
        <p:cNvPr id="1" name=""/>
        <p:cNvGrpSpPr/>
        <p:nvPr/>
      </p:nvGrpSpPr>
      <p:grpSpPr>
        <a:xfrm>
          <a:off x="0" y="0"/>
          <a:ext cx="0" cy="0"/>
          <a:chOff x="0" y="0"/>
          <a:chExt cx="0" cy="0"/>
        </a:xfrm>
      </p:grpSpPr>
      <p:cxnSp>
        <p:nvCxnSpPr>
          <p:cNvPr id="9" name="Google Shape;15;p3">
            <a:extLst>
              <a:ext uri="{FF2B5EF4-FFF2-40B4-BE49-F238E27FC236}">
                <a16:creationId xmlns:a16="http://schemas.microsoft.com/office/drawing/2014/main" id="{1353E10B-CCC2-62B1-6DD6-D094A8A562DF}"/>
              </a:ext>
            </a:extLst>
          </p:cNvPr>
          <p:cNvCxnSpPr>
            <a:cxnSpLocks/>
          </p:cNvCxnSpPr>
          <p:nvPr userDrawn="1"/>
        </p:nvCxnSpPr>
        <p:spPr>
          <a:xfrm flipV="1">
            <a:off x="-163902" y="2316911"/>
            <a:ext cx="12192000" cy="9717"/>
          </a:xfrm>
          <a:prstGeom prst="straightConnector1">
            <a:avLst/>
          </a:prstGeom>
          <a:noFill/>
          <a:ln w="9525" cap="flat" cmpd="sng">
            <a:solidFill>
              <a:schemeClr val="accent5"/>
            </a:solidFill>
            <a:prstDash val="solid"/>
            <a:round/>
            <a:headEnd type="none" w="med" len="med"/>
            <a:tailEnd type="none" w="med" len="med"/>
          </a:ln>
        </p:spPr>
      </p:cxnSp>
      <p:sp>
        <p:nvSpPr>
          <p:cNvPr id="6" name="Slide Number Placeholder 5">
            <a:extLst>
              <a:ext uri="{FF2B5EF4-FFF2-40B4-BE49-F238E27FC236}">
                <a16:creationId xmlns:a16="http://schemas.microsoft.com/office/drawing/2014/main" id="{F1B4ABAA-B6BD-D678-78C1-A0521EA0B206}"/>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
        <p:nvSpPr>
          <p:cNvPr id="12" name="Oval 11">
            <a:extLst>
              <a:ext uri="{FF2B5EF4-FFF2-40B4-BE49-F238E27FC236}">
                <a16:creationId xmlns:a16="http://schemas.microsoft.com/office/drawing/2014/main" id="{6E55F7A9-ACF5-D169-A945-9386DF5259C1}"/>
              </a:ext>
            </a:extLst>
          </p:cNvPr>
          <p:cNvSpPr/>
          <p:nvPr userDrawn="1"/>
        </p:nvSpPr>
        <p:spPr>
          <a:xfrm>
            <a:off x="4746686" y="967597"/>
            <a:ext cx="2698629" cy="2698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2" name="Text Placeholder 2">
            <a:extLst>
              <a:ext uri="{FF2B5EF4-FFF2-40B4-BE49-F238E27FC236}">
                <a16:creationId xmlns:a16="http://schemas.microsoft.com/office/drawing/2014/main" id="{D2B5ABE2-7CC0-0F04-0A8C-EE7FC37B431B}"/>
              </a:ext>
            </a:extLst>
          </p:cNvPr>
          <p:cNvSpPr>
            <a:spLocks noGrp="1"/>
          </p:cNvSpPr>
          <p:nvPr>
            <p:ph type="body" idx="1" hasCustomPrompt="1"/>
          </p:nvPr>
        </p:nvSpPr>
        <p:spPr>
          <a:xfrm>
            <a:off x="4049687" y="3795838"/>
            <a:ext cx="4092627" cy="810668"/>
          </a:xfrm>
          <a:noFill/>
        </p:spPr>
        <p:txBody>
          <a:bodyPr>
            <a:noAutofit/>
          </a:bodyPr>
          <a:lstStyle>
            <a:lvl1pPr marL="0" indent="0" algn="ctr">
              <a:buNone/>
              <a:defRPr sz="4000" b="1">
                <a:solidFill>
                  <a:schemeClr val="tx1"/>
                </a:solidFill>
                <a:highlight>
                  <a:srgbClr val="A4DCD4"/>
                </a:high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dirty="0"/>
              <a:t>רעיון חשוב</a:t>
            </a:r>
            <a:endParaRPr lang="en-US" dirty="0"/>
          </a:p>
        </p:txBody>
      </p:sp>
      <p:sp>
        <p:nvSpPr>
          <p:cNvPr id="3" name="Text Placeholder 2">
            <a:extLst>
              <a:ext uri="{FF2B5EF4-FFF2-40B4-BE49-F238E27FC236}">
                <a16:creationId xmlns:a16="http://schemas.microsoft.com/office/drawing/2014/main" id="{045A11C6-E0CD-4F90-F7F9-6E3839440CDE}"/>
              </a:ext>
            </a:extLst>
          </p:cNvPr>
          <p:cNvSpPr>
            <a:spLocks noGrp="1"/>
          </p:cNvSpPr>
          <p:nvPr>
            <p:ph type="body" idx="13" hasCustomPrompt="1"/>
          </p:nvPr>
        </p:nvSpPr>
        <p:spPr>
          <a:xfrm>
            <a:off x="3562709" y="4626711"/>
            <a:ext cx="5080959" cy="730293"/>
          </a:xfrm>
          <a:noFill/>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dirty="0"/>
              <a:t>וטקסט הסבר מתחת, בכמה משפטים</a:t>
            </a:r>
            <a:endParaRPr lang="en-US" dirty="0"/>
          </a:p>
        </p:txBody>
      </p:sp>
    </p:spTree>
    <p:extLst>
      <p:ext uri="{BB962C8B-B14F-4D97-AF65-F5344CB8AC3E}">
        <p14:creationId xmlns:p14="http://schemas.microsoft.com/office/powerpoint/2010/main" val="4046867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1B4ABAA-B6BD-D678-78C1-A0521EA0B206}"/>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
        <p:nvSpPr>
          <p:cNvPr id="2" name="Text Placeholder 2">
            <a:extLst>
              <a:ext uri="{FF2B5EF4-FFF2-40B4-BE49-F238E27FC236}">
                <a16:creationId xmlns:a16="http://schemas.microsoft.com/office/drawing/2014/main" id="{C1F64429-9620-9998-F834-AE4FA867DA2D}"/>
              </a:ext>
            </a:extLst>
          </p:cNvPr>
          <p:cNvSpPr>
            <a:spLocks noGrp="1"/>
          </p:cNvSpPr>
          <p:nvPr>
            <p:ph type="body" idx="1" hasCustomPrompt="1"/>
          </p:nvPr>
        </p:nvSpPr>
        <p:spPr>
          <a:xfrm>
            <a:off x="4049687" y="6145119"/>
            <a:ext cx="4092627" cy="508725"/>
          </a:xfrm>
        </p:spPr>
        <p:txBody>
          <a:bodyPr/>
          <a:lstStyle>
            <a:lvl1pPr marL="0" indent="0" algn="ctr">
              <a:buNone/>
              <a:defRPr sz="2400">
                <a:solidFill>
                  <a:schemeClr val="tx1"/>
                </a:solidFill>
                <a:highlight>
                  <a:srgbClr val="A4DCD4"/>
                </a:high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dirty="0"/>
              <a:t>טקסט לרשום מעל תמונה</a:t>
            </a:r>
            <a:endParaRPr lang="en-US" dirty="0"/>
          </a:p>
        </p:txBody>
      </p:sp>
    </p:spTree>
    <p:extLst>
      <p:ext uri="{BB962C8B-B14F-4D97-AF65-F5344CB8AC3E}">
        <p14:creationId xmlns:p14="http://schemas.microsoft.com/office/powerpoint/2010/main" val="458691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circle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088FBC-DF55-D72D-9CC6-7D660C35E3C8}"/>
              </a:ext>
            </a:extLst>
          </p:cNvPr>
          <p:cNvSpPr>
            <a:spLocks noGrp="1"/>
          </p:cNvSpPr>
          <p:nvPr>
            <p:ph sz="half" idx="1" hasCustomPrompt="1"/>
          </p:nvPr>
        </p:nvSpPr>
        <p:spPr>
          <a:xfrm>
            <a:off x="838200" y="1825625"/>
            <a:ext cx="6554638" cy="4351338"/>
          </a:xfrm>
        </p:spPr>
        <p:txBody>
          <a:bodyPr/>
          <a:lstStyle/>
          <a:p>
            <a:pPr lvl="0"/>
            <a:r>
              <a:rPr lang="he-IL" dirty="0"/>
              <a:t>להוסיף תמונה בצד, ללחוץ על </a:t>
            </a:r>
            <a:r>
              <a:rPr lang="en-US" dirty="0"/>
              <a:t>crop</a:t>
            </a:r>
            <a:r>
              <a:rPr lang="he-IL" dirty="0"/>
              <a:t> כדי להזיז</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7" name="Slide Number Placeholder 6">
            <a:extLst>
              <a:ext uri="{FF2B5EF4-FFF2-40B4-BE49-F238E27FC236}">
                <a16:creationId xmlns:a16="http://schemas.microsoft.com/office/drawing/2014/main" id="{28859DDF-5383-BE9E-FD29-A109C0145E83}"/>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
        <p:nvSpPr>
          <p:cNvPr id="11" name="Picture Placeholder 10">
            <a:extLst>
              <a:ext uri="{FF2B5EF4-FFF2-40B4-BE49-F238E27FC236}">
                <a16:creationId xmlns:a16="http://schemas.microsoft.com/office/drawing/2014/main" id="{F1DAC33D-217D-D48F-6F18-A564B88C994D}"/>
              </a:ext>
            </a:extLst>
          </p:cNvPr>
          <p:cNvSpPr>
            <a:spLocks noGrp="1"/>
          </p:cNvSpPr>
          <p:nvPr>
            <p:ph type="pic" sz="quarter" idx="13"/>
          </p:nvPr>
        </p:nvSpPr>
        <p:spPr>
          <a:xfrm>
            <a:off x="7548113" y="2099335"/>
            <a:ext cx="3805687" cy="3803769"/>
          </a:xfrm>
          <a:prstGeom prst="ellipse">
            <a:avLst/>
          </a:prstGeom>
        </p:spPr>
        <p:txBody>
          <a:bodyPr/>
          <a:lstStyle/>
          <a:p>
            <a:r>
              <a:rPr lang="en-US"/>
              <a:t>Click icon to add picture</a:t>
            </a:r>
            <a:endParaRPr lang="he-IL"/>
          </a:p>
        </p:txBody>
      </p:sp>
      <p:cxnSp>
        <p:nvCxnSpPr>
          <p:cNvPr id="4" name="Google Shape;15;p3">
            <a:extLst>
              <a:ext uri="{FF2B5EF4-FFF2-40B4-BE49-F238E27FC236}">
                <a16:creationId xmlns:a16="http://schemas.microsoft.com/office/drawing/2014/main" id="{74291580-EF29-D004-6694-8528D3A2E4B7}"/>
              </a:ext>
            </a:extLst>
          </p:cNvPr>
          <p:cNvCxnSpPr>
            <a:cxnSpLocks/>
          </p:cNvCxnSpPr>
          <p:nvPr userDrawn="1"/>
        </p:nvCxnSpPr>
        <p:spPr>
          <a:xfrm flipV="1">
            <a:off x="0" y="1022230"/>
            <a:ext cx="12192000" cy="9717"/>
          </a:xfrm>
          <a:prstGeom prst="straightConnector1">
            <a:avLst/>
          </a:prstGeom>
          <a:noFill/>
          <a:ln w="9525" cap="flat" cmpd="sng">
            <a:solidFill>
              <a:schemeClr val="accent5"/>
            </a:solidFill>
            <a:prstDash val="solid"/>
            <a:round/>
            <a:headEnd type="none" w="med" len="med"/>
            <a:tailEnd type="none" w="med" len="med"/>
          </a:ln>
        </p:spPr>
      </p:cxnSp>
      <p:sp>
        <p:nvSpPr>
          <p:cNvPr id="5" name="Title 1">
            <a:extLst>
              <a:ext uri="{FF2B5EF4-FFF2-40B4-BE49-F238E27FC236}">
                <a16:creationId xmlns:a16="http://schemas.microsoft.com/office/drawing/2014/main" id="{D7409339-0914-F766-859C-BFD5466AB695}"/>
              </a:ext>
            </a:extLst>
          </p:cNvPr>
          <p:cNvSpPr>
            <a:spLocks noGrp="1"/>
          </p:cNvSpPr>
          <p:nvPr>
            <p:ph type="title" hasCustomPrompt="1"/>
          </p:nvPr>
        </p:nvSpPr>
        <p:spPr>
          <a:xfrm>
            <a:off x="6305908" y="681037"/>
            <a:ext cx="4092627" cy="715993"/>
          </a:xfrm>
          <a:solidFill>
            <a:schemeClr val="bg1"/>
          </a:solidFill>
        </p:spPr>
        <p:txBody>
          <a:bodyPr anchor="b">
            <a:normAutofit/>
          </a:bodyPr>
          <a:lstStyle>
            <a:lvl1pPr>
              <a:defRPr sz="4400" b="1"/>
            </a:lvl1pPr>
          </a:lstStyle>
          <a:p>
            <a:r>
              <a:rPr lang="he-IL" dirty="0"/>
              <a:t>כותרת</a:t>
            </a:r>
          </a:p>
        </p:txBody>
      </p:sp>
      <p:sp>
        <p:nvSpPr>
          <p:cNvPr id="6" name="Oval 5">
            <a:extLst>
              <a:ext uri="{FF2B5EF4-FFF2-40B4-BE49-F238E27FC236}">
                <a16:creationId xmlns:a16="http://schemas.microsoft.com/office/drawing/2014/main" id="{B4EFD13B-167F-8B18-756C-C7E64131096B}"/>
              </a:ext>
            </a:extLst>
          </p:cNvPr>
          <p:cNvSpPr/>
          <p:nvPr userDrawn="1"/>
        </p:nvSpPr>
        <p:spPr>
          <a:xfrm>
            <a:off x="10637807" y="673949"/>
            <a:ext cx="715993" cy="71599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Tree>
    <p:extLst>
      <p:ext uri="{BB962C8B-B14F-4D97-AF65-F5344CB8AC3E}">
        <p14:creationId xmlns:p14="http://schemas.microsoft.com/office/powerpoint/2010/main" val="3111309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c photo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413D6-FE13-0239-D0AA-60E4E1D9BD81}"/>
              </a:ext>
            </a:extLst>
          </p:cNvPr>
          <p:cNvSpPr>
            <a:spLocks noGrp="1"/>
          </p:cNvSpPr>
          <p:nvPr>
            <p:ph type="title"/>
          </p:nvPr>
        </p:nvSpPr>
        <p:spPr>
          <a:xfrm>
            <a:off x="838200" y="365125"/>
            <a:ext cx="6554638" cy="1325563"/>
          </a:xfrm>
        </p:spPr>
        <p:txBody>
          <a:bodyPr/>
          <a:lstStyle/>
          <a:p>
            <a:r>
              <a:rPr lang="en-US"/>
              <a:t>Click to edit Master title style</a:t>
            </a:r>
            <a:endParaRPr lang="he-IL" dirty="0"/>
          </a:p>
        </p:txBody>
      </p:sp>
      <p:sp>
        <p:nvSpPr>
          <p:cNvPr id="3" name="Content Placeholder 2">
            <a:extLst>
              <a:ext uri="{FF2B5EF4-FFF2-40B4-BE49-F238E27FC236}">
                <a16:creationId xmlns:a16="http://schemas.microsoft.com/office/drawing/2014/main" id="{66088FBC-DF55-D72D-9CC6-7D660C35E3C8}"/>
              </a:ext>
            </a:extLst>
          </p:cNvPr>
          <p:cNvSpPr>
            <a:spLocks noGrp="1"/>
          </p:cNvSpPr>
          <p:nvPr>
            <p:ph sz="half" idx="1" hasCustomPrompt="1"/>
          </p:nvPr>
        </p:nvSpPr>
        <p:spPr>
          <a:xfrm>
            <a:off x="838200" y="1825625"/>
            <a:ext cx="6554638" cy="4351338"/>
          </a:xfrm>
        </p:spPr>
        <p:txBody>
          <a:bodyPr/>
          <a:lstStyle/>
          <a:p>
            <a:pPr lvl="0"/>
            <a:r>
              <a:rPr lang="he-IL" dirty="0"/>
              <a:t>להוסיף תמונה בצד, ללחוץ על </a:t>
            </a:r>
            <a:r>
              <a:rPr lang="en-US" dirty="0"/>
              <a:t>crop</a:t>
            </a:r>
            <a:r>
              <a:rPr lang="he-IL" dirty="0"/>
              <a:t> כדי להזיז</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7" name="Slide Number Placeholder 6">
            <a:extLst>
              <a:ext uri="{FF2B5EF4-FFF2-40B4-BE49-F238E27FC236}">
                <a16:creationId xmlns:a16="http://schemas.microsoft.com/office/drawing/2014/main" id="{28859DDF-5383-BE9E-FD29-A109C0145E83}"/>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
        <p:nvSpPr>
          <p:cNvPr id="5" name="Picture Placeholder 4">
            <a:extLst>
              <a:ext uri="{FF2B5EF4-FFF2-40B4-BE49-F238E27FC236}">
                <a16:creationId xmlns:a16="http://schemas.microsoft.com/office/drawing/2014/main" id="{AFFD9967-0345-0E60-A9F1-C2D4CED9E822}"/>
              </a:ext>
            </a:extLst>
          </p:cNvPr>
          <p:cNvSpPr>
            <a:spLocks noGrp="1"/>
          </p:cNvSpPr>
          <p:nvPr>
            <p:ph type="pic" sz="quarter" idx="13"/>
          </p:nvPr>
        </p:nvSpPr>
        <p:spPr>
          <a:xfrm>
            <a:off x="7566025" y="0"/>
            <a:ext cx="4625975" cy="6858000"/>
          </a:xfrm>
        </p:spPr>
        <p:txBody>
          <a:bodyPr/>
          <a:lstStyle/>
          <a:p>
            <a:r>
              <a:rPr lang="en-US"/>
              <a:t>Click icon to add picture</a:t>
            </a:r>
            <a:endParaRPr lang="he-IL"/>
          </a:p>
        </p:txBody>
      </p:sp>
    </p:spTree>
    <p:extLst>
      <p:ext uri="{BB962C8B-B14F-4D97-AF65-F5344CB8AC3E}">
        <p14:creationId xmlns:p14="http://schemas.microsoft.com/office/powerpoint/2010/main" val="331963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ft circle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413D6-FE13-0239-D0AA-60E4E1D9BD8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66088FBC-DF55-D72D-9CC6-7D660C35E3C8}"/>
              </a:ext>
            </a:extLst>
          </p:cNvPr>
          <p:cNvSpPr>
            <a:spLocks noGrp="1"/>
          </p:cNvSpPr>
          <p:nvPr>
            <p:ph sz="half" idx="1" hasCustomPrompt="1"/>
          </p:nvPr>
        </p:nvSpPr>
        <p:spPr>
          <a:xfrm>
            <a:off x="4799162" y="2048144"/>
            <a:ext cx="6554638" cy="4351338"/>
          </a:xfrm>
        </p:spPr>
        <p:txBody>
          <a:bodyPr/>
          <a:lstStyle/>
          <a:p>
            <a:pPr lvl="0"/>
            <a:r>
              <a:rPr lang="he-IL" dirty="0"/>
              <a:t>להוסיף תמונה בצד, ללחוץ על </a:t>
            </a:r>
            <a:r>
              <a:rPr lang="en-US" dirty="0"/>
              <a:t>crop</a:t>
            </a:r>
            <a:r>
              <a:rPr lang="he-IL" dirty="0"/>
              <a:t> כדי להזיז</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7" name="Slide Number Placeholder 6">
            <a:extLst>
              <a:ext uri="{FF2B5EF4-FFF2-40B4-BE49-F238E27FC236}">
                <a16:creationId xmlns:a16="http://schemas.microsoft.com/office/drawing/2014/main" id="{28859DDF-5383-BE9E-FD29-A109C0145E83}"/>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
        <p:nvSpPr>
          <p:cNvPr id="11" name="Picture Placeholder 10">
            <a:extLst>
              <a:ext uri="{FF2B5EF4-FFF2-40B4-BE49-F238E27FC236}">
                <a16:creationId xmlns:a16="http://schemas.microsoft.com/office/drawing/2014/main" id="{F1DAC33D-217D-D48F-6F18-A564B88C994D}"/>
              </a:ext>
            </a:extLst>
          </p:cNvPr>
          <p:cNvSpPr>
            <a:spLocks noGrp="1"/>
          </p:cNvSpPr>
          <p:nvPr>
            <p:ph type="pic" sz="quarter" idx="13"/>
          </p:nvPr>
        </p:nvSpPr>
        <p:spPr>
          <a:xfrm>
            <a:off x="813759" y="2214383"/>
            <a:ext cx="3863196" cy="3861249"/>
          </a:xfrm>
          <a:prstGeom prst="ellipse">
            <a:avLst/>
          </a:prstGeom>
        </p:spPr>
        <p:txBody>
          <a:bodyPr/>
          <a:lstStyle/>
          <a:p>
            <a:r>
              <a:rPr lang="en-US"/>
              <a:t>Click icon to add picture</a:t>
            </a:r>
            <a:endParaRPr lang="he-IL"/>
          </a:p>
        </p:txBody>
      </p:sp>
    </p:spTree>
    <p:extLst>
      <p:ext uri="{BB962C8B-B14F-4D97-AF65-F5344CB8AC3E}">
        <p14:creationId xmlns:p14="http://schemas.microsoft.com/office/powerpoint/2010/main" val="520361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rcle photo">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E13D83-28AD-9804-795C-8B88BEA098B7}"/>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Tree>
    <p:extLst>
      <p:ext uri="{BB962C8B-B14F-4D97-AF65-F5344CB8AC3E}">
        <p14:creationId xmlns:p14="http://schemas.microsoft.com/office/powerpoint/2010/main" val="38912535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cxnSp>
        <p:nvCxnSpPr>
          <p:cNvPr id="4" name="Google Shape;15;p3">
            <a:extLst>
              <a:ext uri="{FF2B5EF4-FFF2-40B4-BE49-F238E27FC236}">
                <a16:creationId xmlns:a16="http://schemas.microsoft.com/office/drawing/2014/main" id="{ECB6A0FC-E171-FF5F-B95D-47B14CD4F25F}"/>
              </a:ext>
            </a:extLst>
          </p:cNvPr>
          <p:cNvCxnSpPr>
            <a:cxnSpLocks/>
            <a:endCxn id="12" idx="4"/>
          </p:cNvCxnSpPr>
          <p:nvPr userDrawn="1"/>
        </p:nvCxnSpPr>
        <p:spPr>
          <a:xfrm flipV="1">
            <a:off x="6096000" y="5358094"/>
            <a:ext cx="0" cy="1499906"/>
          </a:xfrm>
          <a:prstGeom prst="straightConnector1">
            <a:avLst/>
          </a:prstGeom>
          <a:noFill/>
          <a:ln w="9525" cap="flat" cmpd="sng">
            <a:solidFill>
              <a:schemeClr val="accent5"/>
            </a:solidFill>
            <a:prstDash val="solid"/>
            <a:round/>
            <a:headEnd type="none" w="med" len="med"/>
            <a:tailEnd type="none" w="med" len="med"/>
          </a:ln>
        </p:spPr>
      </p:cxnSp>
      <p:sp>
        <p:nvSpPr>
          <p:cNvPr id="2" name="Title 1">
            <a:extLst>
              <a:ext uri="{FF2B5EF4-FFF2-40B4-BE49-F238E27FC236}">
                <a16:creationId xmlns:a16="http://schemas.microsoft.com/office/drawing/2014/main" id="{9317099D-ED7E-1EBA-0284-7549A37F4B19}"/>
              </a:ext>
            </a:extLst>
          </p:cNvPr>
          <p:cNvSpPr>
            <a:spLocks noGrp="1"/>
          </p:cNvSpPr>
          <p:nvPr>
            <p:ph type="title" hasCustomPrompt="1"/>
          </p:nvPr>
        </p:nvSpPr>
        <p:spPr>
          <a:xfrm>
            <a:off x="3083524" y="1371600"/>
            <a:ext cx="6024952" cy="2889849"/>
          </a:xfrm>
          <a:noFill/>
        </p:spPr>
        <p:txBody>
          <a:bodyPr anchor="ctr">
            <a:normAutofit/>
          </a:bodyPr>
          <a:lstStyle>
            <a:lvl1pPr algn="ctr">
              <a:defRPr sz="4800" b="0" i="1"/>
            </a:lvl1pPr>
          </a:lstStyle>
          <a:p>
            <a:r>
              <a:rPr lang="he-IL" dirty="0"/>
              <a:t>כאן אפשר להכניס ציטוט ארוך מתוך טקסט המייצג טענה חשובה</a:t>
            </a:r>
          </a:p>
        </p:txBody>
      </p:sp>
      <p:sp>
        <p:nvSpPr>
          <p:cNvPr id="6" name="Slide Number Placeholder 5">
            <a:extLst>
              <a:ext uri="{FF2B5EF4-FFF2-40B4-BE49-F238E27FC236}">
                <a16:creationId xmlns:a16="http://schemas.microsoft.com/office/drawing/2014/main" id="{F1B4ABAA-B6BD-D678-78C1-A0521EA0B206}"/>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
        <p:nvSpPr>
          <p:cNvPr id="12" name="Oval 11">
            <a:extLst>
              <a:ext uri="{FF2B5EF4-FFF2-40B4-BE49-F238E27FC236}">
                <a16:creationId xmlns:a16="http://schemas.microsoft.com/office/drawing/2014/main" id="{6E55F7A9-ACF5-D169-A945-9386DF5259C1}"/>
              </a:ext>
            </a:extLst>
          </p:cNvPr>
          <p:cNvSpPr/>
          <p:nvPr userDrawn="1"/>
        </p:nvSpPr>
        <p:spPr>
          <a:xfrm>
            <a:off x="5738003" y="4642101"/>
            <a:ext cx="715993" cy="71599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13" name="Google Shape;24;p4">
            <a:extLst>
              <a:ext uri="{FF2B5EF4-FFF2-40B4-BE49-F238E27FC236}">
                <a16:creationId xmlns:a16="http://schemas.microsoft.com/office/drawing/2014/main" id="{336230A0-6EA0-C7BE-401D-043931840DEB}"/>
              </a:ext>
            </a:extLst>
          </p:cNvPr>
          <p:cNvSpPr txBox="1"/>
          <p:nvPr userDrawn="1"/>
        </p:nvSpPr>
        <p:spPr>
          <a:xfrm>
            <a:off x="5117399" y="4723870"/>
            <a:ext cx="19572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600" b="1" dirty="0">
                <a:latin typeface="Lora"/>
                <a:ea typeface="Lora"/>
                <a:cs typeface="Lora"/>
                <a:sym typeface="Lora"/>
              </a:rPr>
              <a:t>“</a:t>
            </a:r>
            <a:endParaRPr sz="3600" b="1" dirty="0">
              <a:latin typeface="Lora"/>
              <a:ea typeface="Lora"/>
              <a:cs typeface="Lora"/>
              <a:sym typeface="Lora"/>
            </a:endParaRPr>
          </a:p>
        </p:txBody>
      </p:sp>
    </p:spTree>
    <p:extLst>
      <p:ext uri="{BB962C8B-B14F-4D97-AF65-F5344CB8AC3E}">
        <p14:creationId xmlns:p14="http://schemas.microsoft.com/office/powerpoint/2010/main" val="1072064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413D6-FE13-0239-D0AA-60E4E1D9BD8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66088FBC-DF55-D72D-9CC6-7D660C35E3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EE3BEA56-1E35-4535-A9E5-E72F13878F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Tree>
    <p:extLst>
      <p:ext uri="{BB962C8B-B14F-4D97-AF65-F5344CB8AC3E}">
        <p14:creationId xmlns:p14="http://schemas.microsoft.com/office/powerpoint/2010/main" val="2986906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0160B-BA18-25C6-C0F3-80BE4E002849}"/>
              </a:ext>
            </a:extLst>
          </p:cNvPr>
          <p:cNvSpPr>
            <a:spLocks noGrp="1"/>
          </p:cNvSpPr>
          <p:nvPr>
            <p:ph type="title"/>
          </p:nvPr>
        </p:nvSpPr>
        <p:spPr/>
        <p:txBody>
          <a:bodyPr/>
          <a:lstStyle/>
          <a:p>
            <a:r>
              <a:rPr lang="en-US"/>
              <a:t>Click to edit Master title style</a:t>
            </a:r>
            <a:endParaRPr lang="he-IL"/>
          </a:p>
        </p:txBody>
      </p:sp>
      <p:sp>
        <p:nvSpPr>
          <p:cNvPr id="3" name="Slide Number Placeholder 5">
            <a:extLst>
              <a:ext uri="{FF2B5EF4-FFF2-40B4-BE49-F238E27FC236}">
                <a16:creationId xmlns:a16="http://schemas.microsoft.com/office/drawing/2014/main" id="{05E3A1DC-D5EA-87AC-A91C-979D910CB1E5}"/>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Tree>
    <p:extLst>
      <p:ext uri="{BB962C8B-B14F-4D97-AF65-F5344CB8AC3E}">
        <p14:creationId xmlns:p14="http://schemas.microsoft.com/office/powerpoint/2010/main" val="33844356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 FULL">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CDEE4F7-3A50-0265-BA62-324E3CE5F4B6}"/>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Tree>
    <p:extLst>
      <p:ext uri="{BB962C8B-B14F-4D97-AF65-F5344CB8AC3E}">
        <p14:creationId xmlns:p14="http://schemas.microsoft.com/office/powerpoint/2010/main" val="38425113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Abou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9D041A5-5DD1-5930-24E2-D93EE5962022}"/>
              </a:ext>
            </a:extLst>
          </p:cNvPr>
          <p:cNvSpPr>
            <a:spLocks noGrp="1"/>
          </p:cNvSpPr>
          <p:nvPr>
            <p:ph type="body" idx="1" hasCustomPrompt="1"/>
          </p:nvPr>
        </p:nvSpPr>
        <p:spPr>
          <a:xfrm>
            <a:off x="2078964" y="2848514"/>
            <a:ext cx="6331790" cy="1663101"/>
          </a:xfrm>
          <a:noFill/>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dirty="0"/>
              <a:t>כמה מילים עלי</a:t>
            </a:r>
            <a:endParaRPr lang="en-US" dirty="0"/>
          </a:p>
        </p:txBody>
      </p:sp>
      <p:cxnSp>
        <p:nvCxnSpPr>
          <p:cNvPr id="5" name="Google Shape;15;p3">
            <a:extLst>
              <a:ext uri="{FF2B5EF4-FFF2-40B4-BE49-F238E27FC236}">
                <a16:creationId xmlns:a16="http://schemas.microsoft.com/office/drawing/2014/main" id="{0AE71327-A0CF-E63A-8C8B-EC3867D90960}"/>
              </a:ext>
            </a:extLst>
          </p:cNvPr>
          <p:cNvCxnSpPr>
            <a:cxnSpLocks/>
          </p:cNvCxnSpPr>
          <p:nvPr userDrawn="1"/>
        </p:nvCxnSpPr>
        <p:spPr>
          <a:xfrm flipV="1">
            <a:off x="0" y="1610137"/>
            <a:ext cx="12192000" cy="9717"/>
          </a:xfrm>
          <a:prstGeom prst="straightConnector1">
            <a:avLst/>
          </a:prstGeom>
          <a:noFill/>
          <a:ln w="9525" cap="flat" cmpd="sng">
            <a:solidFill>
              <a:schemeClr val="accent5"/>
            </a:solidFill>
            <a:prstDash val="solid"/>
            <a:round/>
            <a:headEnd type="none" w="med" len="med"/>
            <a:tailEnd type="none" w="med" len="med"/>
          </a:ln>
        </p:spPr>
      </p:cxnSp>
      <p:pic>
        <p:nvPicPr>
          <p:cNvPr id="4" name="Google Shape;102;p14">
            <a:extLst>
              <a:ext uri="{FF2B5EF4-FFF2-40B4-BE49-F238E27FC236}">
                <a16:creationId xmlns:a16="http://schemas.microsoft.com/office/drawing/2014/main" id="{FE900777-17A0-2912-5F6E-70BC054E9EC7}"/>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8781691" y="607297"/>
            <a:ext cx="2090882" cy="2090882"/>
          </a:xfrm>
          <a:prstGeom prst="ellipse">
            <a:avLst/>
          </a:prstGeom>
          <a:noFill/>
          <a:ln>
            <a:noFill/>
          </a:ln>
        </p:spPr>
      </p:pic>
      <p:sp>
        <p:nvSpPr>
          <p:cNvPr id="2" name="Title 1">
            <a:extLst>
              <a:ext uri="{FF2B5EF4-FFF2-40B4-BE49-F238E27FC236}">
                <a16:creationId xmlns:a16="http://schemas.microsoft.com/office/drawing/2014/main" id="{9317099D-ED7E-1EBA-0284-7549A37F4B19}"/>
              </a:ext>
            </a:extLst>
          </p:cNvPr>
          <p:cNvSpPr>
            <a:spLocks noGrp="1"/>
          </p:cNvSpPr>
          <p:nvPr>
            <p:ph type="title" hasCustomPrompt="1"/>
          </p:nvPr>
        </p:nvSpPr>
        <p:spPr>
          <a:xfrm>
            <a:off x="3209025" y="828639"/>
            <a:ext cx="5201729" cy="1198173"/>
          </a:xfrm>
          <a:solidFill>
            <a:schemeClr val="bg1"/>
          </a:solidFill>
        </p:spPr>
        <p:txBody>
          <a:bodyPr anchor="b">
            <a:normAutofit/>
          </a:bodyPr>
          <a:lstStyle>
            <a:lvl1pPr>
              <a:defRPr sz="5400" b="1"/>
            </a:lvl1pPr>
          </a:lstStyle>
          <a:p>
            <a:r>
              <a:rPr lang="he-IL" dirty="0"/>
              <a:t>פרופ' סיגל תפארת</a:t>
            </a:r>
          </a:p>
        </p:txBody>
      </p:sp>
      <p:sp>
        <p:nvSpPr>
          <p:cNvPr id="6" name="Slide Number Placeholder 5">
            <a:extLst>
              <a:ext uri="{FF2B5EF4-FFF2-40B4-BE49-F238E27FC236}">
                <a16:creationId xmlns:a16="http://schemas.microsoft.com/office/drawing/2014/main" id="{384A43DA-EF01-362D-186E-B5AB51F8CCA3}"/>
              </a:ext>
            </a:extLst>
          </p:cNvPr>
          <p:cNvSpPr>
            <a:spLocks noGrp="1"/>
          </p:cNvSpPr>
          <p:nvPr>
            <p:ph type="sldNum" sz="quarter" idx="12"/>
          </p:nvPr>
        </p:nvSpPr>
        <p:spPr>
          <a:xfrm>
            <a:off x="103517" y="6399482"/>
            <a:ext cx="588034" cy="365125"/>
          </a:xfrm>
          <a:prstGeom prst="rect">
            <a:avLst/>
          </a:prstGeom>
        </p:spPr>
        <p:txBody>
          <a:bodyPr/>
          <a:lstStyle/>
          <a:p>
            <a:fld id="{61BD36B9-D2D7-43AE-A74F-D1C823B74562}" type="slidenum">
              <a:rPr lang="he-IL" smtClean="0"/>
              <a:t>‹#›</a:t>
            </a:fld>
            <a:endParaRPr lang="he-IL"/>
          </a:p>
        </p:txBody>
      </p:sp>
    </p:spTree>
    <p:extLst>
      <p:ext uri="{BB962C8B-B14F-4D97-AF65-F5344CB8AC3E}">
        <p14:creationId xmlns:p14="http://schemas.microsoft.com/office/powerpoint/2010/main" val="16491918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567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2CA473-9468-A8A0-F860-610F0A94DC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dirty="0"/>
          </a:p>
        </p:txBody>
      </p:sp>
      <p:sp>
        <p:nvSpPr>
          <p:cNvPr id="3" name="Text Placeholder 2">
            <a:extLst>
              <a:ext uri="{FF2B5EF4-FFF2-40B4-BE49-F238E27FC236}">
                <a16:creationId xmlns:a16="http://schemas.microsoft.com/office/drawing/2014/main" id="{7DED1252-3EE3-3412-227E-013D8D7065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e-IL" dirty="0"/>
              <a:t>טקסט</a:t>
            </a:r>
            <a:endParaRPr lang="en-US" dirty="0"/>
          </a:p>
          <a:p>
            <a:pPr lvl="1"/>
            <a:r>
              <a:rPr lang="he-IL" dirty="0"/>
              <a:t> טקסט</a:t>
            </a:r>
            <a:endParaRPr lang="en-US" dirty="0"/>
          </a:p>
          <a:p>
            <a:pPr lvl="2"/>
            <a:r>
              <a:rPr lang="en-US" dirty="0"/>
              <a:t>Third level</a:t>
            </a:r>
          </a:p>
          <a:p>
            <a:pPr lvl="3"/>
            <a:r>
              <a:rPr lang="en-US" dirty="0"/>
              <a:t>Fourth level</a:t>
            </a:r>
          </a:p>
          <a:p>
            <a:pPr lvl="4"/>
            <a:r>
              <a:rPr lang="en-US" dirty="0"/>
              <a:t>Fifth level</a:t>
            </a:r>
            <a:endParaRPr lang="he-IL" dirty="0"/>
          </a:p>
        </p:txBody>
      </p:sp>
      <p:sp>
        <p:nvSpPr>
          <p:cNvPr id="4" name="Slide Number Placeholder 5">
            <a:extLst>
              <a:ext uri="{FF2B5EF4-FFF2-40B4-BE49-F238E27FC236}">
                <a16:creationId xmlns:a16="http://schemas.microsoft.com/office/drawing/2014/main" id="{B7156FE7-9DBA-EF32-CBB9-557FD8E5A487}"/>
              </a:ext>
            </a:extLst>
          </p:cNvPr>
          <p:cNvSpPr>
            <a:spLocks noGrp="1"/>
          </p:cNvSpPr>
          <p:nvPr>
            <p:ph type="sldNum" sz="quarter" idx="4"/>
          </p:nvPr>
        </p:nvSpPr>
        <p:spPr>
          <a:xfrm>
            <a:off x="103517" y="6399482"/>
            <a:ext cx="588034" cy="365125"/>
          </a:xfrm>
          <a:prstGeom prst="rect">
            <a:avLst/>
          </a:prstGeom>
        </p:spPr>
        <p:txBody>
          <a:bodyPr/>
          <a:lstStyle/>
          <a:p>
            <a:fld id="{61BD36B9-D2D7-43AE-A74F-D1C823B74562}" type="slidenum">
              <a:rPr lang="he-IL" smtClean="0"/>
              <a:t>‹#›</a:t>
            </a:fld>
            <a:endParaRPr lang="he-IL"/>
          </a:p>
        </p:txBody>
      </p:sp>
    </p:spTree>
    <p:extLst>
      <p:ext uri="{BB962C8B-B14F-4D97-AF65-F5344CB8AC3E}">
        <p14:creationId xmlns:p14="http://schemas.microsoft.com/office/powerpoint/2010/main" val="1987470927"/>
      </p:ext>
    </p:extLst>
  </p:cSld>
  <p:clrMap bg1="lt1" tx1="dk1" bg2="lt2" tx2="dk2" accent1="accent1" accent2="accent2" accent3="accent3" accent4="accent4" accent5="accent5" accent6="accent6" hlink="hlink" folHlink="folHlink"/>
  <p:sldLayoutIdLst>
    <p:sldLayoutId id="2147483656" r:id="rId1"/>
    <p:sldLayoutId id="2147483664" r:id="rId2"/>
    <p:sldLayoutId id="2147483663" r:id="rId3"/>
    <p:sldLayoutId id="2147483650" r:id="rId4"/>
    <p:sldLayoutId id="2147483651" r:id="rId5"/>
    <p:sldLayoutId id="2147483659" r:id="rId6"/>
    <p:sldLayoutId id="2147483661" r:id="rId7"/>
    <p:sldLayoutId id="2147483660" r:id="rId8"/>
    <p:sldLayoutId id="2147483652" r:id="rId9"/>
    <p:sldLayoutId id="2147483667" r:id="rId10"/>
    <p:sldLayoutId id="2147483666" r:id="rId11"/>
    <p:sldLayoutId id="2147483662" r:id="rId12"/>
    <p:sldLayoutId id="2147483658" r:id="rId13"/>
    <p:sldLayoutId id="2147483665" r:id="rId14"/>
    <p:sldLayoutId id="2147483654" r:id="rId15"/>
    <p:sldLayoutId id="2147483692" r:id="rId16"/>
    <p:sldLayoutId id="2147483693" r:id="rId17"/>
    <p:sldLayoutId id="2147483695" r:id="rId18"/>
  </p:sldLayoutIdLst>
  <p:hf hdr="0" ftr="0" dt="0"/>
  <p:txStyles>
    <p:titleStyle>
      <a:lvl1pPr algn="r" defTabSz="914400" rtl="1" eaLnBrk="1" latinLnBrk="0"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p:titleStyle>
    <p:bodyStyle>
      <a:lvl1pPr marL="534988" indent="-534988" algn="r" defTabSz="914400" rtl="1" eaLnBrk="1" latinLnBrk="0" hangingPunct="1">
        <a:lnSpc>
          <a:spcPct val="90000"/>
        </a:lnSpc>
        <a:spcBef>
          <a:spcPts val="1000"/>
        </a:spcBef>
        <a:buClr>
          <a:schemeClr val="accent2"/>
        </a:buClr>
        <a:buFont typeface="Wingdings" panose="05000000000000000000" pitchFamily="2" charset="2"/>
        <a:buChar char="¢"/>
        <a:defRPr sz="2800" kern="1200">
          <a:solidFill>
            <a:schemeClr val="tx1"/>
          </a:solidFill>
          <a:latin typeface="Calibri" panose="020F0502020204030204" pitchFamily="34" charset="0"/>
          <a:ea typeface="+mn-ea"/>
          <a:cs typeface="Calibri" panose="020F0502020204030204" pitchFamily="34" charset="0"/>
        </a:defRPr>
      </a:lvl1pPr>
      <a:lvl2pPr marL="896938" indent="-439738" algn="r" defTabSz="914400" rtl="1" eaLnBrk="1" latinLnBrk="0" hangingPunct="1">
        <a:lnSpc>
          <a:spcPct val="90000"/>
        </a:lnSpc>
        <a:spcBef>
          <a:spcPts val="500"/>
        </a:spcBef>
        <a:buClr>
          <a:schemeClr val="accent2"/>
        </a:buClr>
        <a:buFont typeface="Wingdings" panose="05000000000000000000" pitchFamily="2" charset="2"/>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r" defTabSz="914400" rtl="1" eaLnBrk="1" latinLnBrk="0" hangingPunct="1">
        <a:lnSpc>
          <a:spcPct val="90000"/>
        </a:lnSpc>
        <a:spcBef>
          <a:spcPts val="500"/>
        </a:spcBef>
        <a:buClr>
          <a:schemeClr val="accent2"/>
        </a:buClr>
        <a:buFont typeface="Wingdings" panose="05000000000000000000" pitchFamily="2" charset="2"/>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r" defTabSz="914400" rtl="1" eaLnBrk="1" latinLnBrk="0" hangingPunct="1">
        <a:lnSpc>
          <a:spcPct val="90000"/>
        </a:lnSpc>
        <a:spcBef>
          <a:spcPts val="500"/>
        </a:spcBef>
        <a:buClr>
          <a:schemeClr val="accent2"/>
        </a:buClr>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r" defTabSz="914400" rtl="1" eaLnBrk="1" latinLnBrk="0" hangingPunct="1">
        <a:lnSpc>
          <a:spcPct val="90000"/>
        </a:lnSpc>
        <a:spcBef>
          <a:spcPts val="500"/>
        </a:spcBef>
        <a:buClr>
          <a:schemeClr val="accent2"/>
        </a:buClr>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onlinedoctranslator.com/en/?utm_source=onlinedoctranslator&amp;utm_medium=pptx&amp;utm_campaign=attribution" TargetMode="External"/><Relationship Id="rId2" Type="http://schemas.openxmlformats.org/officeDocument/2006/relationships/slideLayout" Target="../slideLayouts/slideLayout17.xml"/><Relationship Id="rId1" Type="http://schemas.openxmlformats.org/officeDocument/2006/relationships/tags" Target="../tags/tag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xml"/><Relationship Id="rId7" Type="http://schemas.openxmlformats.org/officeDocument/2006/relationships/diagramColors" Target="../diagrams/colors1.xml"/><Relationship Id="rId2" Type="http://schemas.openxmlformats.org/officeDocument/2006/relationships/slideLayout" Target="../slideLayouts/slideLayout16.xml"/><Relationship Id="rId1" Type="http://schemas.openxmlformats.org/officeDocument/2006/relationships/tags" Target="../tags/tag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3.xml"/><Relationship Id="rId7" Type="http://schemas.openxmlformats.org/officeDocument/2006/relationships/diagramColors" Target="../diagrams/colors3.xml"/><Relationship Id="rId2" Type="http://schemas.openxmlformats.org/officeDocument/2006/relationships/slideLayout" Target="../slideLayouts/slideLayout16.xml"/><Relationship Id="rId1" Type="http://schemas.openxmlformats.org/officeDocument/2006/relationships/tags" Target="../tags/tag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4.xml"/><Relationship Id="rId7" Type="http://schemas.openxmlformats.org/officeDocument/2006/relationships/image" Target="../media/image12.svg"/><Relationship Id="rId2" Type="http://schemas.openxmlformats.org/officeDocument/2006/relationships/slideLayout" Target="../slideLayouts/slideLayout9.xml"/><Relationship Id="rId1" Type="http://schemas.openxmlformats.org/officeDocument/2006/relationships/tags" Target="../tags/tag4.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5.xml"/><Relationship Id="rId7" Type="http://schemas.openxmlformats.org/officeDocument/2006/relationships/diagramColors" Target="../diagrams/colors4.xml"/><Relationship Id="rId2" Type="http://schemas.openxmlformats.org/officeDocument/2006/relationships/slideLayout" Target="../slideLayouts/slideLayout16.xml"/><Relationship Id="rId1" Type="http://schemas.openxmlformats.org/officeDocument/2006/relationships/tags" Target="../tags/tag5.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6.xml"/><Relationship Id="rId7" Type="http://schemas.openxmlformats.org/officeDocument/2006/relationships/diagramColors" Target="../diagrams/colors5.xml"/><Relationship Id="rId2" Type="http://schemas.openxmlformats.org/officeDocument/2006/relationships/slideLayout" Target="../slideLayouts/slideLayout16.xml"/><Relationship Id="rId1" Type="http://schemas.openxmlformats.org/officeDocument/2006/relationships/tags" Target="../tags/tag6.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6.xml"/><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6.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7.xml"/><Relationship Id="rId7" Type="http://schemas.openxmlformats.org/officeDocument/2006/relationships/diagramColors" Target="../diagrams/colors6.xml"/><Relationship Id="rId2" Type="http://schemas.openxmlformats.org/officeDocument/2006/relationships/slideLayout" Target="../slideLayouts/slideLayout16.xml"/><Relationship Id="rId1" Type="http://schemas.openxmlformats.org/officeDocument/2006/relationships/tags" Target="../tags/tag7.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8.xml"/><Relationship Id="rId7" Type="http://schemas.openxmlformats.org/officeDocument/2006/relationships/image" Target="../media/image26.svg"/><Relationship Id="rId2" Type="http://schemas.openxmlformats.org/officeDocument/2006/relationships/slideLayout" Target="../slideLayouts/slideLayout16.xml"/><Relationship Id="rId1" Type="http://schemas.openxmlformats.org/officeDocument/2006/relationships/tags" Target="../tags/tag8.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28.sv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6.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6.xml"/><Relationship Id="rId1" Type="http://schemas.openxmlformats.org/officeDocument/2006/relationships/tags" Target="../tags/tag1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6.xml"/><Relationship Id="rId1" Type="http://schemas.openxmlformats.org/officeDocument/2006/relationships/tags" Target="../tags/tag1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6.xml"/><Relationship Id="rId1" Type="http://schemas.openxmlformats.org/officeDocument/2006/relationships/tags" Target="../tags/tag12.xml"/></Relationships>
</file>

<file path=ppt/slides/_rels/slide24.xml.rels><?xml version="1.0" encoding="UTF-8" standalone="yes"?>
<Relationships xmlns="http://schemas.openxmlformats.org/package/2006/relationships"><Relationship Id="rId3" Type="http://schemas.openxmlformats.org/officeDocument/2006/relationships/hyperlink" Target="https://chatgpt.com/g/g-698ddf4fc42c8191a38260525dd305e6-mmyvmnvt-lkly" TargetMode="External"/><Relationship Id="rId2" Type="http://schemas.openxmlformats.org/officeDocument/2006/relationships/image" Target="../media/image29.png"/><Relationship Id="rId1" Type="http://schemas.openxmlformats.org/officeDocument/2006/relationships/slideLayout" Target="../slideLayouts/slideLayout16.xml"/><Relationship Id="rId5" Type="http://schemas.openxmlformats.org/officeDocument/2006/relationships/image" Target="../media/image31.sv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notesSlide" Target="../notesSlides/notesSlide13.xml"/><Relationship Id="rId7" Type="http://schemas.openxmlformats.org/officeDocument/2006/relationships/diagramColors" Target="../diagrams/colors7.xml"/><Relationship Id="rId2" Type="http://schemas.openxmlformats.org/officeDocument/2006/relationships/slideLayout" Target="../slideLayouts/slideLayout16.xml"/><Relationship Id="rId1" Type="http://schemas.openxmlformats.org/officeDocument/2006/relationships/tags" Target="../tags/tag13.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6.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10.xml"/><Relationship Id="rId13" Type="http://schemas.openxmlformats.org/officeDocument/2006/relationships/diagramLayout" Target="../diagrams/layout11.xml"/><Relationship Id="rId3" Type="http://schemas.openxmlformats.org/officeDocument/2006/relationships/diagramLayout" Target="../diagrams/layout9.xml"/><Relationship Id="rId7" Type="http://schemas.openxmlformats.org/officeDocument/2006/relationships/diagramData" Target="../diagrams/data10.xml"/><Relationship Id="rId12" Type="http://schemas.openxmlformats.org/officeDocument/2006/relationships/diagramData" Target="../diagrams/data11.xml"/><Relationship Id="rId2" Type="http://schemas.openxmlformats.org/officeDocument/2006/relationships/diagramData" Target="../diagrams/data9.xml"/><Relationship Id="rId16" Type="http://schemas.microsoft.com/office/2007/relationships/diagramDrawing" Target="../diagrams/drawing11.xml"/><Relationship Id="rId1" Type="http://schemas.openxmlformats.org/officeDocument/2006/relationships/slideLayout" Target="../slideLayouts/slideLayout16.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5" Type="http://schemas.openxmlformats.org/officeDocument/2006/relationships/diagramColors" Target="../diagrams/colors11.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 Id="rId14" Type="http://schemas.openxmlformats.org/officeDocument/2006/relationships/diagramQuickStyle" Target="../diagrams/quickStyle11.xm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1177/0149206309352880" TargetMode="External"/><Relationship Id="rId7" Type="http://schemas.openxmlformats.org/officeDocument/2006/relationships/hyperlink" Target="https://doi.org/10.3102/0013189X08331140" TargetMode="External"/><Relationship Id="rId2" Type="http://schemas.openxmlformats.org/officeDocument/2006/relationships/hyperlink" Target="https://doi.org/10.1037/0033-2909.128.4.612" TargetMode="External"/><Relationship Id="rId1" Type="http://schemas.openxmlformats.org/officeDocument/2006/relationships/slideLayout" Target="../slideLayouts/slideLayout16.xml"/><Relationship Id="rId6" Type="http://schemas.openxmlformats.org/officeDocument/2006/relationships/hyperlink" Target="https://doi.org/10.54300/122.311" TargetMode="External"/><Relationship Id="rId5" Type="http://schemas.openxmlformats.org/officeDocument/2006/relationships/hyperlink" Target="https://doi.org/10.1037/stl0000102" TargetMode="External"/><Relationship Id="rId4" Type="http://schemas.openxmlformats.org/officeDocument/2006/relationships/hyperlink" Target="https://doi.org/10.11120/ened.2006.01010019"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s://doi.org/10.1177/0018720819845988" TargetMode="External"/><Relationship Id="rId3" Type="http://schemas.openxmlformats.org/officeDocument/2006/relationships/hyperlink" Target="https://doi.org/10.1016/j.stueduc.2018.12.006" TargetMode="External"/><Relationship Id="rId7" Type="http://schemas.openxmlformats.org/officeDocument/2006/relationships/hyperlink" Target="https://doi.org/10.1007/s11031-015-9488-8" TargetMode="External"/><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hyperlink" Target="https://doi.org/10.1080/1359432X.2024.2376909" TargetMode="External"/><Relationship Id="rId5" Type="http://schemas.openxmlformats.org/officeDocument/2006/relationships/hyperlink" Target="https://doi.org/10.1080/17439760.2017.1365164" TargetMode="External"/><Relationship Id="rId4" Type="http://schemas.openxmlformats.org/officeDocument/2006/relationships/hyperlink" Target="https://doi.org/10.1016/j.caeo.2024.100200"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doi.org/10.1016/j.stueduc.2025.101482" TargetMode="External"/><Relationship Id="rId2" Type="http://schemas.openxmlformats.org/officeDocument/2006/relationships/hyperlink" Target="https://doi.org/10.1186/s40594-024-00498-z" TargetMode="External"/><Relationship Id="rId1" Type="http://schemas.openxmlformats.org/officeDocument/2006/relationships/slideLayout" Target="../slideLayouts/slideLayout16.xml"/><Relationship Id="rId5" Type="http://schemas.openxmlformats.org/officeDocument/2006/relationships/hyperlink" Target="https://doi.org/10.1007/s10902-018-9990-2" TargetMode="External"/><Relationship Id="rId4" Type="http://schemas.openxmlformats.org/officeDocument/2006/relationships/hyperlink" Target="https://doi.org/10.1177/0963721417712760" TargetMode="External"/></Relationships>
</file>

<file path=ppt/slides/_rels/slide33.xml.rels><?xml version="1.0" encoding="UTF-8" standalone="yes"?>
<Relationships xmlns="http://schemas.openxmlformats.org/package/2006/relationships"><Relationship Id="rId8" Type="http://schemas.openxmlformats.org/officeDocument/2006/relationships/hyperlink" Target="https://doi.org/10.1787/62212c37-en" TargetMode="External"/><Relationship Id="rId3" Type="http://schemas.openxmlformats.org/officeDocument/2006/relationships/hyperlink" Target="https://doi.org/10.3102/00346543231217480" TargetMode="External"/><Relationship Id="rId7" Type="http://schemas.openxmlformats.org/officeDocument/2006/relationships/hyperlink" Target="https://doi.org/10.3102/0034654314564881" TargetMode="External"/><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hyperlink" Target="https://doi.org/10.14742/ajet.3518" TargetMode="External"/><Relationship Id="rId11" Type="http://schemas.openxmlformats.org/officeDocument/2006/relationships/hyperlink" Target="https://doi.org/10.1016/j.sel.2024.100030" TargetMode="External"/><Relationship Id="rId5" Type="http://schemas.openxmlformats.org/officeDocument/2006/relationships/hyperlink" Target="https://doi.org/10.1016/j.compedu.2021.104223" TargetMode="External"/><Relationship Id="rId10" Type="http://schemas.openxmlformats.org/officeDocument/2006/relationships/hyperlink" Target="https://doi.org/10.1111/jcal.12723" TargetMode="External"/><Relationship Id="rId4" Type="http://schemas.openxmlformats.org/officeDocument/2006/relationships/hyperlink" Target="https://doi.org/10.1177/1745691615569000" TargetMode="External"/><Relationship Id="rId9" Type="http://schemas.openxmlformats.org/officeDocument/2006/relationships/hyperlink" Target="https://doi.org/10.1016/j.edurev.2025.100742" TargetMode="External"/></Relationships>
</file>

<file path=ppt/slides/_rels/slide3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5.png"/><Relationship Id="rId7" Type="http://schemas.openxmlformats.org/officeDocument/2006/relationships/hyperlink" Target="https://sigtif.wordpress.com/" TargetMode="External"/><Relationship Id="rId2" Type="http://schemas.openxmlformats.org/officeDocument/2006/relationships/slideLayout" Target="../slideLayouts/slideLayout17.xml"/><Relationship Id="rId1" Type="http://schemas.openxmlformats.org/officeDocument/2006/relationships/tags" Target="../tags/tag15.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hyperlink" Target="https://www.youtube.com/@SigalTifferet" TargetMode="External"/><Relationship Id="rId9"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C4E07-BF41-021E-D862-2043ACC38E9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2198E99-FEA1-C1F7-5207-E52F21E2D224}"/>
              </a:ext>
            </a:extLst>
          </p:cNvPr>
          <p:cNvSpPr>
            <a:spLocks noGrp="1"/>
          </p:cNvSpPr>
          <p:nvPr>
            <p:ph type="body" idx="1"/>
          </p:nvPr>
        </p:nvSpPr>
        <p:spPr>
          <a:xfrm>
            <a:off x="1428750" y="2848513"/>
            <a:ext cx="8448780" cy="3089300"/>
          </a:xfrm>
        </p:spPr>
        <p:txBody>
          <a:bodyPr>
            <a:normAutofit/>
          </a:bodyPr>
          <a:lstStyle/>
          <a:p>
            <a:pPr marL="627063" indent="-627063" algn="l" rtl="0">
              <a:buFont typeface="Wingdings" panose="05000000000000000000" pitchFamily="2" charset="2"/>
              <a:buChar char="¢"/>
            </a:pPr>
            <a:r>
              <a:rPr lang="en-US" sz="2800" dirty="0"/>
              <a:t>Professor of psychology </a:t>
            </a:r>
            <a:r>
              <a:rPr lang="he-IL" sz="2800" dirty="0" err="1"/>
              <a:t>at</a:t>
            </a:r>
            <a:r>
              <a:rPr lang="he-IL" sz="2800" dirty="0"/>
              <a:t> </a:t>
            </a:r>
            <a:r>
              <a:rPr lang="he-IL" sz="2800" dirty="0" err="1"/>
              <a:t>the</a:t>
            </a:r>
            <a:r>
              <a:rPr lang="he-IL" sz="2800" dirty="0"/>
              <a:t> </a:t>
            </a:r>
            <a:r>
              <a:rPr lang="en-US" sz="2800" dirty="0"/>
              <a:t>Ruppin </a:t>
            </a:r>
            <a:r>
              <a:rPr lang="he-IL" sz="2800" dirty="0" err="1"/>
              <a:t>Academic</a:t>
            </a:r>
            <a:r>
              <a:rPr lang="he-IL" sz="2800" dirty="0"/>
              <a:t> </a:t>
            </a:r>
            <a:r>
              <a:rPr lang="he-IL" sz="2800" dirty="0" err="1"/>
              <a:t>Center</a:t>
            </a:r>
            <a:r>
              <a:rPr lang="he-IL" sz="2800" dirty="0"/>
              <a:t>, Department of Business Administration</a:t>
            </a:r>
          </a:p>
          <a:p>
            <a:pPr marL="627063" indent="-627063" algn="l" rtl="0">
              <a:buFont typeface="Wingdings" panose="05000000000000000000" pitchFamily="2" charset="2"/>
              <a:buChar char="¢"/>
            </a:pPr>
            <a:r>
              <a:rPr lang="he-IL" sz="2800" dirty="0"/>
              <a:t>Teaching skills for over 20 years</a:t>
            </a:r>
          </a:p>
          <a:p>
            <a:pPr marL="627063" indent="-627063" algn="l" rtl="0">
              <a:buFont typeface="Wingdings" panose="05000000000000000000" pitchFamily="2" charset="2"/>
              <a:buChar char="¢"/>
            </a:pPr>
            <a:r>
              <a:rPr lang="en-US" sz="2800" dirty="0"/>
              <a:t>L</a:t>
            </a:r>
            <a:r>
              <a:rPr lang="he-IL" sz="2800" dirty="0" err="1"/>
              <a:t>ecturer</a:t>
            </a:r>
            <a:r>
              <a:rPr lang="he-IL" sz="2800" dirty="0"/>
              <a:t> </a:t>
            </a:r>
            <a:r>
              <a:rPr lang="he-IL" sz="2800" dirty="0" err="1"/>
              <a:t>on</a:t>
            </a:r>
            <a:r>
              <a:rPr lang="he-IL" sz="2800" dirty="0"/>
              <a:t> </a:t>
            </a:r>
            <a:r>
              <a:rPr lang="he-IL" sz="2800" dirty="0" err="1"/>
              <a:t>skill</a:t>
            </a:r>
            <a:r>
              <a:rPr lang="he-IL" sz="2800" dirty="0"/>
              <a:t> </a:t>
            </a:r>
            <a:r>
              <a:rPr lang="he-IL" sz="2800" dirty="0" err="1"/>
              <a:t>acquisition</a:t>
            </a:r>
            <a:r>
              <a:rPr lang="he-IL" sz="2800" dirty="0"/>
              <a:t> </a:t>
            </a:r>
            <a:r>
              <a:rPr lang="he-IL" sz="2800" dirty="0" err="1"/>
              <a:t>and</a:t>
            </a:r>
            <a:r>
              <a:rPr lang="en-US" sz="2800" dirty="0"/>
              <a:t> AI</a:t>
            </a:r>
            <a:r>
              <a:rPr lang="he-IL" sz="2800" dirty="0"/>
              <a:t> </a:t>
            </a:r>
            <a:r>
              <a:rPr lang="he-IL" sz="2800" dirty="0" err="1"/>
              <a:t>literacy</a:t>
            </a:r>
            <a:endParaRPr lang="he-IL" sz="2800" dirty="0"/>
          </a:p>
          <a:p>
            <a:pPr algn="l" rtl="0"/>
            <a:endParaRPr lang="he-IL" sz="2800" dirty="0"/>
          </a:p>
        </p:txBody>
      </p:sp>
      <p:sp>
        <p:nvSpPr>
          <p:cNvPr id="4" name="Title 3">
            <a:extLst>
              <a:ext uri="{FF2B5EF4-FFF2-40B4-BE49-F238E27FC236}">
                <a16:creationId xmlns:a16="http://schemas.microsoft.com/office/drawing/2014/main" id="{62B784CE-9CFF-6FCA-0A07-1CE7CB2F74D1}"/>
              </a:ext>
            </a:extLst>
          </p:cNvPr>
          <p:cNvSpPr>
            <a:spLocks noGrp="1"/>
          </p:cNvSpPr>
          <p:nvPr>
            <p:ph type="title"/>
          </p:nvPr>
        </p:nvSpPr>
        <p:spPr>
          <a:xfrm>
            <a:off x="4461468" y="828639"/>
            <a:ext cx="3949286" cy="1198173"/>
          </a:xfrm>
          <a:solidFill>
            <a:schemeClr val="bg1"/>
          </a:solidFill>
        </p:spPr>
        <p:txBody>
          <a:bodyPr/>
          <a:lstStyle/>
          <a:p>
            <a:pPr rtl="0"/>
            <a:r>
              <a:rPr lang="he-IL" dirty="0"/>
              <a:t>Sigal </a:t>
            </a:r>
            <a:r>
              <a:rPr lang="he-IL" dirty="0" err="1"/>
              <a:t>Tif</a:t>
            </a:r>
            <a:r>
              <a:rPr lang="en-US" dirty="0"/>
              <a:t>f</a:t>
            </a:r>
            <a:r>
              <a:rPr lang="he-IL" dirty="0" err="1"/>
              <a:t>eret</a:t>
            </a:r>
            <a:endParaRPr lang="he-IL" dirty="0"/>
          </a:p>
        </p:txBody>
      </p:sp>
      <p:sp>
        <p:nvSpPr>
          <p:cNvPr id="100010001" name="ODT_ATTR_LBL_SHAPE">
            <a:extLst>
              <a:ext uri="{FF2B5EF4-FFF2-40B4-BE49-F238E27FC236}">
                <a16:creationId xmlns:a16="http://schemas.microsoft.com/office/drawing/2014/main" id="{ADCB8724-23CD-4EE8-B5B5-3CB2DDF8932E}"/>
              </a:ext>
            </a:extLst>
          </p:cNvPr>
          <p:cNvSpPr txBox="1"/>
          <p:nvPr/>
        </p:nvSpPr>
        <p:spPr>
          <a:xfrm>
            <a:off x="0" y="0"/>
            <a:ext cx="5000000" cy="276999"/>
          </a:xfrm>
          <a:prstGeom prst="rect">
            <a:avLst/>
          </a:prstGeom>
          <a:solidFill>
            <a:srgbClr val="FAFAFA"/>
          </a:solidFill>
        </p:spPr>
        <p:txBody>
          <a:bodyPr wrap="none" lIns="288000">
            <a:spAutoFit/>
          </a:bodyPr>
          <a:lstStyle/>
          <a:p>
            <a:pPr rtl="0"/>
            <a:r>
              <a:rPr lang="en-US" sz="1000" dirty="0">
                <a:solidFill>
                  <a:srgbClr val="0F2B46"/>
                </a:solidFill>
                <a:effectLst/>
                <a:latin typeface="Roboto" panose="02000000000000000000" pitchFamily="2" charset="0"/>
              </a:rPr>
              <a:t>Translated from Hebrew to English - </a:t>
            </a:r>
            <a:r>
              <a:rPr lang="en-US" sz="1000" u="sng" dirty="0">
                <a:solidFill>
                  <a:srgbClr val="0F2B46"/>
                </a:solidFill>
                <a:effectLst/>
                <a:latin typeface="Roboto" panose="02000000000000000000" pitchFamily="2" charset="0"/>
                <a:hlinkClick r:id="rId3" tooltip="Doc Translator - www.onlinedoctranslator.com"/>
              </a:rPr>
              <a:t>www.onlinedoctranslator.com</a:t>
            </a:r>
            <a:endParaRPr lang="en-US" sz="1000" dirty="0"/>
          </a:p>
        </p:txBody>
      </p:sp>
      <p:pic>
        <p:nvPicPr>
          <p:cNvPr id="1000100002" name="ODT_ATTR_LBL_LOGO">
            <a:extLst>
              <a:ext uri="{FF2B5EF4-FFF2-40B4-BE49-F238E27FC236}">
                <a16:creationId xmlns:a16="http://schemas.microsoft.com/office/drawing/2014/main" id="{B066AC4A-9A1C-4C10-800A-DAF9F2764385}"/>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0" y="36000"/>
            <a:ext cx="316230" cy="179705"/>
          </a:xfrm>
          <a:prstGeom prst="rect">
            <a:avLst/>
          </a:prstGeom>
        </p:spPr>
      </p:pic>
    </p:spTree>
    <p:custDataLst>
      <p:tags r:id="rId1"/>
    </p:custDataLst>
    <p:extLst>
      <p:ext uri="{BB962C8B-B14F-4D97-AF65-F5344CB8AC3E}">
        <p14:creationId xmlns:p14="http://schemas.microsoft.com/office/powerpoint/2010/main" val="3167112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55386-0479-3726-DD09-5D619C02C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692EF-1E6C-A129-0CCA-7357CC64269C}"/>
              </a:ext>
            </a:extLst>
          </p:cNvPr>
          <p:cNvSpPr>
            <a:spLocks noGrp="1"/>
          </p:cNvSpPr>
          <p:nvPr>
            <p:ph type="title"/>
          </p:nvPr>
        </p:nvSpPr>
        <p:spPr>
          <a:xfrm>
            <a:off x="1075175" y="2837631"/>
            <a:ext cx="10078496" cy="2027921"/>
          </a:xfrm>
        </p:spPr>
        <p:txBody>
          <a:bodyPr>
            <a:normAutofit fontScale="90000"/>
          </a:bodyPr>
          <a:lstStyle/>
          <a:p>
            <a:pPr algn="l" rtl="0"/>
            <a:r>
              <a:rPr lang="he-IL" b="1" dirty="0">
                <a:cs typeface="+mj-cs"/>
              </a:rPr>
              <a:t>How to train teachers to impart skills?</a:t>
            </a:r>
            <a:br>
              <a:rPr lang="he-IL" b="1" dirty="0">
                <a:cs typeface="+mj-cs"/>
              </a:rPr>
            </a:br>
            <a:endParaRPr lang="he-IL" b="0" dirty="0">
              <a:latin typeface="Calibri Light" panose="020F0302020204030204" pitchFamily="34" charset="0"/>
              <a:cs typeface="Calibri Light" panose="020F0302020204030204" pitchFamily="34" charset="0"/>
            </a:endParaRPr>
          </a:p>
        </p:txBody>
      </p:sp>
      <p:pic>
        <p:nvPicPr>
          <p:cNvPr id="5" name="Picture 4" descr="A logo of a tree in a circle  Description automatically generated">
            <a:extLst>
              <a:ext uri="{FF2B5EF4-FFF2-40B4-BE49-F238E27FC236}">
                <a16:creationId xmlns:a16="http://schemas.microsoft.com/office/drawing/2014/main" id="{5B98CDA2-1247-8569-3469-F2346F1A7AA8}"/>
              </a:ext>
            </a:extLst>
          </p:cNvPr>
          <p:cNvPicPr>
            <a:picLocks noChangeAspect="1"/>
          </p:cNvPicPr>
          <p:nvPr/>
        </p:nvPicPr>
        <p:blipFill>
          <a:blip r:embed="rId2"/>
          <a:stretch>
            <a:fillRect/>
          </a:stretch>
        </p:blipFill>
        <p:spPr>
          <a:xfrm>
            <a:off x="5456037" y="5366108"/>
            <a:ext cx="1279927" cy="1288473"/>
          </a:xfrm>
          <a:prstGeom prst="rect">
            <a:avLst/>
          </a:prstGeom>
        </p:spPr>
      </p:pic>
      <p:pic>
        <p:nvPicPr>
          <p:cNvPr id="7" name="Graphic 6" descr="Garden Tools outline">
            <a:extLst>
              <a:ext uri="{FF2B5EF4-FFF2-40B4-BE49-F238E27FC236}">
                <a16:creationId xmlns:a16="http://schemas.microsoft.com/office/drawing/2014/main" id="{A35F1256-585C-3301-134F-81E3CDA727D2}"/>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flipH="1">
            <a:off x="5205985" y="834500"/>
            <a:ext cx="1780029" cy="1780029"/>
          </a:xfrm>
          <a:prstGeom prst="rect">
            <a:avLst/>
          </a:prstGeom>
        </p:spPr>
      </p:pic>
      <p:sp>
        <p:nvSpPr>
          <p:cNvPr id="8" name="TextBox 7">
            <a:extLst>
              <a:ext uri="{FF2B5EF4-FFF2-40B4-BE49-F238E27FC236}">
                <a16:creationId xmlns:a16="http://schemas.microsoft.com/office/drawing/2014/main" id="{8A7AD88B-5CD1-56CC-A0AF-CFBADD949776}"/>
              </a:ext>
            </a:extLst>
          </p:cNvPr>
          <p:cNvSpPr txBox="1"/>
          <p:nvPr/>
        </p:nvSpPr>
        <p:spPr>
          <a:xfrm>
            <a:off x="3542121" y="4353049"/>
            <a:ext cx="5107758" cy="830997"/>
          </a:xfrm>
          <a:prstGeom prst="rect">
            <a:avLst/>
          </a:prstGeom>
          <a:noFill/>
        </p:spPr>
        <p:txBody>
          <a:bodyPr wrap="square">
            <a:spAutoFit/>
          </a:bodyPr>
          <a:lstStyle/>
          <a:p>
            <a:pPr algn="ctr" rtl="0"/>
            <a:r>
              <a:rPr lang="en-GB" sz="2400" dirty="0"/>
              <a:t> </a:t>
            </a:r>
            <a:r>
              <a:rPr lang="he-IL" sz="2400" dirty="0"/>
              <a:t>Prof. Sigal </a:t>
            </a:r>
            <a:r>
              <a:rPr lang="he-IL" sz="2400" dirty="0" err="1"/>
              <a:t>Tif</a:t>
            </a:r>
            <a:r>
              <a:rPr lang="en-US" sz="2400" dirty="0"/>
              <a:t>f</a:t>
            </a:r>
            <a:r>
              <a:rPr lang="he-IL" sz="2400" dirty="0" err="1"/>
              <a:t>eret</a:t>
            </a:r>
            <a:endParaRPr lang="he-IL" sz="2400" dirty="0"/>
          </a:p>
          <a:p>
            <a:pPr algn="ctr" rtl="0"/>
            <a:r>
              <a:rPr lang="he-IL" sz="2400" dirty="0"/>
              <a:t> </a:t>
            </a:r>
            <a:r>
              <a:rPr lang="en-US" sz="2400" dirty="0"/>
              <a:t>Ruppin Academic Center</a:t>
            </a:r>
            <a:endParaRPr lang="he-IL" sz="2400" dirty="0"/>
          </a:p>
        </p:txBody>
      </p:sp>
      <p:sp>
        <p:nvSpPr>
          <p:cNvPr id="3" name="TextBox 2">
            <a:extLst>
              <a:ext uri="{FF2B5EF4-FFF2-40B4-BE49-F238E27FC236}">
                <a16:creationId xmlns:a16="http://schemas.microsoft.com/office/drawing/2014/main" id="{E5EA8D33-2306-2C10-E87A-4B5BB8DAE02E}"/>
              </a:ext>
            </a:extLst>
          </p:cNvPr>
          <p:cNvSpPr txBox="1"/>
          <p:nvPr/>
        </p:nvSpPr>
        <p:spPr>
          <a:xfrm>
            <a:off x="266700" y="6311543"/>
            <a:ext cx="4195716" cy="400110"/>
          </a:xfrm>
          <a:prstGeom prst="rect">
            <a:avLst/>
          </a:prstGeom>
          <a:noFill/>
        </p:spPr>
        <p:txBody>
          <a:bodyPr wrap="square">
            <a:spAutoFit/>
          </a:bodyPr>
          <a:lstStyle/>
          <a:p>
            <a:pPr algn="l" rtl="0"/>
            <a:r>
              <a:rPr lang="en-GB" sz="2000" dirty="0"/>
              <a:t> </a:t>
            </a:r>
            <a:r>
              <a:rPr lang="he-IL" sz="2000" dirty="0"/>
              <a:t>March, 2026</a:t>
            </a:r>
          </a:p>
        </p:txBody>
      </p:sp>
    </p:spTree>
    <p:extLst>
      <p:ext uri="{BB962C8B-B14F-4D97-AF65-F5344CB8AC3E}">
        <p14:creationId xmlns:p14="http://schemas.microsoft.com/office/powerpoint/2010/main" val="230557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C72E8-257F-2232-552A-70C4ABABCCB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285743-5AB5-6515-0406-1E6FAEC27CEE}"/>
              </a:ext>
            </a:extLst>
          </p:cNvPr>
          <p:cNvSpPr>
            <a:spLocks noGrp="1"/>
          </p:cNvSpPr>
          <p:nvPr>
            <p:ph type="sldNum" sz="quarter" idx="12"/>
          </p:nvPr>
        </p:nvSpPr>
        <p:spPr/>
        <p:txBody>
          <a:bodyPr/>
          <a:lstStyle/>
          <a:p>
            <a:pPr algn="l" rtl="0"/>
            <a:fld id="{61BD36B9-D2D7-43AE-A74F-D1C823B74562}" type="slidenum">
              <a:rPr lang="he-IL" sz="1600" smtClean="0"/>
              <a:t>3</a:t>
            </a:fld>
            <a:endParaRPr lang="he-IL" sz="1600"/>
          </a:p>
        </p:txBody>
      </p:sp>
      <p:graphicFrame>
        <p:nvGraphicFramePr>
          <p:cNvPr id="5" name="Diagram 4">
            <a:extLst>
              <a:ext uri="{FF2B5EF4-FFF2-40B4-BE49-F238E27FC236}">
                <a16:creationId xmlns:a16="http://schemas.microsoft.com/office/drawing/2014/main" id="{BD2D0CC1-C7CE-FAAC-9338-CF4984F7BC69}"/>
              </a:ext>
            </a:extLst>
          </p:cNvPr>
          <p:cNvGraphicFramePr/>
          <p:nvPr>
            <p:extLst>
              <p:ext uri="{D42A27DB-BD31-4B8C-83A1-F6EECF244321}">
                <p14:modId xmlns:p14="http://schemas.microsoft.com/office/powerpoint/2010/main" val="2389175655"/>
              </p:ext>
            </p:extLst>
          </p:nvPr>
        </p:nvGraphicFramePr>
        <p:xfrm>
          <a:off x="2280768" y="1017395"/>
          <a:ext cx="7630465" cy="48232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4017476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30016B56-5A60-496F-83EB-1F15C2E19222}"/>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9DAE0730-53DE-4B5F-8296-9A249EDBDA36}"/>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F191052A-1A9E-4CB3-9EA1-1A009948F674}"/>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5A98FDA3-B036-46DF-B157-AD6B3FA0228E}"/>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7889E6F7-88E6-481D-9A55-E89AAC806364}"/>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E9442F3E-364E-4FC1-A45E-3A623D209D4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972A4C26-7435-B3AA-4A98-27CB9E1C9B94}"/>
              </a:ext>
            </a:extLst>
          </p:cNvPr>
          <p:cNvGraphicFramePr/>
          <p:nvPr>
            <p:extLst>
              <p:ext uri="{D42A27DB-BD31-4B8C-83A1-F6EECF244321}">
                <p14:modId xmlns:p14="http://schemas.microsoft.com/office/powerpoint/2010/main" val="2694914006"/>
              </p:ext>
            </p:extLst>
          </p:nvPr>
        </p:nvGraphicFramePr>
        <p:xfrm>
          <a:off x="462224" y="1454495"/>
          <a:ext cx="11485265" cy="46448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38C3BA69-86DA-DF2E-85F2-094671023702}"/>
              </a:ext>
            </a:extLst>
          </p:cNvPr>
          <p:cNvSpPr txBox="1"/>
          <p:nvPr/>
        </p:nvSpPr>
        <p:spPr>
          <a:xfrm>
            <a:off x="575268" y="6291496"/>
            <a:ext cx="6094324" cy="369332"/>
          </a:xfrm>
          <a:prstGeom prst="rect">
            <a:avLst/>
          </a:prstGeom>
          <a:noFill/>
        </p:spPr>
        <p:txBody>
          <a:bodyPr wrap="square">
            <a:spAutoFit/>
          </a:bodyPr>
          <a:lstStyle/>
          <a:p>
            <a:pPr algn="l" rtl="0"/>
            <a:r>
              <a:rPr lang="en-US" sz="1800" dirty="0">
                <a:effectLst/>
                <a:latin typeface="Times New Roman" panose="02020603050405020304" pitchFamily="18" charset="0"/>
                <a:ea typeface="Times New Roman" panose="02020603050405020304" pitchFamily="18" charset="0"/>
              </a:rPr>
              <a:t>Desimone, 2009</a:t>
            </a:r>
            <a:endParaRPr lang="he-IL" dirty="0"/>
          </a:p>
        </p:txBody>
      </p:sp>
      <p:sp>
        <p:nvSpPr>
          <p:cNvPr id="2" name="Title 1">
            <a:extLst>
              <a:ext uri="{FF2B5EF4-FFF2-40B4-BE49-F238E27FC236}">
                <a16:creationId xmlns:a16="http://schemas.microsoft.com/office/drawing/2014/main" id="{3C076C8D-B887-50DC-3F02-F92A0FBBF056}"/>
              </a:ext>
            </a:extLst>
          </p:cNvPr>
          <p:cNvSpPr>
            <a:spLocks noGrp="1"/>
          </p:cNvSpPr>
          <p:nvPr>
            <p:ph type="title"/>
          </p:nvPr>
        </p:nvSpPr>
        <p:spPr>
          <a:xfrm>
            <a:off x="1647930" y="590605"/>
            <a:ext cx="8750605" cy="715993"/>
          </a:xfrm>
        </p:spPr>
        <p:txBody>
          <a:bodyPr>
            <a:noAutofit/>
          </a:bodyPr>
          <a:lstStyle/>
          <a:p>
            <a:pPr algn="l" rtl="0"/>
            <a:r>
              <a:rPr lang="en-US" sz="3200" dirty="0"/>
              <a:t>What are the desired effects of teacher training?</a:t>
            </a:r>
            <a:endParaRPr lang="he-IL" sz="3200" dirty="0"/>
          </a:p>
        </p:txBody>
      </p:sp>
    </p:spTree>
    <p:extLst>
      <p:ext uri="{BB962C8B-B14F-4D97-AF65-F5344CB8AC3E}">
        <p14:creationId xmlns:p14="http://schemas.microsoft.com/office/powerpoint/2010/main" val="359027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4099D751-5E90-4723-9A09-35A08AB088EE}"/>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graphicEl>
                                              <a:dgm id="{C6071B94-E727-4184-ABCF-73CDD6C83852}"/>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graphicEl>
                                              <a:dgm id="{525BE469-46FA-44B6-80DA-6B1031830829}"/>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graphicEl>
                                              <a:dgm id="{43C0F2FD-2E71-40BE-923C-1835D9ED57A4}"/>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graphicEl>
                                              <a:dgm id="{C7919B41-2289-49A4-84A5-DC2E35CA7826}"/>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graphicEl>
                                              <a:dgm id="{0A067CD1-3A8D-40DF-AD32-54824D988AAC}"/>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graphicEl>
                                              <a:dgm id="{D7EFF4B9-0B15-408D-A44D-AD6AB3813A21}"/>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graphicEl>
                                              <a:dgm id="{067DAD4D-5C02-4E54-82E8-B2B4B1B921AC}"/>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graphicEl>
                                              <a:dgm id="{77F78EA0-0E23-4446-B0D5-FEB9E032CCDF}"/>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graphicEl>
                                              <a:dgm id="{6CEE239A-775B-4DE3-9F05-02824C7FD7D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683AA-1397-20F4-4A85-4A36CDA38A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B23C51-EA8C-9270-BAD6-2C195B2EFF6D}"/>
              </a:ext>
            </a:extLst>
          </p:cNvPr>
          <p:cNvSpPr>
            <a:spLocks noGrp="1"/>
          </p:cNvSpPr>
          <p:nvPr>
            <p:ph type="title"/>
          </p:nvPr>
        </p:nvSpPr>
        <p:spPr>
          <a:xfrm>
            <a:off x="1095270" y="620749"/>
            <a:ext cx="9303265" cy="715993"/>
          </a:xfrm>
        </p:spPr>
        <p:txBody>
          <a:bodyPr>
            <a:noAutofit/>
          </a:bodyPr>
          <a:lstStyle/>
          <a:p>
            <a:pPr algn="l" rtl="0"/>
            <a:r>
              <a:rPr lang="he-IL" sz="3600" dirty="0"/>
              <a:t>What is the effectiveness of teacher training?</a:t>
            </a:r>
          </a:p>
        </p:txBody>
      </p:sp>
      <p:sp>
        <p:nvSpPr>
          <p:cNvPr id="4" name="Slide Number Placeholder 3">
            <a:extLst>
              <a:ext uri="{FF2B5EF4-FFF2-40B4-BE49-F238E27FC236}">
                <a16:creationId xmlns:a16="http://schemas.microsoft.com/office/drawing/2014/main" id="{B114EE31-041B-DE86-4F8B-3D67F097B0D3}"/>
              </a:ext>
            </a:extLst>
          </p:cNvPr>
          <p:cNvSpPr>
            <a:spLocks noGrp="1"/>
          </p:cNvSpPr>
          <p:nvPr>
            <p:ph type="sldNum" sz="quarter" idx="12"/>
          </p:nvPr>
        </p:nvSpPr>
        <p:spPr/>
        <p:txBody>
          <a:bodyPr/>
          <a:lstStyle/>
          <a:p>
            <a:pPr algn="l" rtl="0"/>
            <a:fld id="{61BD36B9-D2D7-43AE-A74F-D1C823B74562}" type="slidenum">
              <a:rPr lang="he-IL" smtClean="0"/>
              <a:t>5</a:t>
            </a:fld>
            <a:endParaRPr lang="he-IL"/>
          </a:p>
        </p:txBody>
      </p:sp>
      <p:sp>
        <p:nvSpPr>
          <p:cNvPr id="8" name="TextBox 7">
            <a:extLst>
              <a:ext uri="{FF2B5EF4-FFF2-40B4-BE49-F238E27FC236}">
                <a16:creationId xmlns:a16="http://schemas.microsoft.com/office/drawing/2014/main" id="{E1C1ADA2-D239-9CF0-86C9-8AA934021E14}"/>
              </a:ext>
            </a:extLst>
          </p:cNvPr>
          <p:cNvSpPr txBox="1"/>
          <p:nvPr/>
        </p:nvSpPr>
        <p:spPr>
          <a:xfrm>
            <a:off x="3043814" y="1674674"/>
            <a:ext cx="6104372" cy="923330"/>
          </a:xfrm>
          <a:custGeom>
            <a:avLst/>
            <a:gdLst>
              <a:gd name="csX0" fmla="*/ 0 w 6104372"/>
              <a:gd name="csY0" fmla="*/ 0 h 923330"/>
              <a:gd name="csX1" fmla="*/ 495132 w 6104372"/>
              <a:gd name="csY1" fmla="*/ 0 h 923330"/>
              <a:gd name="csX2" fmla="*/ 1112352 w 6104372"/>
              <a:gd name="csY2" fmla="*/ 0 h 923330"/>
              <a:gd name="csX3" fmla="*/ 1607485 w 6104372"/>
              <a:gd name="csY3" fmla="*/ 0 h 923330"/>
              <a:gd name="csX4" fmla="*/ 2346792 w 6104372"/>
              <a:gd name="csY4" fmla="*/ 0 h 923330"/>
              <a:gd name="csX5" fmla="*/ 3025055 w 6104372"/>
              <a:gd name="csY5" fmla="*/ 0 h 923330"/>
              <a:gd name="csX6" fmla="*/ 3703319 w 6104372"/>
              <a:gd name="csY6" fmla="*/ 0 h 923330"/>
              <a:gd name="csX7" fmla="*/ 4381583 w 6104372"/>
              <a:gd name="csY7" fmla="*/ 0 h 923330"/>
              <a:gd name="csX8" fmla="*/ 5120890 w 6104372"/>
              <a:gd name="csY8" fmla="*/ 0 h 923330"/>
              <a:gd name="csX9" fmla="*/ 6104372 w 6104372"/>
              <a:gd name="csY9" fmla="*/ 0 h 923330"/>
              <a:gd name="csX10" fmla="*/ 6104372 w 6104372"/>
              <a:gd name="csY10" fmla="*/ 470898 h 923330"/>
              <a:gd name="csX11" fmla="*/ 6104372 w 6104372"/>
              <a:gd name="csY11" fmla="*/ 923330 h 923330"/>
              <a:gd name="csX12" fmla="*/ 5365065 w 6104372"/>
              <a:gd name="csY12" fmla="*/ 923330 h 923330"/>
              <a:gd name="csX13" fmla="*/ 4747845 w 6104372"/>
              <a:gd name="csY13" fmla="*/ 923330 h 923330"/>
              <a:gd name="csX14" fmla="*/ 3947494 w 6104372"/>
              <a:gd name="csY14" fmla="*/ 923330 h 923330"/>
              <a:gd name="csX15" fmla="*/ 3269230 w 6104372"/>
              <a:gd name="csY15" fmla="*/ 923330 h 923330"/>
              <a:gd name="csX16" fmla="*/ 2713054 w 6104372"/>
              <a:gd name="csY16" fmla="*/ 923330 h 923330"/>
              <a:gd name="csX17" fmla="*/ 2156878 w 6104372"/>
              <a:gd name="csY17" fmla="*/ 923330 h 923330"/>
              <a:gd name="csX18" fmla="*/ 1600702 w 6104372"/>
              <a:gd name="csY18" fmla="*/ 923330 h 923330"/>
              <a:gd name="csX19" fmla="*/ 922438 w 6104372"/>
              <a:gd name="csY19" fmla="*/ 923330 h 923330"/>
              <a:gd name="csX20" fmla="*/ 0 w 6104372"/>
              <a:gd name="csY20" fmla="*/ 923330 h 923330"/>
              <a:gd name="csX21" fmla="*/ 0 w 6104372"/>
              <a:gd name="csY21" fmla="*/ 470898 h 923330"/>
              <a:gd name="csX22" fmla="*/ 0 w 6104372"/>
              <a:gd name="csY22" fmla="*/ 0 h 923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104372" h="923330" extrusionOk="0">
                <a:moveTo>
                  <a:pt x="0" y="0"/>
                </a:moveTo>
                <a:cubicBezTo>
                  <a:pt x="199559" y="-16945"/>
                  <a:pt x="284284" y="11096"/>
                  <a:pt x="495132" y="0"/>
                </a:cubicBezTo>
                <a:cubicBezTo>
                  <a:pt x="705980" y="-11096"/>
                  <a:pt x="928475" y="-29854"/>
                  <a:pt x="1112352" y="0"/>
                </a:cubicBezTo>
                <a:cubicBezTo>
                  <a:pt x="1296229" y="29854"/>
                  <a:pt x="1369315" y="23279"/>
                  <a:pt x="1607485" y="0"/>
                </a:cubicBezTo>
                <a:cubicBezTo>
                  <a:pt x="1845655" y="-23279"/>
                  <a:pt x="2176667" y="-16377"/>
                  <a:pt x="2346792" y="0"/>
                </a:cubicBezTo>
                <a:cubicBezTo>
                  <a:pt x="2516917" y="16377"/>
                  <a:pt x="2857926" y="-12560"/>
                  <a:pt x="3025055" y="0"/>
                </a:cubicBezTo>
                <a:cubicBezTo>
                  <a:pt x="3192184" y="12560"/>
                  <a:pt x="3531433" y="-19271"/>
                  <a:pt x="3703319" y="0"/>
                </a:cubicBezTo>
                <a:cubicBezTo>
                  <a:pt x="3875205" y="19271"/>
                  <a:pt x="4154676" y="18748"/>
                  <a:pt x="4381583" y="0"/>
                </a:cubicBezTo>
                <a:cubicBezTo>
                  <a:pt x="4608490" y="-18748"/>
                  <a:pt x="4798930" y="4629"/>
                  <a:pt x="5120890" y="0"/>
                </a:cubicBezTo>
                <a:cubicBezTo>
                  <a:pt x="5442850" y="-4629"/>
                  <a:pt x="5690635" y="32483"/>
                  <a:pt x="6104372" y="0"/>
                </a:cubicBezTo>
                <a:cubicBezTo>
                  <a:pt x="6115901" y="187719"/>
                  <a:pt x="6108225" y="343400"/>
                  <a:pt x="6104372" y="470898"/>
                </a:cubicBezTo>
                <a:cubicBezTo>
                  <a:pt x="6100519" y="598396"/>
                  <a:pt x="6118727" y="776907"/>
                  <a:pt x="6104372" y="923330"/>
                </a:cubicBezTo>
                <a:cubicBezTo>
                  <a:pt x="5876083" y="907489"/>
                  <a:pt x="5675630" y="931158"/>
                  <a:pt x="5365065" y="923330"/>
                </a:cubicBezTo>
                <a:cubicBezTo>
                  <a:pt x="5054500" y="915502"/>
                  <a:pt x="4956222" y="902692"/>
                  <a:pt x="4747845" y="923330"/>
                </a:cubicBezTo>
                <a:cubicBezTo>
                  <a:pt x="4539468" y="943968"/>
                  <a:pt x="4236749" y="891033"/>
                  <a:pt x="3947494" y="923330"/>
                </a:cubicBezTo>
                <a:cubicBezTo>
                  <a:pt x="3658239" y="955627"/>
                  <a:pt x="3416645" y="893977"/>
                  <a:pt x="3269230" y="923330"/>
                </a:cubicBezTo>
                <a:cubicBezTo>
                  <a:pt x="3121815" y="952683"/>
                  <a:pt x="2965081" y="904761"/>
                  <a:pt x="2713054" y="923330"/>
                </a:cubicBezTo>
                <a:cubicBezTo>
                  <a:pt x="2461027" y="941899"/>
                  <a:pt x="2374367" y="945133"/>
                  <a:pt x="2156878" y="923330"/>
                </a:cubicBezTo>
                <a:cubicBezTo>
                  <a:pt x="1939389" y="901527"/>
                  <a:pt x="1802340" y="941571"/>
                  <a:pt x="1600702" y="923330"/>
                </a:cubicBezTo>
                <a:cubicBezTo>
                  <a:pt x="1399064" y="905089"/>
                  <a:pt x="1240816" y="893539"/>
                  <a:pt x="922438" y="923330"/>
                </a:cubicBezTo>
                <a:cubicBezTo>
                  <a:pt x="604060" y="953121"/>
                  <a:pt x="332298" y="967174"/>
                  <a:pt x="0" y="923330"/>
                </a:cubicBezTo>
                <a:cubicBezTo>
                  <a:pt x="21660" y="793931"/>
                  <a:pt x="10382" y="690741"/>
                  <a:pt x="0" y="470898"/>
                </a:cubicBezTo>
                <a:cubicBezTo>
                  <a:pt x="-10382" y="251055"/>
                  <a:pt x="-14396" y="169347"/>
                  <a:pt x="0" y="0"/>
                </a:cubicBezTo>
                <a:close/>
              </a:path>
            </a:pathLst>
          </a:custGeom>
          <a:noFill/>
          <a:ln>
            <a:solidFill>
              <a:srgbClr val="41A4AC"/>
            </a:solidFill>
            <a:extLst>
              <a:ext uri="{C807C97D-BFC1-408E-A445-0C87EB9F89A2}">
                <ask:lineSketchStyleProps xmlns:ask="http://schemas.microsoft.com/office/drawing/2018/sketchyshapes" sd="1001348376">
                  <a:prstGeom prst="rect">
                    <a:avLst/>
                  </a:prstGeom>
                  <ask:type>
                    <ask:lineSketchFreehand/>
                  </ask:type>
                </ask:lineSketchStyleProps>
              </a:ext>
            </a:extLst>
          </a:ln>
        </p:spPr>
        <p:txBody>
          <a:bodyPr wrap="square">
            <a:spAutoFit/>
          </a:bodyPr>
          <a:lstStyle/>
          <a:p>
            <a:pPr algn="l" rtl="0"/>
            <a:r>
              <a:rPr lang="en-US" sz="1800" dirty="0">
                <a:effectLst/>
                <a:latin typeface="Times New Roman" panose="02020603050405020304" pitchFamily="18" charset="0"/>
                <a:ea typeface="Times New Roman" panose="02020603050405020304" pitchFamily="18" charset="0"/>
              </a:rPr>
              <a:t>A meta-analysis of 128 (quasi-) experimental, high-quality studies with 356 effect sizes. Results showed an average effect size of </a:t>
            </a:r>
            <a:r>
              <a:rPr lang="en-US" sz="1800" dirty="0">
                <a:effectLst/>
                <a:highlight>
                  <a:srgbClr val="A4DCD4"/>
                </a:highlight>
                <a:latin typeface="Times New Roman" panose="02020603050405020304" pitchFamily="18" charset="0"/>
                <a:ea typeface="Times New Roman" panose="02020603050405020304" pitchFamily="18" charset="0"/>
              </a:rPr>
              <a:t>0.09</a:t>
            </a:r>
            <a:r>
              <a:rPr lang="en-US" sz="1800" dirty="0">
                <a:effectLst/>
                <a:latin typeface="Times New Roman" panose="02020603050405020304" pitchFamily="18" charset="0"/>
                <a:ea typeface="Times New Roman" panose="02020603050405020304" pitchFamily="18" charset="0"/>
              </a:rPr>
              <a:t>, 95% CI [0.07, 0.11]</a:t>
            </a:r>
            <a:r>
              <a:rPr lang="en-US" dirty="0">
                <a:latin typeface="Times New Roman" panose="02020603050405020304" pitchFamily="18" charset="0"/>
                <a:ea typeface="Times New Roman" panose="02020603050405020304" pitchFamily="18" charset="0"/>
              </a:rPr>
              <a:t>(Visscher et al., 2025, p. 1)</a:t>
            </a:r>
            <a:endParaRPr lang="en-US" sz="18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D721A80A-1DFB-62BF-F65A-DB150DC80213}"/>
              </a:ext>
            </a:extLst>
          </p:cNvPr>
          <p:cNvSpPr txBox="1"/>
          <p:nvPr/>
        </p:nvSpPr>
        <p:spPr>
          <a:xfrm>
            <a:off x="3043814" y="3104831"/>
            <a:ext cx="6104372" cy="923330"/>
          </a:xfrm>
          <a:custGeom>
            <a:avLst/>
            <a:gdLst>
              <a:gd name="csX0" fmla="*/ 0 w 6104372"/>
              <a:gd name="csY0" fmla="*/ 0 h 923330"/>
              <a:gd name="csX1" fmla="*/ 556176 w 6104372"/>
              <a:gd name="csY1" fmla="*/ 0 h 923330"/>
              <a:gd name="csX2" fmla="*/ 1173396 w 6104372"/>
              <a:gd name="csY2" fmla="*/ 0 h 923330"/>
              <a:gd name="csX3" fmla="*/ 1851660 w 6104372"/>
              <a:gd name="csY3" fmla="*/ 0 h 923330"/>
              <a:gd name="csX4" fmla="*/ 2590967 w 6104372"/>
              <a:gd name="csY4" fmla="*/ 0 h 923330"/>
              <a:gd name="csX5" fmla="*/ 3391318 w 6104372"/>
              <a:gd name="csY5" fmla="*/ 0 h 923330"/>
              <a:gd name="csX6" fmla="*/ 4069581 w 6104372"/>
              <a:gd name="csY6" fmla="*/ 0 h 923330"/>
              <a:gd name="csX7" fmla="*/ 4869932 w 6104372"/>
              <a:gd name="csY7" fmla="*/ 0 h 923330"/>
              <a:gd name="csX8" fmla="*/ 5426108 w 6104372"/>
              <a:gd name="csY8" fmla="*/ 0 h 923330"/>
              <a:gd name="csX9" fmla="*/ 6104372 w 6104372"/>
              <a:gd name="csY9" fmla="*/ 0 h 923330"/>
              <a:gd name="csX10" fmla="*/ 6104372 w 6104372"/>
              <a:gd name="csY10" fmla="*/ 470898 h 923330"/>
              <a:gd name="csX11" fmla="*/ 6104372 w 6104372"/>
              <a:gd name="csY11" fmla="*/ 923330 h 923330"/>
              <a:gd name="csX12" fmla="*/ 5487152 w 6104372"/>
              <a:gd name="csY12" fmla="*/ 923330 h 923330"/>
              <a:gd name="csX13" fmla="*/ 4747845 w 6104372"/>
              <a:gd name="csY13" fmla="*/ 923330 h 923330"/>
              <a:gd name="csX14" fmla="*/ 3947494 w 6104372"/>
              <a:gd name="csY14" fmla="*/ 923330 h 923330"/>
              <a:gd name="csX15" fmla="*/ 3147143 w 6104372"/>
              <a:gd name="csY15" fmla="*/ 923330 h 923330"/>
              <a:gd name="csX16" fmla="*/ 2590967 w 6104372"/>
              <a:gd name="csY16" fmla="*/ 923330 h 923330"/>
              <a:gd name="csX17" fmla="*/ 1912703 w 6104372"/>
              <a:gd name="csY17" fmla="*/ 923330 h 923330"/>
              <a:gd name="csX18" fmla="*/ 1417571 w 6104372"/>
              <a:gd name="csY18" fmla="*/ 923330 h 923330"/>
              <a:gd name="csX19" fmla="*/ 678264 w 6104372"/>
              <a:gd name="csY19" fmla="*/ 923330 h 923330"/>
              <a:gd name="csX20" fmla="*/ 0 w 6104372"/>
              <a:gd name="csY20" fmla="*/ 923330 h 923330"/>
              <a:gd name="csX21" fmla="*/ 0 w 6104372"/>
              <a:gd name="csY21" fmla="*/ 461665 h 923330"/>
              <a:gd name="csX22" fmla="*/ 0 w 6104372"/>
              <a:gd name="csY22" fmla="*/ 0 h 923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104372" h="923330" extrusionOk="0">
                <a:moveTo>
                  <a:pt x="0" y="0"/>
                </a:moveTo>
                <a:cubicBezTo>
                  <a:pt x="141310" y="-7434"/>
                  <a:pt x="395833" y="13396"/>
                  <a:pt x="556176" y="0"/>
                </a:cubicBezTo>
                <a:cubicBezTo>
                  <a:pt x="716519" y="-13396"/>
                  <a:pt x="883883" y="25633"/>
                  <a:pt x="1173396" y="0"/>
                </a:cubicBezTo>
                <a:cubicBezTo>
                  <a:pt x="1462909" y="-25633"/>
                  <a:pt x="1583014" y="-27546"/>
                  <a:pt x="1851660" y="0"/>
                </a:cubicBezTo>
                <a:cubicBezTo>
                  <a:pt x="2120306" y="27546"/>
                  <a:pt x="2337493" y="7952"/>
                  <a:pt x="2590967" y="0"/>
                </a:cubicBezTo>
                <a:cubicBezTo>
                  <a:pt x="2844441" y="-7952"/>
                  <a:pt x="3195178" y="-33928"/>
                  <a:pt x="3391318" y="0"/>
                </a:cubicBezTo>
                <a:cubicBezTo>
                  <a:pt x="3587458" y="33928"/>
                  <a:pt x="3865129" y="-6432"/>
                  <a:pt x="4069581" y="0"/>
                </a:cubicBezTo>
                <a:cubicBezTo>
                  <a:pt x="4274033" y="6432"/>
                  <a:pt x="4654726" y="1056"/>
                  <a:pt x="4869932" y="0"/>
                </a:cubicBezTo>
                <a:cubicBezTo>
                  <a:pt x="5085138" y="-1056"/>
                  <a:pt x="5203898" y="-21535"/>
                  <a:pt x="5426108" y="0"/>
                </a:cubicBezTo>
                <a:cubicBezTo>
                  <a:pt x="5648318" y="21535"/>
                  <a:pt x="5771728" y="-24732"/>
                  <a:pt x="6104372" y="0"/>
                </a:cubicBezTo>
                <a:cubicBezTo>
                  <a:pt x="6104023" y="140368"/>
                  <a:pt x="6121561" y="354892"/>
                  <a:pt x="6104372" y="470898"/>
                </a:cubicBezTo>
                <a:cubicBezTo>
                  <a:pt x="6087183" y="586904"/>
                  <a:pt x="6105503" y="791544"/>
                  <a:pt x="6104372" y="923330"/>
                </a:cubicBezTo>
                <a:cubicBezTo>
                  <a:pt x="5808568" y="907174"/>
                  <a:pt x="5648287" y="930447"/>
                  <a:pt x="5487152" y="923330"/>
                </a:cubicBezTo>
                <a:cubicBezTo>
                  <a:pt x="5326017" y="916213"/>
                  <a:pt x="4938040" y="953007"/>
                  <a:pt x="4747845" y="923330"/>
                </a:cubicBezTo>
                <a:cubicBezTo>
                  <a:pt x="4557650" y="893653"/>
                  <a:pt x="4226900" y="955196"/>
                  <a:pt x="3947494" y="923330"/>
                </a:cubicBezTo>
                <a:cubicBezTo>
                  <a:pt x="3668088" y="891464"/>
                  <a:pt x="3476373" y="887310"/>
                  <a:pt x="3147143" y="923330"/>
                </a:cubicBezTo>
                <a:cubicBezTo>
                  <a:pt x="2817913" y="959350"/>
                  <a:pt x="2804716" y="905187"/>
                  <a:pt x="2590967" y="923330"/>
                </a:cubicBezTo>
                <a:cubicBezTo>
                  <a:pt x="2377218" y="941473"/>
                  <a:pt x="2165602" y="915195"/>
                  <a:pt x="1912703" y="923330"/>
                </a:cubicBezTo>
                <a:cubicBezTo>
                  <a:pt x="1659804" y="931465"/>
                  <a:pt x="1606624" y="921366"/>
                  <a:pt x="1417571" y="923330"/>
                </a:cubicBezTo>
                <a:cubicBezTo>
                  <a:pt x="1228518" y="925294"/>
                  <a:pt x="866966" y="937485"/>
                  <a:pt x="678264" y="923330"/>
                </a:cubicBezTo>
                <a:cubicBezTo>
                  <a:pt x="489562" y="909175"/>
                  <a:pt x="307208" y="920854"/>
                  <a:pt x="0" y="923330"/>
                </a:cubicBezTo>
                <a:cubicBezTo>
                  <a:pt x="20208" y="791834"/>
                  <a:pt x="18904" y="676967"/>
                  <a:pt x="0" y="461665"/>
                </a:cubicBezTo>
                <a:cubicBezTo>
                  <a:pt x="-18904" y="246363"/>
                  <a:pt x="5998" y="198836"/>
                  <a:pt x="0" y="0"/>
                </a:cubicBezTo>
                <a:close/>
              </a:path>
            </a:pathLst>
          </a:custGeom>
          <a:noFill/>
          <a:ln>
            <a:solidFill>
              <a:srgbClr val="41A4AC"/>
            </a:solidFill>
            <a:extLst>
              <a:ext uri="{C807C97D-BFC1-408E-A445-0C87EB9F89A2}">
                <ask:lineSketchStyleProps xmlns:ask="http://schemas.microsoft.com/office/drawing/2018/sketchyshapes" sd="3276725324">
                  <a:prstGeom prst="rect">
                    <a:avLst/>
                  </a:prstGeom>
                  <ask:type>
                    <ask:lineSketchFreehand/>
                  </ask:type>
                </ask:lineSketchStyleProps>
              </a:ext>
            </a:extLst>
          </a:ln>
        </p:spPr>
        <p:txBody>
          <a:bodyPr wrap="square">
            <a:spAutoFit/>
          </a:bodyPr>
          <a:lstStyle/>
          <a:p>
            <a:pPr algn="l" rtl="0"/>
            <a:r>
              <a:rPr lang="en-US" sz="1800" dirty="0">
                <a:effectLst/>
                <a:latin typeface="Times New Roman" panose="02020603050405020304" pitchFamily="18" charset="0"/>
                <a:ea typeface="Times New Roman" panose="02020603050405020304" pitchFamily="18" charset="0"/>
              </a:rPr>
              <a:t>The association between teachers' PD participation and student achievement failed to reach statistical significance (</a:t>
            </a:r>
            <a:r>
              <a:rPr lang="en-US" sz="1800" dirty="0">
                <a:effectLst/>
                <a:highlight>
                  <a:srgbClr val="A4DCD4"/>
                </a:highlight>
                <a:latin typeface="Times New Roman" panose="02020603050405020304" pitchFamily="18" charset="0"/>
                <a:ea typeface="Times New Roman" panose="02020603050405020304" pitchFamily="18" charset="0"/>
              </a:rPr>
              <a:t>r = .06</a:t>
            </a:r>
            <a:r>
              <a:rPr lang="en-US" sz="1800" dirty="0">
                <a:effectLst/>
                <a:latin typeface="Times New Roman" panose="02020603050405020304" pitchFamily="18" charset="0"/>
                <a:ea typeface="Times New Roman" panose="02020603050405020304" pitchFamily="18" charset="0"/>
              </a:rPr>
              <a:t>, p = .11; CI[-.02,.13]) (Lindvall et al., 2025, p. 9)</a:t>
            </a:r>
            <a:endParaRPr lang="he-IL" dirty="0"/>
          </a:p>
        </p:txBody>
      </p:sp>
      <p:sp>
        <p:nvSpPr>
          <p:cNvPr id="12" name="TextBox 11">
            <a:extLst>
              <a:ext uri="{FF2B5EF4-FFF2-40B4-BE49-F238E27FC236}">
                <a16:creationId xmlns:a16="http://schemas.microsoft.com/office/drawing/2014/main" id="{1886A05B-6D53-5431-3FBB-36CC74B92FDA}"/>
              </a:ext>
            </a:extLst>
          </p:cNvPr>
          <p:cNvSpPr txBox="1"/>
          <p:nvPr/>
        </p:nvSpPr>
        <p:spPr>
          <a:xfrm>
            <a:off x="3043814" y="4444662"/>
            <a:ext cx="6104372" cy="1477328"/>
          </a:xfrm>
          <a:custGeom>
            <a:avLst/>
            <a:gdLst>
              <a:gd name="csX0" fmla="*/ 0 w 6104372"/>
              <a:gd name="csY0" fmla="*/ 0 h 1477328"/>
              <a:gd name="csX1" fmla="*/ 739307 w 6104372"/>
              <a:gd name="csY1" fmla="*/ 0 h 1477328"/>
              <a:gd name="csX2" fmla="*/ 1295483 w 6104372"/>
              <a:gd name="csY2" fmla="*/ 0 h 1477328"/>
              <a:gd name="csX3" fmla="*/ 1912703 w 6104372"/>
              <a:gd name="csY3" fmla="*/ 0 h 1477328"/>
              <a:gd name="csX4" fmla="*/ 2529923 w 6104372"/>
              <a:gd name="csY4" fmla="*/ 0 h 1477328"/>
              <a:gd name="csX5" fmla="*/ 3269230 w 6104372"/>
              <a:gd name="csY5" fmla="*/ 0 h 1477328"/>
              <a:gd name="csX6" fmla="*/ 3947494 w 6104372"/>
              <a:gd name="csY6" fmla="*/ 0 h 1477328"/>
              <a:gd name="csX7" fmla="*/ 4747845 w 6104372"/>
              <a:gd name="csY7" fmla="*/ 0 h 1477328"/>
              <a:gd name="csX8" fmla="*/ 5487152 w 6104372"/>
              <a:gd name="csY8" fmla="*/ 0 h 1477328"/>
              <a:gd name="csX9" fmla="*/ 6104372 w 6104372"/>
              <a:gd name="csY9" fmla="*/ 0 h 1477328"/>
              <a:gd name="csX10" fmla="*/ 6104372 w 6104372"/>
              <a:gd name="csY10" fmla="*/ 448123 h 1477328"/>
              <a:gd name="csX11" fmla="*/ 6104372 w 6104372"/>
              <a:gd name="csY11" fmla="*/ 925792 h 1477328"/>
              <a:gd name="csX12" fmla="*/ 6104372 w 6104372"/>
              <a:gd name="csY12" fmla="*/ 1477328 h 1477328"/>
              <a:gd name="csX13" fmla="*/ 5365065 w 6104372"/>
              <a:gd name="csY13" fmla="*/ 1477328 h 1477328"/>
              <a:gd name="csX14" fmla="*/ 4625757 w 6104372"/>
              <a:gd name="csY14" fmla="*/ 1477328 h 1477328"/>
              <a:gd name="csX15" fmla="*/ 4008538 w 6104372"/>
              <a:gd name="csY15" fmla="*/ 1477328 h 1477328"/>
              <a:gd name="csX16" fmla="*/ 3513405 w 6104372"/>
              <a:gd name="csY16" fmla="*/ 1477328 h 1477328"/>
              <a:gd name="csX17" fmla="*/ 2957229 w 6104372"/>
              <a:gd name="csY17" fmla="*/ 1477328 h 1477328"/>
              <a:gd name="csX18" fmla="*/ 2156878 w 6104372"/>
              <a:gd name="csY18" fmla="*/ 1477328 h 1477328"/>
              <a:gd name="csX19" fmla="*/ 1478615 w 6104372"/>
              <a:gd name="csY19" fmla="*/ 1477328 h 1477328"/>
              <a:gd name="csX20" fmla="*/ 983482 w 6104372"/>
              <a:gd name="csY20" fmla="*/ 1477328 h 1477328"/>
              <a:gd name="csX21" fmla="*/ 0 w 6104372"/>
              <a:gd name="csY21" fmla="*/ 1477328 h 1477328"/>
              <a:gd name="csX22" fmla="*/ 0 w 6104372"/>
              <a:gd name="csY22" fmla="*/ 1029205 h 1477328"/>
              <a:gd name="csX23" fmla="*/ 0 w 6104372"/>
              <a:gd name="csY23" fmla="*/ 507216 h 1477328"/>
              <a:gd name="csX24" fmla="*/ 0 w 6104372"/>
              <a:gd name="csY24" fmla="*/ 0 h 14773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104372" h="1477328" extrusionOk="0">
                <a:moveTo>
                  <a:pt x="0" y="0"/>
                </a:moveTo>
                <a:cubicBezTo>
                  <a:pt x="226578" y="29946"/>
                  <a:pt x="379536" y="18571"/>
                  <a:pt x="739307" y="0"/>
                </a:cubicBezTo>
                <a:cubicBezTo>
                  <a:pt x="1099078" y="-18571"/>
                  <a:pt x="1130837" y="-3080"/>
                  <a:pt x="1295483" y="0"/>
                </a:cubicBezTo>
                <a:cubicBezTo>
                  <a:pt x="1460129" y="3080"/>
                  <a:pt x="1721092" y="2304"/>
                  <a:pt x="1912703" y="0"/>
                </a:cubicBezTo>
                <a:cubicBezTo>
                  <a:pt x="2104314" y="-2304"/>
                  <a:pt x="2242888" y="-2021"/>
                  <a:pt x="2529923" y="0"/>
                </a:cubicBezTo>
                <a:cubicBezTo>
                  <a:pt x="2816958" y="2021"/>
                  <a:pt x="3068220" y="-1082"/>
                  <a:pt x="3269230" y="0"/>
                </a:cubicBezTo>
                <a:cubicBezTo>
                  <a:pt x="3470240" y="1082"/>
                  <a:pt x="3628717" y="18480"/>
                  <a:pt x="3947494" y="0"/>
                </a:cubicBezTo>
                <a:cubicBezTo>
                  <a:pt x="4266271" y="-18480"/>
                  <a:pt x="4517491" y="-37865"/>
                  <a:pt x="4747845" y="0"/>
                </a:cubicBezTo>
                <a:cubicBezTo>
                  <a:pt x="4978199" y="37865"/>
                  <a:pt x="5150248" y="13247"/>
                  <a:pt x="5487152" y="0"/>
                </a:cubicBezTo>
                <a:cubicBezTo>
                  <a:pt x="5824056" y="-13247"/>
                  <a:pt x="5919146" y="1062"/>
                  <a:pt x="6104372" y="0"/>
                </a:cubicBezTo>
                <a:cubicBezTo>
                  <a:pt x="6082546" y="219079"/>
                  <a:pt x="6104519" y="325873"/>
                  <a:pt x="6104372" y="448123"/>
                </a:cubicBezTo>
                <a:cubicBezTo>
                  <a:pt x="6104225" y="570373"/>
                  <a:pt x="6116140" y="806500"/>
                  <a:pt x="6104372" y="925792"/>
                </a:cubicBezTo>
                <a:cubicBezTo>
                  <a:pt x="6092604" y="1045084"/>
                  <a:pt x="6116215" y="1293297"/>
                  <a:pt x="6104372" y="1477328"/>
                </a:cubicBezTo>
                <a:cubicBezTo>
                  <a:pt x="5827587" y="1462973"/>
                  <a:pt x="5513347" y="1479195"/>
                  <a:pt x="5365065" y="1477328"/>
                </a:cubicBezTo>
                <a:cubicBezTo>
                  <a:pt x="5216783" y="1475461"/>
                  <a:pt x="4910712" y="1486223"/>
                  <a:pt x="4625757" y="1477328"/>
                </a:cubicBezTo>
                <a:cubicBezTo>
                  <a:pt x="4340802" y="1468433"/>
                  <a:pt x="4297800" y="1449939"/>
                  <a:pt x="4008538" y="1477328"/>
                </a:cubicBezTo>
                <a:cubicBezTo>
                  <a:pt x="3719276" y="1504717"/>
                  <a:pt x="3725935" y="1463634"/>
                  <a:pt x="3513405" y="1477328"/>
                </a:cubicBezTo>
                <a:cubicBezTo>
                  <a:pt x="3300875" y="1491022"/>
                  <a:pt x="3164261" y="1499340"/>
                  <a:pt x="2957229" y="1477328"/>
                </a:cubicBezTo>
                <a:cubicBezTo>
                  <a:pt x="2750197" y="1455316"/>
                  <a:pt x="2533683" y="1467846"/>
                  <a:pt x="2156878" y="1477328"/>
                </a:cubicBezTo>
                <a:cubicBezTo>
                  <a:pt x="1780073" y="1486810"/>
                  <a:pt x="1685840" y="1454814"/>
                  <a:pt x="1478615" y="1477328"/>
                </a:cubicBezTo>
                <a:cubicBezTo>
                  <a:pt x="1271390" y="1499842"/>
                  <a:pt x="1219390" y="1464768"/>
                  <a:pt x="983482" y="1477328"/>
                </a:cubicBezTo>
                <a:cubicBezTo>
                  <a:pt x="747574" y="1489888"/>
                  <a:pt x="414369" y="1444981"/>
                  <a:pt x="0" y="1477328"/>
                </a:cubicBezTo>
                <a:cubicBezTo>
                  <a:pt x="11572" y="1365191"/>
                  <a:pt x="13907" y="1178671"/>
                  <a:pt x="0" y="1029205"/>
                </a:cubicBezTo>
                <a:cubicBezTo>
                  <a:pt x="-13907" y="879739"/>
                  <a:pt x="24586" y="702716"/>
                  <a:pt x="0" y="507216"/>
                </a:cubicBezTo>
                <a:cubicBezTo>
                  <a:pt x="-24586" y="311716"/>
                  <a:pt x="6032" y="157171"/>
                  <a:pt x="0" y="0"/>
                </a:cubicBezTo>
                <a:close/>
              </a:path>
            </a:pathLst>
          </a:custGeom>
          <a:noFill/>
          <a:ln>
            <a:solidFill>
              <a:srgbClr val="41A4AC"/>
            </a:solidFill>
            <a:extLst>
              <a:ext uri="{C807C97D-BFC1-408E-A445-0C87EB9F89A2}">
                <ask:lineSketchStyleProps xmlns:ask="http://schemas.microsoft.com/office/drawing/2018/sketchyshapes" sd="864189382">
                  <a:prstGeom prst="rect">
                    <a:avLst/>
                  </a:prstGeom>
                  <ask:type>
                    <ask:lineSketchFreehand/>
                  </ask:type>
                </ask:lineSketchStyleProps>
              </a:ext>
            </a:extLst>
          </a:ln>
        </p:spPr>
        <p:txBody>
          <a:bodyPr wrap="square">
            <a:spAutoFit/>
          </a:bodyPr>
          <a:lstStyle/>
          <a:p>
            <a:pPr algn="l" rtl="0">
              <a:buNone/>
            </a:pPr>
            <a:r>
              <a:rPr lang="en-US" sz="1800" dirty="0">
                <a:effectLst/>
                <a:latin typeface="Times New Roman" panose="02020603050405020304" pitchFamily="18" charset="0"/>
                <a:ea typeface="Times New Roman" panose="02020603050405020304" pitchFamily="18" charset="0"/>
              </a:rPr>
              <a:t>Across our full sample, the precision-weighted average impact of PD is equal to an effect size of </a:t>
            </a:r>
            <a:r>
              <a:rPr lang="en-US" sz="1800" dirty="0">
                <a:effectLst/>
                <a:highlight>
                  <a:srgbClr val="A4DCD4"/>
                </a:highlight>
                <a:latin typeface="Times New Roman" panose="02020603050405020304" pitchFamily="18" charset="0"/>
                <a:ea typeface="Times New Roman" panose="02020603050405020304" pitchFamily="18" charset="0"/>
              </a:rPr>
              <a:t>.05 </a:t>
            </a:r>
            <a:r>
              <a:rPr lang="en-US" sz="1800" dirty="0">
                <a:effectLst/>
                <a:latin typeface="Times New Roman" panose="02020603050405020304" pitchFamily="18" charset="0"/>
                <a:ea typeface="Times New Roman" panose="02020603050405020304" pitchFamily="18" charset="0"/>
              </a:rPr>
              <a:t>(p &lt; .01). Average effect sizes are approximately twice as large (.09) in early years (prekindergarten) settings as they are in school settings (.04) (Sims et al., 2025, p. 231)</a:t>
            </a:r>
          </a:p>
        </p:txBody>
      </p:sp>
    </p:spTree>
    <p:extLst>
      <p:ext uri="{BB962C8B-B14F-4D97-AF65-F5344CB8AC3E}">
        <p14:creationId xmlns:p14="http://schemas.microsoft.com/office/powerpoint/2010/main" val="3635253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639208-9F68-BE75-2165-E6DA4CA5EE88}"/>
              </a:ext>
            </a:extLst>
          </p:cNvPr>
          <p:cNvPicPr>
            <a:picLocks noChangeAspect="1"/>
          </p:cNvPicPr>
          <p:nvPr/>
        </p:nvPicPr>
        <p:blipFill>
          <a:blip r:embed="rId2">
            <a:clrChange>
              <a:clrFrom>
                <a:srgbClr val="FFFFFF"/>
              </a:clrFrom>
              <a:clrTo>
                <a:srgbClr val="FFFFFF">
                  <a:alpha val="0"/>
                </a:srgbClr>
              </a:clrTo>
            </a:clrChange>
          </a:blip>
          <a:srcRect t="5720"/>
          <a:stretch>
            <a:fillRect/>
          </a:stretch>
        </p:blipFill>
        <p:spPr>
          <a:xfrm>
            <a:off x="2133339" y="391884"/>
            <a:ext cx="8829675" cy="5118694"/>
          </a:xfrm>
          <a:prstGeom prst="rect">
            <a:avLst/>
          </a:prstGeom>
        </p:spPr>
      </p:pic>
      <p:sp>
        <p:nvSpPr>
          <p:cNvPr id="5" name="TextBox 4">
            <a:extLst>
              <a:ext uri="{FF2B5EF4-FFF2-40B4-BE49-F238E27FC236}">
                <a16:creationId xmlns:a16="http://schemas.microsoft.com/office/drawing/2014/main" id="{AA4B88A3-BDD0-FBC9-B036-34DD4942CDA6}"/>
              </a:ext>
            </a:extLst>
          </p:cNvPr>
          <p:cNvSpPr txBox="1"/>
          <p:nvPr/>
        </p:nvSpPr>
        <p:spPr>
          <a:xfrm>
            <a:off x="492370" y="5433371"/>
            <a:ext cx="11354637" cy="1169551"/>
          </a:xfrm>
          <a:prstGeom prst="rect">
            <a:avLst/>
          </a:prstGeom>
          <a:noFill/>
        </p:spPr>
        <p:txBody>
          <a:bodyPr wrap="square">
            <a:spAutoFit/>
          </a:bodyPr>
          <a:lstStyle/>
          <a:p>
            <a:pPr algn="l" rtl="0"/>
            <a:r>
              <a:rPr lang="en-US" sz="1400" b="0" i="0" dirty="0">
                <a:effectLst/>
              </a:rPr>
              <a:t>With a Cohen's</a:t>
            </a:r>
            <a:r>
              <a:rPr lang="en-US" sz="1400" b="0" i="1" dirty="0">
                <a:effectLst/>
              </a:rPr>
              <a:t>d</a:t>
            </a:r>
            <a:r>
              <a:rPr lang="en-US" sz="1400" b="0" i="0" dirty="0">
                <a:effectLst/>
              </a:rPr>
              <a:t>of 0.10, 54.0% of the "treatment" group will be above the mean of the "control" group (Cohen's U</a:t>
            </a:r>
            <a:r>
              <a:rPr lang="en-US" sz="1400" b="0" i="0" baseline="-25000" dirty="0">
                <a:effectLst/>
              </a:rPr>
              <a:t>3</a:t>
            </a:r>
            <a:r>
              <a:rPr lang="en-US" sz="1400" b="0" i="0" dirty="0">
                <a:effectLst/>
              </a:rPr>
              <a:t>), 96.0% of the two groups will overlap, and there is a 52.8% chance that a person picked at random from the "treatment" group will have a higher score than a person picked at random from the "control" group (probability of superiority). Moreover, in order to have one more favorable outcome in the "treatment" group compared to the "control" group, we need to treat 34.3 people on average. This means that if there are 100 people in each group, and we assume that 20 people have favorable outcomes in the "control" group, then 20 + 2.9 people in the "treatment" group will have favorable outcomes.</a:t>
            </a:r>
            <a:r>
              <a:rPr lang="en-US" sz="1400" b="0" i="0" baseline="30000" dirty="0">
                <a:effectLst/>
              </a:rPr>
              <a:t>1</a:t>
            </a:r>
            <a:endParaRPr lang="he-IL" sz="1400" dirty="0"/>
          </a:p>
        </p:txBody>
      </p:sp>
    </p:spTree>
    <p:extLst>
      <p:ext uri="{BB962C8B-B14F-4D97-AF65-F5344CB8AC3E}">
        <p14:creationId xmlns:p14="http://schemas.microsoft.com/office/powerpoint/2010/main" val="3204606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3AFD-0FF6-A52C-51CE-5FE2676834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9A0779-419C-0716-0B9F-FBEDC72D712F}"/>
              </a:ext>
            </a:extLst>
          </p:cNvPr>
          <p:cNvSpPr txBox="1"/>
          <p:nvPr/>
        </p:nvSpPr>
        <p:spPr>
          <a:xfrm>
            <a:off x="3043814" y="3596424"/>
            <a:ext cx="6104372" cy="646331"/>
          </a:xfrm>
          <a:custGeom>
            <a:avLst/>
            <a:gdLst>
              <a:gd name="csX0" fmla="*/ 0 w 6104372"/>
              <a:gd name="csY0" fmla="*/ 0 h 646331"/>
              <a:gd name="csX1" fmla="*/ 678264 w 6104372"/>
              <a:gd name="csY1" fmla="*/ 0 h 646331"/>
              <a:gd name="csX2" fmla="*/ 1234440 w 6104372"/>
              <a:gd name="csY2" fmla="*/ 0 h 646331"/>
              <a:gd name="csX3" fmla="*/ 1729572 w 6104372"/>
              <a:gd name="csY3" fmla="*/ 0 h 646331"/>
              <a:gd name="csX4" fmla="*/ 2346792 w 6104372"/>
              <a:gd name="csY4" fmla="*/ 0 h 646331"/>
              <a:gd name="csX5" fmla="*/ 2964012 w 6104372"/>
              <a:gd name="csY5" fmla="*/ 0 h 646331"/>
              <a:gd name="csX6" fmla="*/ 3703319 w 6104372"/>
              <a:gd name="csY6" fmla="*/ 0 h 646331"/>
              <a:gd name="csX7" fmla="*/ 4442626 w 6104372"/>
              <a:gd name="csY7" fmla="*/ 0 h 646331"/>
              <a:gd name="csX8" fmla="*/ 4998802 w 6104372"/>
              <a:gd name="csY8" fmla="*/ 0 h 646331"/>
              <a:gd name="csX9" fmla="*/ 6104372 w 6104372"/>
              <a:gd name="csY9" fmla="*/ 0 h 646331"/>
              <a:gd name="csX10" fmla="*/ 6104372 w 6104372"/>
              <a:gd name="csY10" fmla="*/ 646331 h 646331"/>
              <a:gd name="csX11" fmla="*/ 5365065 w 6104372"/>
              <a:gd name="csY11" fmla="*/ 646331 h 646331"/>
              <a:gd name="csX12" fmla="*/ 4747845 w 6104372"/>
              <a:gd name="csY12" fmla="*/ 646331 h 646331"/>
              <a:gd name="csX13" fmla="*/ 4130625 w 6104372"/>
              <a:gd name="csY13" fmla="*/ 646331 h 646331"/>
              <a:gd name="csX14" fmla="*/ 3330274 w 6104372"/>
              <a:gd name="csY14" fmla="*/ 646331 h 646331"/>
              <a:gd name="csX15" fmla="*/ 2835142 w 6104372"/>
              <a:gd name="csY15" fmla="*/ 646331 h 646331"/>
              <a:gd name="csX16" fmla="*/ 2156878 w 6104372"/>
              <a:gd name="csY16" fmla="*/ 646331 h 646331"/>
              <a:gd name="csX17" fmla="*/ 1661746 w 6104372"/>
              <a:gd name="csY17" fmla="*/ 646331 h 646331"/>
              <a:gd name="csX18" fmla="*/ 1105570 w 6104372"/>
              <a:gd name="csY18" fmla="*/ 646331 h 646331"/>
              <a:gd name="csX19" fmla="*/ 0 w 6104372"/>
              <a:gd name="csY19" fmla="*/ 646331 h 646331"/>
              <a:gd name="csX20" fmla="*/ 0 w 6104372"/>
              <a:gd name="csY20" fmla="*/ 0 h 646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104372" h="646331" extrusionOk="0">
                <a:moveTo>
                  <a:pt x="0" y="0"/>
                </a:moveTo>
                <a:cubicBezTo>
                  <a:pt x="336055" y="-20396"/>
                  <a:pt x="468512" y="-18796"/>
                  <a:pt x="678264" y="0"/>
                </a:cubicBezTo>
                <a:cubicBezTo>
                  <a:pt x="888016" y="18796"/>
                  <a:pt x="1053397" y="-3129"/>
                  <a:pt x="1234440" y="0"/>
                </a:cubicBezTo>
                <a:cubicBezTo>
                  <a:pt x="1415483" y="3129"/>
                  <a:pt x="1573247" y="13091"/>
                  <a:pt x="1729572" y="0"/>
                </a:cubicBezTo>
                <a:cubicBezTo>
                  <a:pt x="1885897" y="-13091"/>
                  <a:pt x="2214934" y="14779"/>
                  <a:pt x="2346792" y="0"/>
                </a:cubicBezTo>
                <a:cubicBezTo>
                  <a:pt x="2478650" y="-14779"/>
                  <a:pt x="2788014" y="-1978"/>
                  <a:pt x="2964012" y="0"/>
                </a:cubicBezTo>
                <a:cubicBezTo>
                  <a:pt x="3140010" y="1978"/>
                  <a:pt x="3545344" y="14387"/>
                  <a:pt x="3703319" y="0"/>
                </a:cubicBezTo>
                <a:cubicBezTo>
                  <a:pt x="3861294" y="-14387"/>
                  <a:pt x="4169594" y="-10275"/>
                  <a:pt x="4442626" y="0"/>
                </a:cubicBezTo>
                <a:cubicBezTo>
                  <a:pt x="4715658" y="10275"/>
                  <a:pt x="4767331" y="-24915"/>
                  <a:pt x="4998802" y="0"/>
                </a:cubicBezTo>
                <a:cubicBezTo>
                  <a:pt x="5230273" y="24915"/>
                  <a:pt x="5660144" y="-25617"/>
                  <a:pt x="6104372" y="0"/>
                </a:cubicBezTo>
                <a:cubicBezTo>
                  <a:pt x="6133937" y="185346"/>
                  <a:pt x="6118930" y="369957"/>
                  <a:pt x="6104372" y="646331"/>
                </a:cubicBezTo>
                <a:cubicBezTo>
                  <a:pt x="5762001" y="622959"/>
                  <a:pt x="5603332" y="671768"/>
                  <a:pt x="5365065" y="646331"/>
                </a:cubicBezTo>
                <a:cubicBezTo>
                  <a:pt x="5126798" y="620894"/>
                  <a:pt x="5039108" y="664839"/>
                  <a:pt x="4747845" y="646331"/>
                </a:cubicBezTo>
                <a:cubicBezTo>
                  <a:pt x="4456582" y="627823"/>
                  <a:pt x="4256359" y="632358"/>
                  <a:pt x="4130625" y="646331"/>
                </a:cubicBezTo>
                <a:cubicBezTo>
                  <a:pt x="4004891" y="660304"/>
                  <a:pt x="3693495" y="650558"/>
                  <a:pt x="3330274" y="646331"/>
                </a:cubicBezTo>
                <a:cubicBezTo>
                  <a:pt x="2967053" y="642104"/>
                  <a:pt x="2982950" y="632962"/>
                  <a:pt x="2835142" y="646331"/>
                </a:cubicBezTo>
                <a:cubicBezTo>
                  <a:pt x="2687334" y="659700"/>
                  <a:pt x="2321243" y="621203"/>
                  <a:pt x="2156878" y="646331"/>
                </a:cubicBezTo>
                <a:cubicBezTo>
                  <a:pt x="1992513" y="671459"/>
                  <a:pt x="1775970" y="626877"/>
                  <a:pt x="1661746" y="646331"/>
                </a:cubicBezTo>
                <a:cubicBezTo>
                  <a:pt x="1547522" y="665785"/>
                  <a:pt x="1313805" y="628272"/>
                  <a:pt x="1105570" y="646331"/>
                </a:cubicBezTo>
                <a:cubicBezTo>
                  <a:pt x="897335" y="664390"/>
                  <a:pt x="313739" y="685832"/>
                  <a:pt x="0" y="646331"/>
                </a:cubicBezTo>
                <a:cubicBezTo>
                  <a:pt x="16410" y="461701"/>
                  <a:pt x="-19522" y="199019"/>
                  <a:pt x="0" y="0"/>
                </a:cubicBezTo>
                <a:close/>
              </a:path>
            </a:pathLst>
          </a:custGeom>
          <a:noFill/>
          <a:ln>
            <a:solidFill>
              <a:srgbClr val="41A4AC"/>
            </a:solidFill>
            <a:extLst>
              <a:ext uri="{C807C97D-BFC1-408E-A445-0C87EB9F89A2}">
                <ask:lineSketchStyleProps xmlns:ask="http://schemas.microsoft.com/office/drawing/2018/sketchyshapes" sd="3069120968">
                  <a:prstGeom prst="rect">
                    <a:avLst/>
                  </a:prstGeom>
                  <ask:type>
                    <ask:lineSketchFreehand/>
                  </ask:type>
                </ask:lineSketchStyleProps>
              </a:ext>
            </a:extLst>
          </a:ln>
        </p:spPr>
        <p:txBody>
          <a:bodyPr wrap="square">
            <a:spAutoFit/>
          </a:bodyPr>
          <a:lstStyle/>
          <a:p>
            <a:pPr algn="l" rtl="0"/>
            <a:r>
              <a:rPr lang="en-US" sz="1800" dirty="0">
                <a:effectLst/>
                <a:latin typeface="Times New Roman" panose="02020603050405020304" pitchFamily="18" charset="0"/>
                <a:ea typeface="Times New Roman" panose="02020603050405020304" pitchFamily="18" charset="0"/>
              </a:rPr>
              <a:t>Effects </a:t>
            </a:r>
            <a:r>
              <a:rPr lang="en-US" sz="1800" dirty="0">
                <a:solidFill>
                  <a:schemeClr val="accent2"/>
                </a:solidFill>
                <a:effectLst/>
                <a:latin typeface="Times New Roman" panose="02020603050405020304" pitchFamily="18" charset="0"/>
                <a:ea typeface="Times New Roman" panose="02020603050405020304" pitchFamily="18" charset="0"/>
              </a:rPr>
              <a:t>varied greatly</a:t>
            </a:r>
            <a:r>
              <a:rPr lang="en-US" sz="1800" dirty="0">
                <a:effectLst/>
                <a:latin typeface="Times New Roman" panose="02020603050405020304" pitchFamily="18" charset="0"/>
                <a:ea typeface="Times New Roman" panose="02020603050405020304" pitchFamily="18" charset="0"/>
              </a:rPr>
              <a:t>, with the 95% prediction interval (PI) ranging from 0.15 to 0.32 </a:t>
            </a:r>
            <a:r>
              <a:rPr lang="en-US" dirty="0">
                <a:latin typeface="Times New Roman" panose="02020603050405020304" pitchFamily="18" charset="0"/>
                <a:ea typeface="Times New Roman" panose="02020603050405020304" pitchFamily="18" charset="0"/>
              </a:rPr>
              <a:t>(Visscher et al., 2025, p. 1)</a:t>
            </a:r>
            <a:endParaRPr lang="he-IL" dirty="0"/>
          </a:p>
        </p:txBody>
      </p:sp>
      <p:sp>
        <p:nvSpPr>
          <p:cNvPr id="7" name="TextBox 6">
            <a:extLst>
              <a:ext uri="{FF2B5EF4-FFF2-40B4-BE49-F238E27FC236}">
                <a16:creationId xmlns:a16="http://schemas.microsoft.com/office/drawing/2014/main" id="{CC01A99A-2300-5A26-4F56-91C51E92C4E5}"/>
              </a:ext>
            </a:extLst>
          </p:cNvPr>
          <p:cNvSpPr txBox="1"/>
          <p:nvPr/>
        </p:nvSpPr>
        <p:spPr>
          <a:xfrm>
            <a:off x="3048838" y="1288257"/>
            <a:ext cx="6094324" cy="1754326"/>
          </a:xfrm>
          <a:custGeom>
            <a:avLst/>
            <a:gdLst>
              <a:gd name="csX0" fmla="*/ 0 w 6094324"/>
              <a:gd name="csY0" fmla="*/ 0 h 1754326"/>
              <a:gd name="csX1" fmla="*/ 738090 w 6094324"/>
              <a:gd name="csY1" fmla="*/ 0 h 1754326"/>
              <a:gd name="csX2" fmla="*/ 1354294 w 6094324"/>
              <a:gd name="csY2" fmla="*/ 0 h 1754326"/>
              <a:gd name="csX3" fmla="*/ 2092385 w 6094324"/>
              <a:gd name="csY3" fmla="*/ 0 h 1754326"/>
              <a:gd name="csX4" fmla="*/ 2586702 w 6094324"/>
              <a:gd name="csY4" fmla="*/ 0 h 1754326"/>
              <a:gd name="csX5" fmla="*/ 3141963 w 6094324"/>
              <a:gd name="csY5" fmla="*/ 0 h 1754326"/>
              <a:gd name="csX6" fmla="*/ 3819110 w 6094324"/>
              <a:gd name="csY6" fmla="*/ 0 h 1754326"/>
              <a:gd name="csX7" fmla="*/ 4435314 w 6094324"/>
              <a:gd name="csY7" fmla="*/ 0 h 1754326"/>
              <a:gd name="csX8" fmla="*/ 4929631 w 6094324"/>
              <a:gd name="csY8" fmla="*/ 0 h 1754326"/>
              <a:gd name="csX9" fmla="*/ 6094324 w 6094324"/>
              <a:gd name="csY9" fmla="*/ 0 h 1754326"/>
              <a:gd name="csX10" fmla="*/ 6094324 w 6094324"/>
              <a:gd name="csY10" fmla="*/ 567232 h 1754326"/>
              <a:gd name="csX11" fmla="*/ 6094324 w 6094324"/>
              <a:gd name="csY11" fmla="*/ 1152007 h 1754326"/>
              <a:gd name="csX12" fmla="*/ 6094324 w 6094324"/>
              <a:gd name="csY12" fmla="*/ 1754326 h 1754326"/>
              <a:gd name="csX13" fmla="*/ 5417177 w 6094324"/>
              <a:gd name="csY13" fmla="*/ 1754326 h 1754326"/>
              <a:gd name="csX14" fmla="*/ 4740030 w 6094324"/>
              <a:gd name="csY14" fmla="*/ 1754326 h 1754326"/>
              <a:gd name="csX15" fmla="*/ 4123826 w 6094324"/>
              <a:gd name="csY15" fmla="*/ 1754326 h 1754326"/>
              <a:gd name="csX16" fmla="*/ 3385736 w 6094324"/>
              <a:gd name="csY16" fmla="*/ 1754326 h 1754326"/>
              <a:gd name="csX17" fmla="*/ 2708588 w 6094324"/>
              <a:gd name="csY17" fmla="*/ 1754326 h 1754326"/>
              <a:gd name="csX18" fmla="*/ 2214271 w 6094324"/>
              <a:gd name="csY18" fmla="*/ 1754326 h 1754326"/>
              <a:gd name="csX19" fmla="*/ 1415237 w 6094324"/>
              <a:gd name="csY19" fmla="*/ 1754326 h 1754326"/>
              <a:gd name="csX20" fmla="*/ 920920 w 6094324"/>
              <a:gd name="csY20" fmla="*/ 1754326 h 1754326"/>
              <a:gd name="csX21" fmla="*/ 0 w 6094324"/>
              <a:gd name="csY21" fmla="*/ 1754326 h 1754326"/>
              <a:gd name="csX22" fmla="*/ 0 w 6094324"/>
              <a:gd name="csY22" fmla="*/ 1134464 h 1754326"/>
              <a:gd name="csX23" fmla="*/ 0 w 6094324"/>
              <a:gd name="csY23" fmla="*/ 514602 h 1754326"/>
              <a:gd name="csX24" fmla="*/ 0 w 6094324"/>
              <a:gd name="csY24" fmla="*/ 0 h 1754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094324" h="1754326" extrusionOk="0">
                <a:moveTo>
                  <a:pt x="0" y="0"/>
                </a:moveTo>
                <a:cubicBezTo>
                  <a:pt x="309660" y="-15726"/>
                  <a:pt x="411449" y="15571"/>
                  <a:pt x="738090" y="0"/>
                </a:cubicBezTo>
                <a:cubicBezTo>
                  <a:pt x="1064731" y="-15571"/>
                  <a:pt x="1156141" y="-26629"/>
                  <a:pt x="1354294" y="0"/>
                </a:cubicBezTo>
                <a:cubicBezTo>
                  <a:pt x="1552447" y="26629"/>
                  <a:pt x="1844954" y="20597"/>
                  <a:pt x="2092385" y="0"/>
                </a:cubicBezTo>
                <a:cubicBezTo>
                  <a:pt x="2339816" y="-20597"/>
                  <a:pt x="2361641" y="23718"/>
                  <a:pt x="2586702" y="0"/>
                </a:cubicBezTo>
                <a:cubicBezTo>
                  <a:pt x="2811763" y="-23718"/>
                  <a:pt x="2972724" y="-8079"/>
                  <a:pt x="3141963" y="0"/>
                </a:cubicBezTo>
                <a:cubicBezTo>
                  <a:pt x="3311202" y="8079"/>
                  <a:pt x="3552635" y="4018"/>
                  <a:pt x="3819110" y="0"/>
                </a:cubicBezTo>
                <a:cubicBezTo>
                  <a:pt x="4085585" y="-4018"/>
                  <a:pt x="4150547" y="19409"/>
                  <a:pt x="4435314" y="0"/>
                </a:cubicBezTo>
                <a:cubicBezTo>
                  <a:pt x="4720081" y="-19409"/>
                  <a:pt x="4781338" y="-7304"/>
                  <a:pt x="4929631" y="0"/>
                </a:cubicBezTo>
                <a:cubicBezTo>
                  <a:pt x="5077924" y="7304"/>
                  <a:pt x="5682441" y="39916"/>
                  <a:pt x="6094324" y="0"/>
                </a:cubicBezTo>
                <a:cubicBezTo>
                  <a:pt x="6080694" y="205446"/>
                  <a:pt x="6110330" y="399165"/>
                  <a:pt x="6094324" y="567232"/>
                </a:cubicBezTo>
                <a:cubicBezTo>
                  <a:pt x="6078318" y="735299"/>
                  <a:pt x="6116835" y="873336"/>
                  <a:pt x="6094324" y="1152007"/>
                </a:cubicBezTo>
                <a:cubicBezTo>
                  <a:pt x="6071813" y="1430679"/>
                  <a:pt x="6123570" y="1473941"/>
                  <a:pt x="6094324" y="1754326"/>
                </a:cubicBezTo>
                <a:cubicBezTo>
                  <a:pt x="5890040" y="1781844"/>
                  <a:pt x="5704397" y="1760759"/>
                  <a:pt x="5417177" y="1754326"/>
                </a:cubicBezTo>
                <a:cubicBezTo>
                  <a:pt x="5129957" y="1747893"/>
                  <a:pt x="4964868" y="1734725"/>
                  <a:pt x="4740030" y="1754326"/>
                </a:cubicBezTo>
                <a:cubicBezTo>
                  <a:pt x="4515192" y="1773927"/>
                  <a:pt x="4361037" y="1735137"/>
                  <a:pt x="4123826" y="1754326"/>
                </a:cubicBezTo>
                <a:cubicBezTo>
                  <a:pt x="3886615" y="1773515"/>
                  <a:pt x="3571304" y="1719734"/>
                  <a:pt x="3385736" y="1754326"/>
                </a:cubicBezTo>
                <a:cubicBezTo>
                  <a:pt x="3200168" y="1788919"/>
                  <a:pt x="2932589" y="1746711"/>
                  <a:pt x="2708588" y="1754326"/>
                </a:cubicBezTo>
                <a:cubicBezTo>
                  <a:pt x="2484587" y="1761941"/>
                  <a:pt x="2313850" y="1769921"/>
                  <a:pt x="2214271" y="1754326"/>
                </a:cubicBezTo>
                <a:cubicBezTo>
                  <a:pt x="2114692" y="1738731"/>
                  <a:pt x="1787247" y="1781106"/>
                  <a:pt x="1415237" y="1754326"/>
                </a:cubicBezTo>
                <a:cubicBezTo>
                  <a:pt x="1043227" y="1727546"/>
                  <a:pt x="1046021" y="1763251"/>
                  <a:pt x="920920" y="1754326"/>
                </a:cubicBezTo>
                <a:cubicBezTo>
                  <a:pt x="795819" y="1745401"/>
                  <a:pt x="382605" y="1793299"/>
                  <a:pt x="0" y="1754326"/>
                </a:cubicBezTo>
                <a:cubicBezTo>
                  <a:pt x="-21147" y="1567424"/>
                  <a:pt x="-17396" y="1438767"/>
                  <a:pt x="0" y="1134464"/>
                </a:cubicBezTo>
                <a:cubicBezTo>
                  <a:pt x="17396" y="830161"/>
                  <a:pt x="20324" y="756431"/>
                  <a:pt x="0" y="514602"/>
                </a:cubicBezTo>
                <a:cubicBezTo>
                  <a:pt x="-20324" y="272773"/>
                  <a:pt x="24507" y="109004"/>
                  <a:pt x="0" y="0"/>
                </a:cubicBezTo>
                <a:close/>
              </a:path>
            </a:pathLst>
          </a:custGeom>
          <a:noFill/>
          <a:ln>
            <a:solidFill>
              <a:srgbClr val="41A4AC"/>
            </a:solidFill>
            <a:extLst>
              <a:ext uri="{C807C97D-BFC1-408E-A445-0C87EB9F89A2}">
                <ask:lineSketchStyleProps xmlns:ask="http://schemas.microsoft.com/office/drawing/2018/sketchyshapes" sd="3875557633">
                  <a:prstGeom prst="rect">
                    <a:avLst/>
                  </a:prstGeom>
                  <ask:type>
                    <ask:lineSketchFreehand/>
                  </ask:type>
                </ask:lineSketchStyleProps>
              </a:ext>
            </a:extLst>
          </a:ln>
        </p:spPr>
        <p:txBody>
          <a:bodyPr wrap="square">
            <a:spAutoFit/>
          </a:bodyPr>
          <a:lstStyle>
            <a:defPPr>
              <a:defRPr lang="he-IL"/>
            </a:defPPr>
            <a:lvl1pPr>
              <a:defRPr>
                <a:effectLst/>
                <a:latin typeface="Times New Roman" panose="02020603050405020304" pitchFamily="18" charset="0"/>
                <a:ea typeface="Times New Roman" panose="02020603050405020304" pitchFamily="18" charset="0"/>
              </a:defRPr>
            </a:lvl1pPr>
          </a:lstStyle>
          <a:p>
            <a:pPr algn="l" rtl="0"/>
            <a:r>
              <a:rPr lang="en-US" dirty="0"/>
              <a:t>Small effects are important, as they can support them </a:t>
            </a:r>
            <a:r>
              <a:rPr lang="en-US" dirty="0">
                <a:solidFill>
                  <a:schemeClr val="accent2"/>
                </a:solidFill>
              </a:rPr>
              <a:t>incremental improvement </a:t>
            </a:r>
            <a:r>
              <a:rPr lang="en-US" dirty="0"/>
              <a:t>of educational practice. Moreover, if thousands or even millions of students can benefit from such effective TPD interventions, when they are implemented on a large scale, then the impact will be enormous. (Visscher et al., 2025, p. 13)</a:t>
            </a:r>
          </a:p>
        </p:txBody>
      </p:sp>
    </p:spTree>
    <p:extLst>
      <p:ext uri="{BB962C8B-B14F-4D97-AF65-F5344CB8AC3E}">
        <p14:creationId xmlns:p14="http://schemas.microsoft.com/office/powerpoint/2010/main" val="178705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A1B90-6BD5-6072-6B1C-2760ED02CC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135C30-4728-CF53-19E6-494088EBF08B}"/>
              </a:ext>
            </a:extLst>
          </p:cNvPr>
          <p:cNvSpPr>
            <a:spLocks noGrp="1"/>
          </p:cNvSpPr>
          <p:nvPr>
            <p:ph type="sldNum" sz="quarter" idx="12"/>
          </p:nvPr>
        </p:nvSpPr>
        <p:spPr/>
        <p:txBody>
          <a:bodyPr/>
          <a:lstStyle/>
          <a:p>
            <a:pPr algn="l" rtl="0"/>
            <a:fld id="{61BD36B9-D2D7-43AE-A74F-D1C823B74562}" type="slidenum">
              <a:rPr lang="he-IL" sz="1600" smtClean="0"/>
              <a:t>8</a:t>
            </a:fld>
            <a:endParaRPr lang="he-IL" sz="1600"/>
          </a:p>
        </p:txBody>
      </p:sp>
      <p:graphicFrame>
        <p:nvGraphicFramePr>
          <p:cNvPr id="5" name="Diagram 4">
            <a:extLst>
              <a:ext uri="{FF2B5EF4-FFF2-40B4-BE49-F238E27FC236}">
                <a16:creationId xmlns:a16="http://schemas.microsoft.com/office/drawing/2014/main" id="{6B37ABE4-65DA-301D-D3E4-F9C771DD1121}"/>
              </a:ext>
            </a:extLst>
          </p:cNvPr>
          <p:cNvGraphicFramePr/>
          <p:nvPr>
            <p:extLst>
              <p:ext uri="{D42A27DB-BD31-4B8C-83A1-F6EECF244321}">
                <p14:modId xmlns:p14="http://schemas.microsoft.com/office/powerpoint/2010/main" val="2494694206"/>
              </p:ext>
            </p:extLst>
          </p:nvPr>
        </p:nvGraphicFramePr>
        <p:xfrm>
          <a:off x="2280768" y="1017395"/>
          <a:ext cx="7630465" cy="48232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519452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E5552-EDF3-5F4A-F8DE-1E894E83BA4D}"/>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ECC24290-E4E5-8076-52D9-19969D7A176D}"/>
              </a:ext>
            </a:extLst>
          </p:cNvPr>
          <p:cNvSpPr txBox="1"/>
          <p:nvPr/>
        </p:nvSpPr>
        <p:spPr>
          <a:xfrm>
            <a:off x="993462" y="4622423"/>
            <a:ext cx="1720343" cy="646331"/>
          </a:xfrm>
          <a:prstGeom prst="rect">
            <a:avLst/>
          </a:prstGeom>
          <a:noFill/>
        </p:spPr>
        <p:txBody>
          <a:bodyPr wrap="none" rtlCol="1">
            <a:spAutoFit/>
          </a:bodyPr>
          <a:lstStyle/>
          <a:p>
            <a:pPr algn="ctr" rtl="0"/>
            <a:r>
              <a:rPr lang="he-IL" dirty="0"/>
              <a:t>Disciplinary knowledge</a:t>
            </a:r>
          </a:p>
          <a:p>
            <a:pPr algn="ctr" rtl="0"/>
            <a:r>
              <a:rPr lang="he-IL" dirty="0"/>
              <a:t>Specific techniques</a:t>
            </a:r>
          </a:p>
        </p:txBody>
      </p:sp>
      <p:sp>
        <p:nvSpPr>
          <p:cNvPr id="3" name="Title 2">
            <a:extLst>
              <a:ext uri="{FF2B5EF4-FFF2-40B4-BE49-F238E27FC236}">
                <a16:creationId xmlns:a16="http://schemas.microsoft.com/office/drawing/2014/main" id="{2B4DFBB7-A32C-972E-835D-CC456E04A37C}"/>
              </a:ext>
            </a:extLst>
          </p:cNvPr>
          <p:cNvSpPr>
            <a:spLocks noGrp="1"/>
          </p:cNvSpPr>
          <p:nvPr>
            <p:ph type="title"/>
          </p:nvPr>
        </p:nvSpPr>
        <p:spPr>
          <a:xfrm>
            <a:off x="2019720" y="455101"/>
            <a:ext cx="8324430" cy="946150"/>
          </a:xfrm>
        </p:spPr>
        <p:txBody>
          <a:bodyPr>
            <a:normAutofit fontScale="90000"/>
          </a:bodyPr>
          <a:lstStyle/>
          <a:p>
            <a:pPr algn="l" rtl="0"/>
            <a:r>
              <a:rPr lang="he-IL" dirty="0"/>
              <a:t>What characterizes effective training?</a:t>
            </a:r>
          </a:p>
        </p:txBody>
      </p:sp>
      <p:sp>
        <p:nvSpPr>
          <p:cNvPr id="5" name="Content Placeholder 4">
            <a:extLst>
              <a:ext uri="{FF2B5EF4-FFF2-40B4-BE49-F238E27FC236}">
                <a16:creationId xmlns:a16="http://schemas.microsoft.com/office/drawing/2014/main" id="{AA7FD695-137E-E353-A378-D1856DF89B58}"/>
              </a:ext>
            </a:extLst>
          </p:cNvPr>
          <p:cNvSpPr>
            <a:spLocks noGrp="1"/>
          </p:cNvSpPr>
          <p:nvPr>
            <p:ph sz="half" idx="1"/>
          </p:nvPr>
        </p:nvSpPr>
        <p:spPr>
          <a:xfrm>
            <a:off x="816024" y="3636812"/>
            <a:ext cx="1973826" cy="834891"/>
          </a:xfrm>
        </p:spPr>
        <p:txBody>
          <a:bodyPr>
            <a:noAutofit/>
          </a:bodyPr>
          <a:lstStyle/>
          <a:p>
            <a:pPr marL="0" indent="0" algn="ctr" rtl="0">
              <a:buNone/>
            </a:pPr>
            <a:r>
              <a:rPr lang="he-IL" dirty="0"/>
              <a:t>Focused knowledge</a:t>
            </a:r>
          </a:p>
        </p:txBody>
      </p:sp>
      <p:sp>
        <p:nvSpPr>
          <p:cNvPr id="2" name="Content Placeholder 4">
            <a:extLst>
              <a:ext uri="{FF2B5EF4-FFF2-40B4-BE49-F238E27FC236}">
                <a16:creationId xmlns:a16="http://schemas.microsoft.com/office/drawing/2014/main" id="{55570C96-4BA8-10EC-7C46-AFF366F1469C}"/>
              </a:ext>
            </a:extLst>
          </p:cNvPr>
          <p:cNvSpPr txBox="1">
            <a:spLocks/>
          </p:cNvSpPr>
          <p:nvPr/>
        </p:nvSpPr>
        <p:spPr>
          <a:xfrm>
            <a:off x="9171859" y="3636813"/>
            <a:ext cx="2501641" cy="738354"/>
          </a:xfrm>
          <a:prstGeom prst="rect">
            <a:avLst/>
          </a:prstGeom>
        </p:spPr>
        <p:txBody>
          <a:bodyPr vert="horz" lIns="91440" tIns="45720" rIns="91440" bIns="45720" rtlCol="0">
            <a:noAutofit/>
          </a:bodyPr>
          <a:lstStyle>
            <a:lvl1pPr marL="534988" indent="-534988" algn="r" defTabSz="914400" rtl="1" eaLnBrk="1" latinLnBrk="0" hangingPunct="1">
              <a:lnSpc>
                <a:spcPct val="90000"/>
              </a:lnSpc>
              <a:spcBef>
                <a:spcPts val="1000"/>
              </a:spcBef>
              <a:buClr>
                <a:schemeClr val="accent2"/>
              </a:buClr>
              <a:buFont typeface="Wingdings" panose="05000000000000000000" pitchFamily="2" charset="2"/>
              <a:buChar char="¢"/>
              <a:defRPr sz="2800" kern="1200">
                <a:solidFill>
                  <a:schemeClr val="tx1"/>
                </a:solidFill>
                <a:latin typeface="Calibri" panose="020F0502020204030204" pitchFamily="34" charset="0"/>
                <a:ea typeface="+mn-ea"/>
                <a:cs typeface="Calibri" panose="020F0502020204030204" pitchFamily="34" charset="0"/>
              </a:defRPr>
            </a:lvl1pPr>
            <a:lvl2pPr marL="896938" indent="-439738" algn="r" defTabSz="914400" rtl="1" eaLnBrk="1" latinLnBrk="0" hangingPunct="1">
              <a:lnSpc>
                <a:spcPct val="90000"/>
              </a:lnSpc>
              <a:spcBef>
                <a:spcPts val="500"/>
              </a:spcBef>
              <a:buClr>
                <a:schemeClr val="accent2"/>
              </a:buClr>
              <a:buFont typeface="Wingdings" panose="05000000000000000000" pitchFamily="2" charset="2"/>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r" defTabSz="914400" rtl="1" eaLnBrk="1" latinLnBrk="0" hangingPunct="1">
              <a:lnSpc>
                <a:spcPct val="90000"/>
              </a:lnSpc>
              <a:spcBef>
                <a:spcPts val="500"/>
              </a:spcBef>
              <a:buClr>
                <a:schemeClr val="accent2"/>
              </a:buClr>
              <a:buFont typeface="Wingdings" panose="05000000000000000000" pitchFamily="2" charset="2"/>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r" defTabSz="914400" rtl="1" eaLnBrk="1" latinLnBrk="0" hangingPunct="1">
              <a:lnSpc>
                <a:spcPct val="90000"/>
              </a:lnSpc>
              <a:spcBef>
                <a:spcPts val="500"/>
              </a:spcBef>
              <a:buClr>
                <a:schemeClr val="accent2"/>
              </a:buClr>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r" defTabSz="914400" rtl="1" eaLnBrk="1" latinLnBrk="0" hangingPunct="1">
              <a:lnSpc>
                <a:spcPct val="90000"/>
              </a:lnSpc>
              <a:spcBef>
                <a:spcPts val="500"/>
              </a:spcBef>
              <a:buClr>
                <a:schemeClr val="accent2"/>
              </a:buClr>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41A4AC"/>
              </a:buClr>
              <a:buSzTx/>
              <a:buFont typeface="Wingdings" panose="05000000000000000000" pitchFamily="2" charset="2"/>
              <a:buNone/>
              <a:tabLst/>
              <a:defRPr/>
            </a:pPr>
            <a:r>
              <a:rPr kumimoji="0" lang="he-IL" b="0" i="0" u="none" strike="noStrike" kern="1200" cap="none" spc="0" normalizeH="0" baseline="0" noProof="0" dirty="0">
                <a:ln>
                  <a:noFill/>
                </a:ln>
                <a:solidFill>
                  <a:srgbClr val="262626"/>
                </a:solidFill>
                <a:effectLst/>
                <a:uLnTx/>
                <a:uFillTx/>
                <a:latin typeface="Calibri" panose="020F0502020204030204" pitchFamily="34" charset="0"/>
                <a:ea typeface="+mn-ea"/>
                <a:cs typeface="Calibri" panose="020F0502020204030204" pitchFamily="34" charset="0"/>
              </a:rPr>
              <a:t>Evidence-based practice</a:t>
            </a:r>
          </a:p>
        </p:txBody>
      </p:sp>
      <p:sp>
        <p:nvSpPr>
          <p:cNvPr id="7" name="Oval 6">
            <a:extLst>
              <a:ext uri="{FF2B5EF4-FFF2-40B4-BE49-F238E27FC236}">
                <a16:creationId xmlns:a16="http://schemas.microsoft.com/office/drawing/2014/main" id="{D5DCEAF8-D879-EA22-823C-13DC96659FD2}"/>
              </a:ext>
            </a:extLst>
          </p:cNvPr>
          <p:cNvSpPr/>
          <p:nvPr/>
        </p:nvSpPr>
        <p:spPr>
          <a:xfrm>
            <a:off x="1105594" y="1934688"/>
            <a:ext cx="1394686" cy="139468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3F3F3"/>
              </a:solidFill>
              <a:effectLst/>
              <a:uLnTx/>
              <a:uFillTx/>
              <a:latin typeface="Calibri"/>
              <a:ea typeface="+mn-ea"/>
              <a:cs typeface="Calibri"/>
            </a:endParaRPr>
          </a:p>
        </p:txBody>
      </p:sp>
      <p:sp>
        <p:nvSpPr>
          <p:cNvPr id="13" name="Oval 12">
            <a:extLst>
              <a:ext uri="{FF2B5EF4-FFF2-40B4-BE49-F238E27FC236}">
                <a16:creationId xmlns:a16="http://schemas.microsoft.com/office/drawing/2014/main" id="{17304AB5-AB06-2C89-27C4-ACD226F8BF60}"/>
              </a:ext>
            </a:extLst>
          </p:cNvPr>
          <p:cNvSpPr/>
          <p:nvPr/>
        </p:nvSpPr>
        <p:spPr>
          <a:xfrm>
            <a:off x="9725336" y="1934689"/>
            <a:ext cx="1394686" cy="139468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3F3F3"/>
              </a:solidFill>
              <a:effectLst/>
              <a:uLnTx/>
              <a:uFillTx/>
              <a:latin typeface="Calibri"/>
              <a:ea typeface="+mn-ea"/>
              <a:cs typeface="Calibri"/>
            </a:endParaRPr>
          </a:p>
        </p:txBody>
      </p:sp>
      <p:pic>
        <p:nvPicPr>
          <p:cNvPr id="16" name="Graphic 15" descr="Bug under magnifying glass outline">
            <a:extLst>
              <a:ext uri="{FF2B5EF4-FFF2-40B4-BE49-F238E27FC236}">
                <a16:creationId xmlns:a16="http://schemas.microsoft.com/office/drawing/2014/main" id="{99BA6D91-0099-90AB-4646-086FD133DD7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flipH="1">
            <a:off x="1345737" y="2167324"/>
            <a:ext cx="914400" cy="914400"/>
          </a:xfrm>
          <a:prstGeom prst="rect">
            <a:avLst/>
          </a:prstGeom>
        </p:spPr>
      </p:pic>
      <p:pic>
        <p:nvPicPr>
          <p:cNvPr id="24" name="Graphic 23" descr="Martial Arts outline">
            <a:extLst>
              <a:ext uri="{FF2B5EF4-FFF2-40B4-BE49-F238E27FC236}">
                <a16:creationId xmlns:a16="http://schemas.microsoft.com/office/drawing/2014/main" id="{F35D97CB-5CE1-0F66-457A-9C752A2EA06F}"/>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flipH="1">
            <a:off x="9965479" y="2197860"/>
            <a:ext cx="914400" cy="914400"/>
          </a:xfrm>
          <a:prstGeom prst="rect">
            <a:avLst/>
          </a:prstGeom>
        </p:spPr>
      </p:pic>
      <p:sp>
        <p:nvSpPr>
          <p:cNvPr id="6" name="Content Placeholder 4">
            <a:extLst>
              <a:ext uri="{FF2B5EF4-FFF2-40B4-BE49-F238E27FC236}">
                <a16:creationId xmlns:a16="http://schemas.microsoft.com/office/drawing/2014/main" id="{FAA91DCC-86AC-4CFF-3D1C-841B6B257422}"/>
              </a:ext>
            </a:extLst>
          </p:cNvPr>
          <p:cNvSpPr txBox="1">
            <a:spLocks/>
          </p:cNvSpPr>
          <p:nvPr/>
        </p:nvSpPr>
        <p:spPr>
          <a:xfrm>
            <a:off x="6585036" y="3624142"/>
            <a:ext cx="1973826" cy="492916"/>
          </a:xfrm>
          <a:prstGeom prst="rect">
            <a:avLst/>
          </a:prstGeom>
        </p:spPr>
        <p:txBody>
          <a:bodyPr vert="horz" lIns="91440" tIns="45720" rIns="91440" bIns="45720" rtlCol="0">
            <a:normAutofit/>
          </a:bodyPr>
          <a:lstStyle>
            <a:lvl1pPr marL="534988" indent="-534988" algn="r" defTabSz="914400" rtl="1" eaLnBrk="1" latinLnBrk="0" hangingPunct="1">
              <a:lnSpc>
                <a:spcPct val="90000"/>
              </a:lnSpc>
              <a:spcBef>
                <a:spcPts val="1000"/>
              </a:spcBef>
              <a:buClr>
                <a:schemeClr val="accent2"/>
              </a:buClr>
              <a:buFont typeface="Wingdings" panose="05000000000000000000" pitchFamily="2" charset="2"/>
              <a:buChar char="¢"/>
              <a:defRPr sz="2800" kern="1200">
                <a:solidFill>
                  <a:schemeClr val="tx1"/>
                </a:solidFill>
                <a:latin typeface="Calibri" panose="020F0502020204030204" pitchFamily="34" charset="0"/>
                <a:ea typeface="+mn-ea"/>
                <a:cs typeface="Calibri" panose="020F0502020204030204" pitchFamily="34" charset="0"/>
              </a:defRPr>
            </a:lvl1pPr>
            <a:lvl2pPr marL="896938" indent="-439738" algn="r" defTabSz="914400" rtl="1" eaLnBrk="1" latinLnBrk="0" hangingPunct="1">
              <a:lnSpc>
                <a:spcPct val="90000"/>
              </a:lnSpc>
              <a:spcBef>
                <a:spcPts val="500"/>
              </a:spcBef>
              <a:buClr>
                <a:schemeClr val="accent2"/>
              </a:buClr>
              <a:buFont typeface="Wingdings" panose="05000000000000000000" pitchFamily="2" charset="2"/>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r" defTabSz="914400" rtl="1" eaLnBrk="1" latinLnBrk="0" hangingPunct="1">
              <a:lnSpc>
                <a:spcPct val="90000"/>
              </a:lnSpc>
              <a:spcBef>
                <a:spcPts val="500"/>
              </a:spcBef>
              <a:buClr>
                <a:schemeClr val="accent2"/>
              </a:buClr>
              <a:buFont typeface="Wingdings" panose="05000000000000000000" pitchFamily="2" charset="2"/>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r" defTabSz="914400" rtl="1" eaLnBrk="1" latinLnBrk="0" hangingPunct="1">
              <a:lnSpc>
                <a:spcPct val="90000"/>
              </a:lnSpc>
              <a:spcBef>
                <a:spcPts val="500"/>
              </a:spcBef>
              <a:buClr>
                <a:schemeClr val="accent2"/>
              </a:buClr>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r" defTabSz="914400" rtl="1" eaLnBrk="1" latinLnBrk="0" hangingPunct="1">
              <a:lnSpc>
                <a:spcPct val="90000"/>
              </a:lnSpc>
              <a:spcBef>
                <a:spcPts val="500"/>
              </a:spcBef>
              <a:buClr>
                <a:schemeClr val="accent2"/>
              </a:buClr>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41A4AC"/>
              </a:buClr>
              <a:buSzTx/>
              <a:buFont typeface="Wingdings" panose="05000000000000000000" pitchFamily="2" charset="2"/>
              <a:buNone/>
              <a:tabLst/>
              <a:defRPr/>
            </a:pPr>
            <a:r>
              <a:rPr kumimoji="0" lang="en-US" sz="2800" b="0" i="0" u="none" strike="noStrike" kern="1200" cap="none" spc="0" normalizeH="0" baseline="0" noProof="0" dirty="0">
                <a:ln>
                  <a:noFill/>
                </a:ln>
                <a:solidFill>
                  <a:srgbClr val="262626"/>
                </a:solidFill>
                <a:effectLst/>
                <a:uLnTx/>
                <a:uFillTx/>
                <a:latin typeface="Calibri" panose="020F0502020204030204" pitchFamily="34" charset="0"/>
                <a:ea typeface="+mn-ea"/>
                <a:cs typeface="Calibri" panose="020F0502020204030204" pitchFamily="34" charset="0"/>
              </a:rPr>
              <a:t>T</a:t>
            </a:r>
            <a:r>
              <a:rPr kumimoji="0" lang="he-IL" sz="2800" b="0" i="0" u="none" strike="noStrike" kern="1200" cap="none" spc="0" normalizeH="0" baseline="0" noProof="0" dirty="0" err="1">
                <a:ln>
                  <a:noFill/>
                </a:ln>
                <a:solidFill>
                  <a:srgbClr val="262626"/>
                </a:solidFill>
                <a:effectLst/>
                <a:uLnTx/>
                <a:uFillTx/>
                <a:latin typeface="Calibri" panose="020F0502020204030204" pitchFamily="34" charset="0"/>
                <a:ea typeface="+mn-ea"/>
                <a:cs typeface="Calibri" panose="020F0502020204030204" pitchFamily="34" charset="0"/>
              </a:rPr>
              <a:t>ransfer</a:t>
            </a:r>
            <a:endParaRPr kumimoji="0" lang="he-IL" sz="2800" b="0" i="0" u="none" strike="noStrike" kern="1200" cap="none" spc="0" normalizeH="0" baseline="0" noProof="0" dirty="0">
              <a:ln>
                <a:noFill/>
              </a:ln>
              <a:solidFill>
                <a:srgbClr val="262626"/>
              </a:solidFill>
              <a:effectLst/>
              <a:uLnTx/>
              <a:uFillTx/>
              <a:latin typeface="Calibri" panose="020F0502020204030204" pitchFamily="34" charset="0"/>
              <a:ea typeface="+mn-ea"/>
              <a:cs typeface="Calibri" panose="020F0502020204030204" pitchFamily="34" charset="0"/>
            </a:endParaRPr>
          </a:p>
        </p:txBody>
      </p:sp>
      <p:sp>
        <p:nvSpPr>
          <p:cNvPr id="8" name="Oval 7">
            <a:extLst>
              <a:ext uri="{FF2B5EF4-FFF2-40B4-BE49-F238E27FC236}">
                <a16:creationId xmlns:a16="http://schemas.microsoft.com/office/drawing/2014/main" id="{44C13857-C684-D337-1EAB-420900CFAEDE}"/>
              </a:ext>
            </a:extLst>
          </p:cNvPr>
          <p:cNvSpPr/>
          <p:nvPr/>
        </p:nvSpPr>
        <p:spPr>
          <a:xfrm>
            <a:off x="6833898" y="1918129"/>
            <a:ext cx="1394686" cy="139468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sng" strike="noStrike" kern="1200" cap="none" spc="0" normalizeH="0" baseline="0" noProof="0" dirty="0">
              <a:ln>
                <a:noFill/>
              </a:ln>
              <a:solidFill>
                <a:srgbClr val="F3F3F3"/>
              </a:solidFill>
              <a:effectLst/>
              <a:uLnTx/>
              <a:uFillTx/>
              <a:latin typeface="Calibri"/>
              <a:ea typeface="+mn-ea"/>
              <a:cs typeface="Calibri"/>
            </a:endParaRPr>
          </a:p>
        </p:txBody>
      </p:sp>
      <p:pic>
        <p:nvPicPr>
          <p:cNvPr id="10" name="Graphic 9" descr="Classroom outline">
            <a:extLst>
              <a:ext uri="{FF2B5EF4-FFF2-40B4-BE49-F238E27FC236}">
                <a16:creationId xmlns:a16="http://schemas.microsoft.com/office/drawing/2014/main" id="{40ED6722-2C08-45E0-5BA2-79E15BC368CA}"/>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flipH="1">
            <a:off x="7074041" y="2141108"/>
            <a:ext cx="914400" cy="914400"/>
          </a:xfrm>
          <a:prstGeom prst="rect">
            <a:avLst/>
          </a:prstGeom>
        </p:spPr>
      </p:pic>
      <p:sp>
        <p:nvSpPr>
          <p:cNvPr id="11" name="TextBox 10">
            <a:extLst>
              <a:ext uri="{FF2B5EF4-FFF2-40B4-BE49-F238E27FC236}">
                <a16:creationId xmlns:a16="http://schemas.microsoft.com/office/drawing/2014/main" id="{A131D825-C1B7-51C6-C44D-0016A5A23FCB}"/>
              </a:ext>
            </a:extLst>
          </p:cNvPr>
          <p:cNvSpPr txBox="1"/>
          <p:nvPr/>
        </p:nvSpPr>
        <p:spPr>
          <a:xfrm>
            <a:off x="546357" y="6329580"/>
            <a:ext cx="9321123" cy="369332"/>
          </a:xfrm>
          <a:prstGeom prst="rect">
            <a:avLst/>
          </a:prstGeom>
          <a:noFill/>
        </p:spPr>
        <p:txBody>
          <a:bodyPr wrap="square">
            <a:spAutoFit/>
          </a:bodyPr>
          <a:lstStyle/>
          <a:p>
            <a:pPr algn="l" rtl="0"/>
            <a:r>
              <a:rPr lang="en-US" dirty="0"/>
              <a:t>Darling-Hammond et al., 2017; </a:t>
            </a:r>
            <a:r>
              <a:rPr lang="en-US" sz="1800" dirty="0">
                <a:effectLst/>
                <a:ea typeface="Times New Roman" panose="02020603050405020304" pitchFamily="18" charset="0"/>
              </a:rPr>
              <a:t>Hubers et al., 2022</a:t>
            </a:r>
            <a:r>
              <a:rPr lang="en-US" dirty="0">
                <a:ea typeface="Times New Roman" panose="02020603050405020304" pitchFamily="18" charset="0"/>
              </a:rPr>
              <a:t>; </a:t>
            </a:r>
            <a:r>
              <a:rPr lang="en-US" dirty="0"/>
              <a:t>Hughes et al., 2020; Sims et al., 2025</a:t>
            </a:r>
            <a:endParaRPr lang="he-IL" dirty="0"/>
          </a:p>
        </p:txBody>
      </p:sp>
      <p:sp>
        <p:nvSpPr>
          <p:cNvPr id="15" name="TextBox 14">
            <a:extLst>
              <a:ext uri="{FF2B5EF4-FFF2-40B4-BE49-F238E27FC236}">
                <a16:creationId xmlns:a16="http://schemas.microsoft.com/office/drawing/2014/main" id="{D9CE438F-CD8E-927B-FA1C-0052F3549AAD}"/>
              </a:ext>
            </a:extLst>
          </p:cNvPr>
          <p:cNvSpPr txBox="1"/>
          <p:nvPr/>
        </p:nvSpPr>
        <p:spPr>
          <a:xfrm>
            <a:off x="9458523" y="4622424"/>
            <a:ext cx="1916550" cy="1477328"/>
          </a:xfrm>
          <a:prstGeom prst="rect">
            <a:avLst/>
          </a:prstGeom>
          <a:noFill/>
        </p:spPr>
        <p:txBody>
          <a:bodyPr wrap="none" rtlCol="1">
            <a:spAutoFit/>
          </a:bodyPr>
          <a:lstStyle/>
          <a:p>
            <a:pPr algn="ctr" rtl="0"/>
            <a:r>
              <a:rPr lang="he-IL" dirty="0"/>
              <a:t>Explicit instruction</a:t>
            </a:r>
          </a:p>
          <a:p>
            <a:pPr algn="ctr" rtl="0"/>
            <a:r>
              <a:rPr lang="he-IL" dirty="0"/>
              <a:t>Active learning</a:t>
            </a:r>
          </a:p>
          <a:p>
            <a:pPr algn="ctr" rtl="0"/>
            <a:r>
              <a:rPr lang="he-IL" dirty="0"/>
              <a:t>Rehearsals</a:t>
            </a:r>
          </a:p>
          <a:p>
            <a:pPr algn="ctr" rtl="0"/>
            <a:r>
              <a:rPr lang="he-IL" dirty="0"/>
              <a:t>Scaffolding</a:t>
            </a:r>
          </a:p>
          <a:p>
            <a:pPr algn="ctr" rtl="0"/>
            <a:r>
              <a:rPr lang="en-US" dirty="0"/>
              <a:t>F</a:t>
            </a:r>
            <a:r>
              <a:rPr lang="he-IL" dirty="0" err="1"/>
              <a:t>eedback</a:t>
            </a:r>
            <a:endParaRPr lang="he-IL" dirty="0"/>
          </a:p>
        </p:txBody>
      </p:sp>
      <p:sp>
        <p:nvSpPr>
          <p:cNvPr id="17" name="TextBox 16">
            <a:extLst>
              <a:ext uri="{FF2B5EF4-FFF2-40B4-BE49-F238E27FC236}">
                <a16:creationId xmlns:a16="http://schemas.microsoft.com/office/drawing/2014/main" id="{5269EBA3-4863-ED74-BC78-F3B64BB6F5F4}"/>
              </a:ext>
            </a:extLst>
          </p:cNvPr>
          <p:cNvSpPr txBox="1"/>
          <p:nvPr/>
        </p:nvSpPr>
        <p:spPr>
          <a:xfrm>
            <a:off x="6612394" y="4622423"/>
            <a:ext cx="1919115" cy="1200329"/>
          </a:xfrm>
          <a:prstGeom prst="rect">
            <a:avLst/>
          </a:prstGeom>
          <a:noFill/>
        </p:spPr>
        <p:txBody>
          <a:bodyPr wrap="none" rtlCol="1">
            <a:spAutoFit/>
          </a:bodyPr>
          <a:lstStyle/>
          <a:p>
            <a:pPr algn="ctr" rtl="0"/>
            <a:r>
              <a:rPr lang="he-IL" dirty="0"/>
              <a:t>Action plan for implementation</a:t>
            </a:r>
          </a:p>
          <a:p>
            <a:pPr algn="ctr" rtl="0"/>
            <a:r>
              <a:rPr lang="he-IL" dirty="0"/>
              <a:t>Built-in reminders</a:t>
            </a:r>
          </a:p>
          <a:p>
            <a:pPr algn="ctr" rtl="0"/>
            <a:r>
              <a:rPr lang="he-IL" dirty="0"/>
              <a:t>Reflection and self-monitoring</a:t>
            </a:r>
          </a:p>
          <a:p>
            <a:pPr algn="ctr" rtl="0"/>
            <a:endParaRPr lang="en-US" dirty="0"/>
          </a:p>
        </p:txBody>
      </p:sp>
      <p:sp>
        <p:nvSpPr>
          <p:cNvPr id="19" name="Content Placeholder 4">
            <a:extLst>
              <a:ext uri="{FF2B5EF4-FFF2-40B4-BE49-F238E27FC236}">
                <a16:creationId xmlns:a16="http://schemas.microsoft.com/office/drawing/2014/main" id="{D69B9FD9-C8C1-67DE-7D02-72D42FDDC75A}"/>
              </a:ext>
            </a:extLst>
          </p:cNvPr>
          <p:cNvSpPr txBox="1">
            <a:spLocks/>
          </p:cNvSpPr>
          <p:nvPr/>
        </p:nvSpPr>
        <p:spPr>
          <a:xfrm>
            <a:off x="3712095" y="3624142"/>
            <a:ext cx="1973826" cy="492916"/>
          </a:xfrm>
          <a:prstGeom prst="rect">
            <a:avLst/>
          </a:prstGeom>
        </p:spPr>
        <p:txBody>
          <a:bodyPr vert="horz" lIns="91440" tIns="45720" rIns="91440" bIns="45720" rtlCol="0">
            <a:normAutofit/>
          </a:bodyPr>
          <a:lstStyle>
            <a:lvl1pPr marL="534988" indent="-534988" algn="r" defTabSz="914400" rtl="1" eaLnBrk="1" latinLnBrk="0" hangingPunct="1">
              <a:lnSpc>
                <a:spcPct val="90000"/>
              </a:lnSpc>
              <a:spcBef>
                <a:spcPts val="1000"/>
              </a:spcBef>
              <a:buClr>
                <a:schemeClr val="accent2"/>
              </a:buClr>
              <a:buFont typeface="Wingdings" panose="05000000000000000000" pitchFamily="2" charset="2"/>
              <a:buChar char="¢"/>
              <a:defRPr sz="2800" kern="1200">
                <a:solidFill>
                  <a:schemeClr val="tx1"/>
                </a:solidFill>
                <a:latin typeface="Calibri" panose="020F0502020204030204" pitchFamily="34" charset="0"/>
                <a:ea typeface="+mn-ea"/>
                <a:cs typeface="Calibri" panose="020F0502020204030204" pitchFamily="34" charset="0"/>
              </a:defRPr>
            </a:lvl1pPr>
            <a:lvl2pPr marL="896938" indent="-439738" algn="r" defTabSz="914400" rtl="1" eaLnBrk="1" latinLnBrk="0" hangingPunct="1">
              <a:lnSpc>
                <a:spcPct val="90000"/>
              </a:lnSpc>
              <a:spcBef>
                <a:spcPts val="500"/>
              </a:spcBef>
              <a:buClr>
                <a:schemeClr val="accent2"/>
              </a:buClr>
              <a:buFont typeface="Wingdings" panose="05000000000000000000" pitchFamily="2" charset="2"/>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r" defTabSz="914400" rtl="1" eaLnBrk="1" latinLnBrk="0" hangingPunct="1">
              <a:lnSpc>
                <a:spcPct val="90000"/>
              </a:lnSpc>
              <a:spcBef>
                <a:spcPts val="500"/>
              </a:spcBef>
              <a:buClr>
                <a:schemeClr val="accent2"/>
              </a:buClr>
              <a:buFont typeface="Wingdings" panose="05000000000000000000" pitchFamily="2" charset="2"/>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r" defTabSz="914400" rtl="1" eaLnBrk="1" latinLnBrk="0" hangingPunct="1">
              <a:lnSpc>
                <a:spcPct val="90000"/>
              </a:lnSpc>
              <a:spcBef>
                <a:spcPts val="500"/>
              </a:spcBef>
              <a:buClr>
                <a:schemeClr val="accent2"/>
              </a:buClr>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r" defTabSz="914400" rtl="1" eaLnBrk="1" latinLnBrk="0" hangingPunct="1">
              <a:lnSpc>
                <a:spcPct val="90000"/>
              </a:lnSpc>
              <a:spcBef>
                <a:spcPts val="500"/>
              </a:spcBef>
              <a:buClr>
                <a:schemeClr val="accent2"/>
              </a:buClr>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41A4AC"/>
              </a:buClr>
              <a:buSzTx/>
              <a:buFont typeface="Wingdings" panose="05000000000000000000" pitchFamily="2" charset="2"/>
              <a:buNone/>
              <a:tabLst/>
              <a:defRPr/>
            </a:pPr>
            <a:r>
              <a:rPr kumimoji="0" lang="en-US" sz="2800" b="0" i="0" u="none" strike="noStrike" kern="1200" cap="none" spc="0" normalizeH="0" baseline="0" noProof="0" dirty="0">
                <a:ln>
                  <a:noFill/>
                </a:ln>
                <a:solidFill>
                  <a:srgbClr val="262626"/>
                </a:solidFill>
                <a:effectLst/>
                <a:uLnTx/>
                <a:uFillTx/>
                <a:latin typeface="Calibri" panose="020F0502020204030204" pitchFamily="34" charset="0"/>
                <a:ea typeface="+mn-ea"/>
                <a:cs typeface="Calibri" panose="020F0502020204030204" pitchFamily="34" charset="0"/>
              </a:rPr>
              <a:t>S</a:t>
            </a:r>
            <a:r>
              <a:rPr kumimoji="0" lang="he-IL" sz="2800" b="0" i="0" u="none" strike="noStrike" kern="1200" cap="none" spc="0" normalizeH="0" baseline="0" noProof="0" dirty="0" err="1">
                <a:ln>
                  <a:noFill/>
                </a:ln>
                <a:solidFill>
                  <a:srgbClr val="262626"/>
                </a:solidFill>
                <a:effectLst/>
                <a:uLnTx/>
                <a:uFillTx/>
                <a:latin typeface="Calibri" panose="020F0502020204030204" pitchFamily="34" charset="0"/>
                <a:ea typeface="+mn-ea"/>
                <a:cs typeface="Calibri" panose="020F0502020204030204" pitchFamily="34" charset="0"/>
              </a:rPr>
              <a:t>upport</a:t>
            </a:r>
            <a:endParaRPr kumimoji="0" lang="he-IL" sz="2800" b="0" i="0" u="none" strike="noStrike" kern="1200" cap="none" spc="0" normalizeH="0" baseline="0" noProof="0" dirty="0">
              <a:ln>
                <a:noFill/>
              </a:ln>
              <a:solidFill>
                <a:srgbClr val="262626"/>
              </a:solidFill>
              <a:effectLst/>
              <a:uLnTx/>
              <a:uFillTx/>
              <a:latin typeface="Calibri" panose="020F0502020204030204" pitchFamily="34" charset="0"/>
              <a:ea typeface="+mn-ea"/>
              <a:cs typeface="Calibri" panose="020F0502020204030204" pitchFamily="34" charset="0"/>
            </a:endParaRPr>
          </a:p>
        </p:txBody>
      </p:sp>
      <p:sp>
        <p:nvSpPr>
          <p:cNvPr id="20" name="Oval 19">
            <a:extLst>
              <a:ext uri="{FF2B5EF4-FFF2-40B4-BE49-F238E27FC236}">
                <a16:creationId xmlns:a16="http://schemas.microsoft.com/office/drawing/2014/main" id="{2123386E-2584-7250-FF0A-E7BD01119D3A}"/>
              </a:ext>
            </a:extLst>
          </p:cNvPr>
          <p:cNvSpPr/>
          <p:nvPr/>
        </p:nvSpPr>
        <p:spPr>
          <a:xfrm>
            <a:off x="3960957" y="1918129"/>
            <a:ext cx="1394686" cy="139468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sng" strike="noStrike" kern="1200" cap="none" spc="0" normalizeH="0" baseline="0" noProof="0" dirty="0">
              <a:ln>
                <a:noFill/>
              </a:ln>
              <a:solidFill>
                <a:srgbClr val="F3F3F3"/>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288A9B7A-712D-F023-C282-CE7941BAF53C}"/>
              </a:ext>
            </a:extLst>
          </p:cNvPr>
          <p:cNvSpPr txBox="1"/>
          <p:nvPr/>
        </p:nvSpPr>
        <p:spPr>
          <a:xfrm>
            <a:off x="3536964" y="4622423"/>
            <a:ext cx="2324099" cy="1200329"/>
          </a:xfrm>
          <a:prstGeom prst="rect">
            <a:avLst/>
          </a:prstGeom>
          <a:noFill/>
        </p:spPr>
        <p:txBody>
          <a:bodyPr wrap="none" rtlCol="1">
            <a:spAutoFit/>
          </a:bodyPr>
          <a:lstStyle/>
          <a:p>
            <a:pPr algn="ctr" rtl="0"/>
            <a:r>
              <a:rPr lang="he-IL" dirty="0"/>
              <a:t>Collaborations</a:t>
            </a:r>
          </a:p>
          <a:p>
            <a:pPr algn="ctr" rtl="0"/>
            <a:r>
              <a:rPr lang="he-IL" dirty="0"/>
              <a:t>Peer learning</a:t>
            </a:r>
          </a:p>
          <a:p>
            <a:pPr algn="ctr" rtl="0"/>
            <a:r>
              <a:rPr lang="he-IL" dirty="0"/>
              <a:t>Organizational support</a:t>
            </a:r>
          </a:p>
          <a:p>
            <a:pPr algn="ctr" rtl="0"/>
            <a:r>
              <a:rPr lang="en-US" dirty="0"/>
              <a:t>C</a:t>
            </a:r>
            <a:r>
              <a:rPr lang="he-IL" dirty="0" err="1"/>
              <a:t>ulture</a:t>
            </a:r>
            <a:r>
              <a:rPr lang="he-IL" dirty="0"/>
              <a:t> of innovation</a:t>
            </a:r>
            <a:endParaRPr lang="en-US" dirty="0"/>
          </a:p>
        </p:txBody>
      </p:sp>
      <p:pic>
        <p:nvPicPr>
          <p:cNvPr id="22" name="Graphic 21" descr="Open hand with plant outline">
            <a:extLst>
              <a:ext uri="{FF2B5EF4-FFF2-40B4-BE49-F238E27FC236}">
                <a16:creationId xmlns:a16="http://schemas.microsoft.com/office/drawing/2014/main" id="{CAFCA81B-CC1A-C55B-8C4D-0C1454CCA197}"/>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flipH="1">
            <a:off x="4191852" y="2141108"/>
            <a:ext cx="914400" cy="914400"/>
          </a:xfrm>
          <a:prstGeom prst="rect">
            <a:avLst/>
          </a:prstGeom>
        </p:spPr>
      </p:pic>
    </p:spTree>
    <p:custDataLst>
      <p:tags r:id="rId1"/>
    </p:custDataLst>
    <p:extLst>
      <p:ext uri="{BB962C8B-B14F-4D97-AF65-F5344CB8AC3E}">
        <p14:creationId xmlns:p14="http://schemas.microsoft.com/office/powerpoint/2010/main" val="128140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par>
                                <p:cTn id="47" presetID="10"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
                                            <p:txEl>
                                              <p:pRg st="0" end="0"/>
                                            </p:txEl>
                                          </p:spTgt>
                                        </p:tgtEl>
                                        <p:attrNameLst>
                                          <p:attrName>style.visibility</p:attrName>
                                        </p:attrNameLst>
                                      </p:cBhvr>
                                      <p:to>
                                        <p:strVal val="visible"/>
                                      </p:to>
                                    </p:set>
                                    <p:animEffect transition="in" filter="fade">
                                      <p:cBhvr>
                                        <p:cTn id="52" dur="500"/>
                                        <p:tgtEl>
                                          <p:spTgt spid="5">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build="p"/>
      <p:bldP spid="2" grpId="0"/>
      <p:bldP spid="7" grpId="0" animBg="1"/>
      <p:bldP spid="13" grpId="0" animBg="1"/>
      <p:bldP spid="6" grpId="0"/>
      <p:bldP spid="8" grpId="0" animBg="1"/>
      <p:bldP spid="15" grpId="0"/>
      <p:bldP spid="17" grpId="0"/>
      <p:bldP spid="19" grpId="0"/>
      <p:bldP spid="20" grpId="0" animBg="1"/>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72FA4-D016-9605-0847-858FC31E52E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0DFCD4-04E8-D341-4EF8-E9DBDB20ECF5}"/>
              </a:ext>
            </a:extLst>
          </p:cNvPr>
          <p:cNvSpPr>
            <a:spLocks noGrp="1"/>
          </p:cNvSpPr>
          <p:nvPr>
            <p:ph type="sldNum" sz="quarter" idx="12"/>
          </p:nvPr>
        </p:nvSpPr>
        <p:spPr/>
        <p:txBody>
          <a:bodyPr/>
          <a:lstStyle/>
          <a:p>
            <a:pPr algn="l" rtl="0"/>
            <a:fld id="{61BD36B9-D2D7-43AE-A74F-D1C823B74562}" type="slidenum">
              <a:rPr lang="he-IL" sz="1600" smtClean="0"/>
              <a:t>10</a:t>
            </a:fld>
            <a:endParaRPr lang="he-IL" sz="1600"/>
          </a:p>
        </p:txBody>
      </p:sp>
      <p:graphicFrame>
        <p:nvGraphicFramePr>
          <p:cNvPr id="5" name="Diagram 4">
            <a:extLst>
              <a:ext uri="{FF2B5EF4-FFF2-40B4-BE49-F238E27FC236}">
                <a16:creationId xmlns:a16="http://schemas.microsoft.com/office/drawing/2014/main" id="{05229416-A176-1495-3F2B-CE9605CD77BC}"/>
              </a:ext>
            </a:extLst>
          </p:cNvPr>
          <p:cNvGraphicFramePr/>
          <p:nvPr>
            <p:extLst>
              <p:ext uri="{D42A27DB-BD31-4B8C-83A1-F6EECF244321}">
                <p14:modId xmlns:p14="http://schemas.microsoft.com/office/powerpoint/2010/main" val="261148131"/>
              </p:ext>
            </p:extLst>
          </p:nvPr>
        </p:nvGraphicFramePr>
        <p:xfrm>
          <a:off x="2280768" y="1017395"/>
          <a:ext cx="7630465" cy="48232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812757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0745F-7DD9-AABD-2F52-C9A8926138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F75709-DCAF-7D22-245A-2DC12F06F1E3}"/>
              </a:ext>
            </a:extLst>
          </p:cNvPr>
          <p:cNvSpPr>
            <a:spLocks noGrp="1"/>
          </p:cNvSpPr>
          <p:nvPr>
            <p:ph type="title"/>
          </p:nvPr>
        </p:nvSpPr>
        <p:spPr>
          <a:xfrm>
            <a:off x="1145512" y="660941"/>
            <a:ext cx="9253023" cy="715993"/>
          </a:xfrm>
        </p:spPr>
        <p:txBody>
          <a:bodyPr>
            <a:noAutofit/>
          </a:bodyPr>
          <a:lstStyle/>
          <a:p>
            <a:pPr algn="l" rtl="0"/>
            <a:r>
              <a:rPr lang="he-IL" sz="3600" dirty="0"/>
              <a:t>What knowledge </a:t>
            </a:r>
            <a:r>
              <a:rPr lang="he-IL" sz="3600" dirty="0" err="1"/>
              <a:t>is</a:t>
            </a:r>
            <a:r>
              <a:rPr lang="he-IL" sz="3600" dirty="0"/>
              <a:t> </a:t>
            </a:r>
            <a:r>
              <a:rPr lang="en-US" sz="3600" dirty="0"/>
              <a:t>taught in teacher </a:t>
            </a:r>
            <a:r>
              <a:rPr lang="he-IL" sz="3600" dirty="0" err="1"/>
              <a:t>training</a:t>
            </a:r>
            <a:r>
              <a:rPr lang="he-IL" sz="3600" dirty="0"/>
              <a:t>?</a:t>
            </a:r>
          </a:p>
        </p:txBody>
      </p:sp>
      <p:sp>
        <p:nvSpPr>
          <p:cNvPr id="2" name="Slide Number Placeholder 1">
            <a:extLst>
              <a:ext uri="{FF2B5EF4-FFF2-40B4-BE49-F238E27FC236}">
                <a16:creationId xmlns:a16="http://schemas.microsoft.com/office/drawing/2014/main" id="{9EC8AFDB-3D4C-B5CA-7BE6-1EE9CF5EF976}"/>
              </a:ext>
            </a:extLst>
          </p:cNvPr>
          <p:cNvSpPr>
            <a:spLocks noGrp="1"/>
          </p:cNvSpPr>
          <p:nvPr>
            <p:ph type="sldNum" sz="quarter" idx="12"/>
          </p:nvPr>
        </p:nvSpPr>
        <p:spPr/>
        <p:txBody>
          <a:bodyPr/>
          <a:lstStyle/>
          <a:p>
            <a:pPr algn="l" rtl="0"/>
            <a:fld id="{61BD36B9-D2D7-43AE-A74F-D1C823B74562}" type="slidenum">
              <a:rPr lang="he-IL" smtClean="0"/>
              <a:t>11</a:t>
            </a:fld>
            <a:endParaRPr lang="he-IL"/>
          </a:p>
        </p:txBody>
      </p:sp>
      <p:pic>
        <p:nvPicPr>
          <p:cNvPr id="1026" name="Picture 2">
            <a:extLst>
              <a:ext uri="{FF2B5EF4-FFF2-40B4-BE49-F238E27FC236}">
                <a16:creationId xmlns:a16="http://schemas.microsoft.com/office/drawing/2014/main" id="{8BF6B0F6-B108-AC25-7EC7-D8EFF91B937A}"/>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71999" y="1721198"/>
            <a:ext cx="4350099" cy="43500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BB712F1-0EA0-8300-1A8C-618890AB982E}"/>
              </a:ext>
            </a:extLst>
          </p:cNvPr>
          <p:cNvSpPr txBox="1"/>
          <p:nvPr/>
        </p:nvSpPr>
        <p:spPr>
          <a:xfrm>
            <a:off x="803367" y="6407975"/>
            <a:ext cx="6109138" cy="923330"/>
          </a:xfrm>
          <a:prstGeom prst="rect">
            <a:avLst/>
          </a:prstGeom>
          <a:noFill/>
        </p:spPr>
        <p:txBody>
          <a:bodyPr wrap="square">
            <a:spAutoFit/>
          </a:bodyPr>
          <a:lstStyle/>
          <a:p>
            <a:pPr algn="l" rtl="0"/>
            <a:r>
              <a:rPr lang="en-US" sz="1800" dirty="0">
                <a:effectLst/>
                <a:ea typeface="Times New Roman" panose="02020603050405020304" pitchFamily="18" charset="0"/>
              </a:rPr>
              <a:t>Fabian et al., 2024</a:t>
            </a:r>
            <a:r>
              <a:rPr lang="en-US" dirty="0">
                <a:ea typeface="Times New Roman" panose="02020603050405020304" pitchFamily="18" charset="0"/>
              </a:rPr>
              <a:t>; Teo et al., 2021; Valtonen et al., 2017</a:t>
            </a:r>
          </a:p>
          <a:p>
            <a:pPr algn="l" rtl="0"/>
            <a:endParaRPr lang="he-IL" dirty="0"/>
          </a:p>
          <a:p>
            <a:pPr algn="l" rtl="0"/>
            <a:endParaRPr lang="he-IL" dirty="0"/>
          </a:p>
        </p:txBody>
      </p:sp>
    </p:spTree>
    <p:extLst>
      <p:ext uri="{BB962C8B-B14F-4D97-AF65-F5344CB8AC3E}">
        <p14:creationId xmlns:p14="http://schemas.microsoft.com/office/powerpoint/2010/main" val="268473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BCA98-C9DF-9FB3-909D-162A91E41DBE}"/>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AFF4C67-AE41-616C-DEDD-10E529A1E20C}"/>
              </a:ext>
            </a:extLst>
          </p:cNvPr>
          <p:cNvSpPr>
            <a:spLocks noGrp="1" noRot="1" noMove="1" noResize="1" noEditPoints="1" noAdjustHandles="1" noChangeArrowheads="1" noChangeShapeType="1"/>
          </p:cNvSpPr>
          <p:nvPr/>
        </p:nvSpPr>
        <p:spPr>
          <a:xfrm rot="2804236">
            <a:off x="2746484" y="3295001"/>
            <a:ext cx="4694215" cy="1770772"/>
          </a:xfrm>
          <a:prstGeom prst="roundRect">
            <a:avLst>
              <a:gd name="adj" fmla="val 50000"/>
            </a:avLst>
          </a:prstGeom>
          <a:solidFill>
            <a:srgbClr val="E2C2C6">
              <a:alpha val="36863"/>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5" name="Rectangle: Rounded Corners 4">
            <a:extLst>
              <a:ext uri="{FF2B5EF4-FFF2-40B4-BE49-F238E27FC236}">
                <a16:creationId xmlns:a16="http://schemas.microsoft.com/office/drawing/2014/main" id="{E75AE3AB-1026-91AD-D291-768232D61EC5}"/>
              </a:ext>
            </a:extLst>
          </p:cNvPr>
          <p:cNvSpPr>
            <a:spLocks noGrp="1" noRot="1" noMove="1" noResize="1" noEditPoints="1" noAdjustHandles="1" noChangeArrowheads="1" noChangeShapeType="1"/>
          </p:cNvSpPr>
          <p:nvPr/>
        </p:nvSpPr>
        <p:spPr>
          <a:xfrm rot="8137696">
            <a:off x="4777926" y="3336757"/>
            <a:ext cx="4694215" cy="1770772"/>
          </a:xfrm>
          <a:prstGeom prst="roundRect">
            <a:avLst>
              <a:gd name="adj" fmla="val 50000"/>
            </a:avLst>
          </a:prstGeom>
          <a:solidFill>
            <a:srgbClr val="46B4A4">
              <a:alpha val="36863"/>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12" name="Rectangle: Rounded Corners 11">
            <a:extLst>
              <a:ext uri="{FF2B5EF4-FFF2-40B4-BE49-F238E27FC236}">
                <a16:creationId xmlns:a16="http://schemas.microsoft.com/office/drawing/2014/main" id="{562AE920-C89D-865A-0605-001571AAF35E}"/>
              </a:ext>
            </a:extLst>
          </p:cNvPr>
          <p:cNvSpPr>
            <a:spLocks noGrp="1" noRot="1" noMove="1" noResize="1" noEditPoints="1" noAdjustHandles="1" noChangeArrowheads="1" noChangeShapeType="1"/>
          </p:cNvSpPr>
          <p:nvPr/>
        </p:nvSpPr>
        <p:spPr>
          <a:xfrm rot="2804236">
            <a:off x="3376183" y="2675439"/>
            <a:ext cx="4694215" cy="1770772"/>
          </a:xfrm>
          <a:prstGeom prst="roundRect">
            <a:avLst>
              <a:gd name="adj" fmla="val 50000"/>
            </a:avLst>
          </a:prstGeom>
          <a:solidFill>
            <a:srgbClr val="46B4A4">
              <a:alpha val="36863"/>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13" name="Rectangle: Rounded Corners 12">
            <a:extLst>
              <a:ext uri="{FF2B5EF4-FFF2-40B4-BE49-F238E27FC236}">
                <a16:creationId xmlns:a16="http://schemas.microsoft.com/office/drawing/2014/main" id="{3BE68BF7-4462-F27D-7611-57A2A1791295}"/>
              </a:ext>
            </a:extLst>
          </p:cNvPr>
          <p:cNvSpPr>
            <a:spLocks noGrp="1" noRot="1" noMove="1" noResize="1" noEditPoints="1" noAdjustHandles="1" noChangeArrowheads="1" noChangeShapeType="1"/>
          </p:cNvSpPr>
          <p:nvPr/>
        </p:nvSpPr>
        <p:spPr>
          <a:xfrm rot="8137696">
            <a:off x="4188420" y="2683922"/>
            <a:ext cx="4694215" cy="1770772"/>
          </a:xfrm>
          <a:prstGeom prst="roundRect">
            <a:avLst>
              <a:gd name="adj" fmla="val 50000"/>
            </a:avLst>
          </a:prstGeom>
          <a:solidFill>
            <a:srgbClr val="46B4A4">
              <a:alpha val="36863"/>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6" name="Title 5">
            <a:extLst>
              <a:ext uri="{FF2B5EF4-FFF2-40B4-BE49-F238E27FC236}">
                <a16:creationId xmlns:a16="http://schemas.microsoft.com/office/drawing/2014/main" id="{ECA7F551-C84B-0BC0-85D9-7F151EF50711}"/>
              </a:ext>
            </a:extLst>
          </p:cNvPr>
          <p:cNvSpPr>
            <a:spLocks noGrp="1"/>
          </p:cNvSpPr>
          <p:nvPr>
            <p:ph type="title" idx="4294967295"/>
          </p:nvPr>
        </p:nvSpPr>
        <p:spPr>
          <a:xfrm>
            <a:off x="262781" y="201254"/>
            <a:ext cx="2159000" cy="715962"/>
          </a:xfrm>
        </p:spPr>
        <p:txBody>
          <a:bodyPr>
            <a:normAutofit/>
          </a:bodyPr>
          <a:lstStyle/>
          <a:p>
            <a:pPr algn="ctr" rtl="0"/>
            <a:r>
              <a:rPr lang="en-US" dirty="0">
                <a:solidFill>
                  <a:schemeClr val="accent2"/>
                </a:solidFill>
              </a:rPr>
              <a:t>TSPACK</a:t>
            </a:r>
            <a:endParaRPr lang="he-IL" dirty="0">
              <a:solidFill>
                <a:schemeClr val="accent2"/>
              </a:solidFill>
            </a:endParaRPr>
          </a:p>
        </p:txBody>
      </p:sp>
      <p:sp>
        <p:nvSpPr>
          <p:cNvPr id="2" name="Slide Number Placeholder 1">
            <a:extLst>
              <a:ext uri="{FF2B5EF4-FFF2-40B4-BE49-F238E27FC236}">
                <a16:creationId xmlns:a16="http://schemas.microsoft.com/office/drawing/2014/main" id="{0D2D4F7C-6C1F-1327-0146-647F2239A334}"/>
              </a:ext>
            </a:extLst>
          </p:cNvPr>
          <p:cNvSpPr>
            <a:spLocks noGrp="1"/>
          </p:cNvSpPr>
          <p:nvPr>
            <p:ph type="sldNum" sz="quarter" idx="4294967295"/>
          </p:nvPr>
        </p:nvSpPr>
        <p:spPr>
          <a:xfrm>
            <a:off x="0" y="6411913"/>
            <a:ext cx="588963" cy="365125"/>
          </a:xfrm>
        </p:spPr>
        <p:txBody>
          <a:bodyPr/>
          <a:lstStyle/>
          <a:p>
            <a:pPr algn="l" rtl="0"/>
            <a:fld id="{61BD36B9-D2D7-43AE-A74F-D1C823B74562}" type="slidenum">
              <a:rPr lang="he-IL" smtClean="0"/>
              <a:t>12</a:t>
            </a:fld>
            <a:endParaRPr lang="he-IL"/>
          </a:p>
        </p:txBody>
      </p:sp>
      <p:sp>
        <p:nvSpPr>
          <p:cNvPr id="8" name="TextBox 7">
            <a:extLst>
              <a:ext uri="{FF2B5EF4-FFF2-40B4-BE49-F238E27FC236}">
                <a16:creationId xmlns:a16="http://schemas.microsoft.com/office/drawing/2014/main" id="{DCCB3E32-01DC-ADFE-8C34-924BBD75BD7D}"/>
              </a:ext>
            </a:extLst>
          </p:cNvPr>
          <p:cNvSpPr txBox="1">
            <a:spLocks/>
          </p:cNvSpPr>
          <p:nvPr/>
        </p:nvSpPr>
        <p:spPr>
          <a:xfrm>
            <a:off x="7730698" y="1031695"/>
            <a:ext cx="2192267" cy="707886"/>
          </a:xfrm>
          <a:prstGeom prst="rect">
            <a:avLst/>
          </a:prstGeom>
          <a:noFill/>
        </p:spPr>
        <p:txBody>
          <a:bodyPr wrap="none" rtlCol="1">
            <a:spAutoFit/>
          </a:bodyPr>
          <a:lstStyle/>
          <a:p>
            <a:pPr algn="l" rtl="0"/>
            <a:r>
              <a:rPr lang="en-US" sz="4000" dirty="0"/>
              <a:t>P</a:t>
            </a:r>
            <a:r>
              <a:rPr lang="he-IL" sz="4000" dirty="0" err="1"/>
              <a:t>edagogy</a:t>
            </a:r>
            <a:endParaRPr lang="he-IL" sz="4000" dirty="0"/>
          </a:p>
        </p:txBody>
      </p:sp>
      <p:sp>
        <p:nvSpPr>
          <p:cNvPr id="9" name="TextBox 8">
            <a:extLst>
              <a:ext uri="{FF2B5EF4-FFF2-40B4-BE49-F238E27FC236}">
                <a16:creationId xmlns:a16="http://schemas.microsoft.com/office/drawing/2014/main" id="{4FADDF10-D0B0-3069-88FC-759933E5F476}"/>
              </a:ext>
            </a:extLst>
          </p:cNvPr>
          <p:cNvSpPr txBox="1">
            <a:spLocks/>
          </p:cNvSpPr>
          <p:nvPr/>
        </p:nvSpPr>
        <p:spPr>
          <a:xfrm>
            <a:off x="3104763" y="1031695"/>
            <a:ext cx="1851212" cy="707886"/>
          </a:xfrm>
          <a:prstGeom prst="rect">
            <a:avLst/>
          </a:prstGeom>
          <a:noFill/>
        </p:spPr>
        <p:txBody>
          <a:bodyPr wrap="none" rtlCol="1">
            <a:spAutoFit/>
          </a:bodyPr>
          <a:lstStyle/>
          <a:p>
            <a:pPr algn="l" rtl="0"/>
            <a:r>
              <a:rPr lang="en-US" sz="4000" dirty="0"/>
              <a:t>C</a:t>
            </a:r>
            <a:r>
              <a:rPr lang="he-IL" sz="4000" dirty="0" err="1"/>
              <a:t>ontent</a:t>
            </a:r>
            <a:endParaRPr lang="he-IL" sz="4000" dirty="0"/>
          </a:p>
        </p:txBody>
      </p:sp>
      <p:sp>
        <p:nvSpPr>
          <p:cNvPr id="10" name="TextBox 9">
            <a:extLst>
              <a:ext uri="{FF2B5EF4-FFF2-40B4-BE49-F238E27FC236}">
                <a16:creationId xmlns:a16="http://schemas.microsoft.com/office/drawing/2014/main" id="{C05CF4FB-E673-B824-1E8C-D3A65F9E56B7}"/>
              </a:ext>
            </a:extLst>
          </p:cNvPr>
          <p:cNvSpPr txBox="1">
            <a:spLocks/>
          </p:cNvSpPr>
          <p:nvPr/>
        </p:nvSpPr>
        <p:spPr>
          <a:xfrm>
            <a:off x="8860675" y="1851406"/>
            <a:ext cx="2532360" cy="707886"/>
          </a:xfrm>
          <a:prstGeom prst="rect">
            <a:avLst/>
          </a:prstGeom>
          <a:solidFill>
            <a:schemeClr val="bg1"/>
          </a:solidFill>
        </p:spPr>
        <p:txBody>
          <a:bodyPr wrap="none" rtlCol="1">
            <a:spAutoFit/>
          </a:bodyPr>
          <a:lstStyle/>
          <a:p>
            <a:pPr algn="l" rtl="0"/>
            <a:r>
              <a:rPr lang="en-US" sz="4000" dirty="0"/>
              <a:t>T</a:t>
            </a:r>
            <a:r>
              <a:rPr lang="he-IL" sz="4000" dirty="0" err="1"/>
              <a:t>echnology</a:t>
            </a:r>
            <a:endParaRPr lang="he-IL" sz="4000" dirty="0"/>
          </a:p>
        </p:txBody>
      </p:sp>
      <p:sp>
        <p:nvSpPr>
          <p:cNvPr id="26" name="TextBox 25">
            <a:extLst>
              <a:ext uri="{FF2B5EF4-FFF2-40B4-BE49-F238E27FC236}">
                <a16:creationId xmlns:a16="http://schemas.microsoft.com/office/drawing/2014/main" id="{E1971D86-5BE9-55A4-BE08-DE1175C6E3D4}"/>
              </a:ext>
            </a:extLst>
          </p:cNvPr>
          <p:cNvSpPr txBox="1">
            <a:spLocks/>
          </p:cNvSpPr>
          <p:nvPr/>
        </p:nvSpPr>
        <p:spPr>
          <a:xfrm>
            <a:off x="2294553" y="1851406"/>
            <a:ext cx="1003801" cy="707886"/>
          </a:xfrm>
          <a:prstGeom prst="rect">
            <a:avLst/>
          </a:prstGeom>
          <a:noFill/>
        </p:spPr>
        <p:txBody>
          <a:bodyPr wrap="none" rtlCol="1">
            <a:spAutoFit/>
          </a:bodyPr>
          <a:lstStyle/>
          <a:p>
            <a:pPr algn="l" rtl="0"/>
            <a:r>
              <a:rPr lang="en-US" sz="4000" dirty="0"/>
              <a:t>Skill</a:t>
            </a:r>
            <a:endParaRPr lang="he-IL" sz="4000" dirty="0"/>
          </a:p>
        </p:txBody>
      </p:sp>
      <p:sp>
        <p:nvSpPr>
          <p:cNvPr id="28" name="TextBox 27">
            <a:extLst>
              <a:ext uri="{FF2B5EF4-FFF2-40B4-BE49-F238E27FC236}">
                <a16:creationId xmlns:a16="http://schemas.microsoft.com/office/drawing/2014/main" id="{5B250BB8-79A6-2B86-6A4D-8E76D6F33B45}"/>
              </a:ext>
            </a:extLst>
          </p:cNvPr>
          <p:cNvSpPr txBox="1">
            <a:spLocks/>
          </p:cNvSpPr>
          <p:nvPr/>
        </p:nvSpPr>
        <p:spPr>
          <a:xfrm>
            <a:off x="5763482" y="4443022"/>
            <a:ext cx="643574" cy="369332"/>
          </a:xfrm>
          <a:prstGeom prst="rect">
            <a:avLst/>
          </a:prstGeom>
          <a:noFill/>
        </p:spPr>
        <p:txBody>
          <a:bodyPr wrap="none" rtlCol="1">
            <a:spAutoFit/>
          </a:bodyPr>
          <a:lstStyle/>
          <a:p>
            <a:pPr algn="ctr" rtl="0"/>
            <a:r>
              <a:rPr lang="en-US" dirty="0"/>
              <a:t>TSPC</a:t>
            </a:r>
            <a:endParaRPr lang="he-IL" dirty="0"/>
          </a:p>
        </p:txBody>
      </p:sp>
      <p:sp>
        <p:nvSpPr>
          <p:cNvPr id="30" name="TextBox 29">
            <a:extLst>
              <a:ext uri="{FF2B5EF4-FFF2-40B4-BE49-F238E27FC236}">
                <a16:creationId xmlns:a16="http://schemas.microsoft.com/office/drawing/2014/main" id="{61EE2740-07CA-C1E4-7C2B-D5AF771A42B8}"/>
              </a:ext>
            </a:extLst>
          </p:cNvPr>
          <p:cNvSpPr txBox="1">
            <a:spLocks/>
          </p:cNvSpPr>
          <p:nvPr/>
        </p:nvSpPr>
        <p:spPr>
          <a:xfrm>
            <a:off x="5904109" y="3170036"/>
            <a:ext cx="426720" cy="369332"/>
          </a:xfrm>
          <a:prstGeom prst="rect">
            <a:avLst/>
          </a:prstGeom>
          <a:noFill/>
        </p:spPr>
        <p:txBody>
          <a:bodyPr wrap="none" rtlCol="1">
            <a:spAutoFit/>
          </a:bodyPr>
          <a:lstStyle/>
          <a:p>
            <a:pPr algn="ctr" rtl="0"/>
            <a:r>
              <a:rPr lang="en-US" dirty="0"/>
              <a:t>PC</a:t>
            </a:r>
            <a:endParaRPr lang="he-IL" dirty="0"/>
          </a:p>
        </p:txBody>
      </p:sp>
      <p:sp>
        <p:nvSpPr>
          <p:cNvPr id="36" name="TextBox 35">
            <a:extLst>
              <a:ext uri="{FF2B5EF4-FFF2-40B4-BE49-F238E27FC236}">
                <a16:creationId xmlns:a16="http://schemas.microsoft.com/office/drawing/2014/main" id="{35B1F828-F7E1-89DA-E798-9D516F225E86}"/>
              </a:ext>
            </a:extLst>
          </p:cNvPr>
          <p:cNvSpPr txBox="1">
            <a:spLocks/>
          </p:cNvSpPr>
          <p:nvPr/>
        </p:nvSpPr>
        <p:spPr>
          <a:xfrm>
            <a:off x="7397986" y="2002547"/>
            <a:ext cx="303288" cy="369332"/>
          </a:xfrm>
          <a:prstGeom prst="rect">
            <a:avLst/>
          </a:prstGeom>
          <a:noFill/>
        </p:spPr>
        <p:txBody>
          <a:bodyPr wrap="none" rtlCol="1">
            <a:spAutoFit/>
          </a:bodyPr>
          <a:lstStyle/>
          <a:p>
            <a:pPr algn="ctr" rtl="0"/>
            <a:r>
              <a:rPr lang="en-US" dirty="0"/>
              <a:t>P</a:t>
            </a:r>
            <a:endParaRPr lang="he-IL" dirty="0"/>
          </a:p>
        </p:txBody>
      </p:sp>
      <p:sp>
        <p:nvSpPr>
          <p:cNvPr id="37" name="TextBox 36">
            <a:extLst>
              <a:ext uri="{FF2B5EF4-FFF2-40B4-BE49-F238E27FC236}">
                <a16:creationId xmlns:a16="http://schemas.microsoft.com/office/drawing/2014/main" id="{54147D45-39C1-8D10-7045-EE1EC7E31B6B}"/>
              </a:ext>
            </a:extLst>
          </p:cNvPr>
          <p:cNvSpPr txBox="1">
            <a:spLocks/>
          </p:cNvSpPr>
          <p:nvPr/>
        </p:nvSpPr>
        <p:spPr>
          <a:xfrm>
            <a:off x="4505905" y="2002547"/>
            <a:ext cx="308098" cy="369332"/>
          </a:xfrm>
          <a:prstGeom prst="rect">
            <a:avLst/>
          </a:prstGeom>
          <a:noFill/>
        </p:spPr>
        <p:txBody>
          <a:bodyPr wrap="none" rtlCol="1">
            <a:spAutoFit/>
          </a:bodyPr>
          <a:lstStyle/>
          <a:p>
            <a:pPr algn="ctr" rtl="0"/>
            <a:r>
              <a:rPr lang="en-US" dirty="0"/>
              <a:t>C</a:t>
            </a:r>
            <a:endParaRPr lang="he-IL" dirty="0"/>
          </a:p>
        </p:txBody>
      </p:sp>
      <p:sp>
        <p:nvSpPr>
          <p:cNvPr id="38" name="TextBox 37">
            <a:extLst>
              <a:ext uri="{FF2B5EF4-FFF2-40B4-BE49-F238E27FC236}">
                <a16:creationId xmlns:a16="http://schemas.microsoft.com/office/drawing/2014/main" id="{99C25306-1304-5CCC-B4DB-73AE370A41D5}"/>
              </a:ext>
            </a:extLst>
          </p:cNvPr>
          <p:cNvSpPr txBox="1">
            <a:spLocks/>
          </p:cNvSpPr>
          <p:nvPr/>
        </p:nvSpPr>
        <p:spPr>
          <a:xfrm>
            <a:off x="6347254" y="4977492"/>
            <a:ext cx="546945" cy="369332"/>
          </a:xfrm>
          <a:prstGeom prst="rect">
            <a:avLst/>
          </a:prstGeom>
          <a:noFill/>
        </p:spPr>
        <p:txBody>
          <a:bodyPr wrap="square" rtlCol="1">
            <a:spAutoFit/>
          </a:bodyPr>
          <a:lstStyle/>
          <a:p>
            <a:pPr algn="ctr" rtl="0"/>
            <a:r>
              <a:rPr lang="en-US" dirty="0"/>
              <a:t>TSC</a:t>
            </a:r>
            <a:endParaRPr lang="he-IL" dirty="0"/>
          </a:p>
        </p:txBody>
      </p:sp>
      <p:sp>
        <p:nvSpPr>
          <p:cNvPr id="39" name="TextBox 38">
            <a:extLst>
              <a:ext uri="{FF2B5EF4-FFF2-40B4-BE49-F238E27FC236}">
                <a16:creationId xmlns:a16="http://schemas.microsoft.com/office/drawing/2014/main" id="{A9CECF00-44BE-2F41-BBDA-0633611FB25F}"/>
              </a:ext>
            </a:extLst>
          </p:cNvPr>
          <p:cNvSpPr txBox="1">
            <a:spLocks/>
          </p:cNvSpPr>
          <p:nvPr/>
        </p:nvSpPr>
        <p:spPr>
          <a:xfrm>
            <a:off x="8457414" y="2872600"/>
            <a:ext cx="423514" cy="369332"/>
          </a:xfrm>
          <a:prstGeom prst="rect">
            <a:avLst/>
          </a:prstGeom>
          <a:noFill/>
        </p:spPr>
        <p:txBody>
          <a:bodyPr wrap="square" rtlCol="1">
            <a:spAutoFit/>
          </a:bodyPr>
          <a:lstStyle/>
          <a:p>
            <a:pPr algn="ctr" rtl="0"/>
            <a:r>
              <a:rPr lang="en-US" dirty="0"/>
              <a:t>T</a:t>
            </a:r>
            <a:endParaRPr lang="he-IL" dirty="0"/>
          </a:p>
        </p:txBody>
      </p:sp>
      <p:sp>
        <p:nvSpPr>
          <p:cNvPr id="40" name="TextBox 39">
            <a:extLst>
              <a:ext uri="{FF2B5EF4-FFF2-40B4-BE49-F238E27FC236}">
                <a16:creationId xmlns:a16="http://schemas.microsoft.com/office/drawing/2014/main" id="{32F17F64-AD69-FA40-807D-57BBA654F953}"/>
              </a:ext>
            </a:extLst>
          </p:cNvPr>
          <p:cNvSpPr txBox="1">
            <a:spLocks/>
          </p:cNvSpPr>
          <p:nvPr/>
        </p:nvSpPr>
        <p:spPr>
          <a:xfrm>
            <a:off x="3443025" y="2872600"/>
            <a:ext cx="428322" cy="369332"/>
          </a:xfrm>
          <a:prstGeom prst="rect">
            <a:avLst/>
          </a:prstGeom>
          <a:noFill/>
        </p:spPr>
        <p:txBody>
          <a:bodyPr wrap="square" rtlCol="1">
            <a:spAutoFit/>
          </a:bodyPr>
          <a:lstStyle/>
          <a:p>
            <a:pPr algn="ctr" rtl="0"/>
            <a:r>
              <a:rPr lang="en-US" dirty="0"/>
              <a:t>S</a:t>
            </a:r>
            <a:endParaRPr lang="he-IL" dirty="0"/>
          </a:p>
        </p:txBody>
      </p:sp>
      <p:sp>
        <p:nvSpPr>
          <p:cNvPr id="41" name="TextBox 40">
            <a:extLst>
              <a:ext uri="{FF2B5EF4-FFF2-40B4-BE49-F238E27FC236}">
                <a16:creationId xmlns:a16="http://schemas.microsoft.com/office/drawing/2014/main" id="{3B14BBA0-C8C5-3B41-9E88-3E982676BDEE}"/>
              </a:ext>
            </a:extLst>
          </p:cNvPr>
          <p:cNvSpPr txBox="1">
            <a:spLocks/>
          </p:cNvSpPr>
          <p:nvPr/>
        </p:nvSpPr>
        <p:spPr>
          <a:xfrm>
            <a:off x="4644556" y="3170137"/>
            <a:ext cx="511290" cy="369332"/>
          </a:xfrm>
          <a:prstGeom prst="rect">
            <a:avLst/>
          </a:prstGeom>
          <a:noFill/>
        </p:spPr>
        <p:txBody>
          <a:bodyPr wrap="square" rtlCol="1">
            <a:spAutoFit/>
          </a:bodyPr>
          <a:lstStyle/>
          <a:p>
            <a:pPr algn="ctr" rtl="0"/>
            <a:r>
              <a:rPr lang="en-US" dirty="0"/>
              <a:t>SC</a:t>
            </a:r>
            <a:endParaRPr lang="he-IL" dirty="0"/>
          </a:p>
        </p:txBody>
      </p:sp>
      <p:sp>
        <p:nvSpPr>
          <p:cNvPr id="43" name="TextBox 42">
            <a:extLst>
              <a:ext uri="{FF2B5EF4-FFF2-40B4-BE49-F238E27FC236}">
                <a16:creationId xmlns:a16="http://schemas.microsoft.com/office/drawing/2014/main" id="{237E9296-30A7-C93A-F085-3C54C5666AF5}"/>
              </a:ext>
            </a:extLst>
          </p:cNvPr>
          <p:cNvSpPr txBox="1">
            <a:spLocks/>
          </p:cNvSpPr>
          <p:nvPr/>
        </p:nvSpPr>
        <p:spPr>
          <a:xfrm>
            <a:off x="7114829" y="3170036"/>
            <a:ext cx="546945" cy="369332"/>
          </a:xfrm>
          <a:prstGeom prst="rect">
            <a:avLst/>
          </a:prstGeom>
          <a:noFill/>
        </p:spPr>
        <p:txBody>
          <a:bodyPr wrap="square" rtlCol="1">
            <a:spAutoFit/>
          </a:bodyPr>
          <a:lstStyle/>
          <a:p>
            <a:pPr algn="ctr" rtl="0"/>
            <a:r>
              <a:rPr lang="en-US" dirty="0"/>
              <a:t>TP</a:t>
            </a:r>
            <a:endParaRPr lang="he-IL" dirty="0"/>
          </a:p>
        </p:txBody>
      </p:sp>
      <p:sp>
        <p:nvSpPr>
          <p:cNvPr id="44" name="TextBox 43">
            <a:extLst>
              <a:ext uri="{FF2B5EF4-FFF2-40B4-BE49-F238E27FC236}">
                <a16:creationId xmlns:a16="http://schemas.microsoft.com/office/drawing/2014/main" id="{74875100-6822-D3A3-C336-B83BE403FE32}"/>
              </a:ext>
            </a:extLst>
          </p:cNvPr>
          <p:cNvSpPr txBox="1"/>
          <p:nvPr/>
        </p:nvSpPr>
        <p:spPr>
          <a:xfrm>
            <a:off x="1702373" y="2855309"/>
            <a:ext cx="1043249" cy="369332"/>
          </a:xfrm>
          <a:prstGeom prst="rect">
            <a:avLst/>
          </a:prstGeom>
          <a:noFill/>
        </p:spPr>
        <p:txBody>
          <a:bodyPr wrap="square" rtlCol="1">
            <a:spAutoFit/>
          </a:bodyPr>
          <a:lstStyle/>
          <a:p>
            <a:pPr algn="l" rtl="0"/>
            <a:r>
              <a:rPr lang="en-US" dirty="0"/>
              <a:t>Skill</a:t>
            </a:r>
            <a:endParaRPr lang="he-IL" dirty="0"/>
          </a:p>
        </p:txBody>
      </p:sp>
      <p:sp>
        <p:nvSpPr>
          <p:cNvPr id="45" name="TextBox 44">
            <a:extLst>
              <a:ext uri="{FF2B5EF4-FFF2-40B4-BE49-F238E27FC236}">
                <a16:creationId xmlns:a16="http://schemas.microsoft.com/office/drawing/2014/main" id="{01AABA7A-909A-2466-5F6B-9BDBC1CAF1EF}"/>
              </a:ext>
            </a:extLst>
          </p:cNvPr>
          <p:cNvSpPr txBox="1"/>
          <p:nvPr/>
        </p:nvSpPr>
        <p:spPr>
          <a:xfrm>
            <a:off x="6411930" y="1216483"/>
            <a:ext cx="944490" cy="369332"/>
          </a:xfrm>
          <a:prstGeom prst="rect">
            <a:avLst/>
          </a:prstGeom>
          <a:noFill/>
        </p:spPr>
        <p:txBody>
          <a:bodyPr wrap="none" rtlCol="1">
            <a:spAutoFit/>
          </a:bodyPr>
          <a:lstStyle/>
          <a:p>
            <a:pPr algn="ctr" rtl="0"/>
            <a:r>
              <a:rPr lang="he-IL" dirty="0"/>
              <a:t>How to teach</a:t>
            </a:r>
          </a:p>
        </p:txBody>
      </p:sp>
      <p:sp>
        <p:nvSpPr>
          <p:cNvPr id="47" name="TextBox 46">
            <a:extLst>
              <a:ext uri="{FF2B5EF4-FFF2-40B4-BE49-F238E27FC236}">
                <a16:creationId xmlns:a16="http://schemas.microsoft.com/office/drawing/2014/main" id="{EE0F08E7-7263-2C1C-CF2B-97E5DE7C5ABE}"/>
              </a:ext>
            </a:extLst>
          </p:cNvPr>
          <p:cNvSpPr txBox="1"/>
          <p:nvPr/>
        </p:nvSpPr>
        <p:spPr>
          <a:xfrm>
            <a:off x="9649426" y="3170036"/>
            <a:ext cx="1943178" cy="369332"/>
          </a:xfrm>
          <a:prstGeom prst="rect">
            <a:avLst/>
          </a:prstGeom>
          <a:noFill/>
        </p:spPr>
        <p:txBody>
          <a:bodyPr wrap="square" rtlCol="1">
            <a:spAutoFit/>
          </a:bodyPr>
          <a:lstStyle/>
          <a:p>
            <a:pPr algn="l" rtl="0"/>
            <a:r>
              <a:rPr lang="he-IL" dirty="0"/>
              <a:t>Techno-pedagogical tools</a:t>
            </a:r>
          </a:p>
        </p:txBody>
      </p:sp>
      <p:sp>
        <p:nvSpPr>
          <p:cNvPr id="48" name="TextBox 47">
            <a:extLst>
              <a:ext uri="{FF2B5EF4-FFF2-40B4-BE49-F238E27FC236}">
                <a16:creationId xmlns:a16="http://schemas.microsoft.com/office/drawing/2014/main" id="{05014803-FA5A-BDFC-C0CB-063583E17062}"/>
              </a:ext>
            </a:extLst>
          </p:cNvPr>
          <p:cNvSpPr txBox="1"/>
          <p:nvPr/>
        </p:nvSpPr>
        <p:spPr>
          <a:xfrm>
            <a:off x="1235946" y="4440893"/>
            <a:ext cx="2371671" cy="369332"/>
          </a:xfrm>
          <a:prstGeom prst="rect">
            <a:avLst/>
          </a:prstGeom>
          <a:noFill/>
        </p:spPr>
        <p:txBody>
          <a:bodyPr wrap="square" rtlCol="1">
            <a:spAutoFit/>
          </a:bodyPr>
          <a:lstStyle/>
          <a:p>
            <a:pPr algn="l" rtl="0"/>
            <a:r>
              <a:rPr lang="he-IL" dirty="0"/>
              <a:t>Pedagogy for imparting the skill</a:t>
            </a:r>
          </a:p>
        </p:txBody>
      </p:sp>
      <p:sp>
        <p:nvSpPr>
          <p:cNvPr id="50" name="TextBox 49">
            <a:extLst>
              <a:ext uri="{FF2B5EF4-FFF2-40B4-BE49-F238E27FC236}">
                <a16:creationId xmlns:a16="http://schemas.microsoft.com/office/drawing/2014/main" id="{92F5235E-BCFF-0DAE-719E-C3C9D124BA44}"/>
              </a:ext>
            </a:extLst>
          </p:cNvPr>
          <p:cNvSpPr txBox="1"/>
          <p:nvPr/>
        </p:nvSpPr>
        <p:spPr>
          <a:xfrm>
            <a:off x="1899138" y="5602881"/>
            <a:ext cx="2693600" cy="369332"/>
          </a:xfrm>
          <a:prstGeom prst="rect">
            <a:avLst/>
          </a:prstGeom>
          <a:noFill/>
        </p:spPr>
        <p:txBody>
          <a:bodyPr wrap="square" rtlCol="1">
            <a:spAutoFit/>
          </a:bodyPr>
          <a:lstStyle/>
          <a:p>
            <a:pPr algn="l" rtl="0"/>
            <a:r>
              <a:rPr lang="he-IL" dirty="0"/>
              <a:t>Technology for skill acquisition</a:t>
            </a:r>
          </a:p>
        </p:txBody>
      </p:sp>
      <p:sp>
        <p:nvSpPr>
          <p:cNvPr id="51" name="TextBox 50">
            <a:extLst>
              <a:ext uri="{FF2B5EF4-FFF2-40B4-BE49-F238E27FC236}">
                <a16:creationId xmlns:a16="http://schemas.microsoft.com/office/drawing/2014/main" id="{92624748-EEFF-46D7-84AB-8B93F1722912}"/>
              </a:ext>
            </a:extLst>
          </p:cNvPr>
          <p:cNvSpPr txBox="1"/>
          <p:nvPr/>
        </p:nvSpPr>
        <p:spPr>
          <a:xfrm>
            <a:off x="1607736" y="4992270"/>
            <a:ext cx="2799969" cy="369332"/>
          </a:xfrm>
          <a:prstGeom prst="rect">
            <a:avLst/>
          </a:prstGeom>
          <a:noFill/>
        </p:spPr>
        <p:txBody>
          <a:bodyPr wrap="square" rtlCol="1">
            <a:spAutoFit/>
          </a:bodyPr>
          <a:lstStyle/>
          <a:p>
            <a:pPr algn="l" rtl="0"/>
            <a:r>
              <a:rPr lang="he-IL" dirty="0"/>
              <a:t>Techno-pedagogy for skill acquisition</a:t>
            </a:r>
          </a:p>
        </p:txBody>
      </p:sp>
      <p:cxnSp>
        <p:nvCxnSpPr>
          <p:cNvPr id="52" name="Straight Connector 51">
            <a:extLst>
              <a:ext uri="{FF2B5EF4-FFF2-40B4-BE49-F238E27FC236}">
                <a16:creationId xmlns:a16="http://schemas.microsoft.com/office/drawing/2014/main" id="{51FC1415-6958-000C-B806-A58BD66D3151}"/>
              </a:ext>
            </a:extLst>
          </p:cNvPr>
          <p:cNvCxnSpPr>
            <a:cxnSpLocks/>
            <a:stCxn id="48" idx="3"/>
            <a:endCxn id="19" idx="1"/>
          </p:cNvCxnSpPr>
          <p:nvPr/>
        </p:nvCxnSpPr>
        <p:spPr>
          <a:xfrm flipV="1">
            <a:off x="3607617" y="4621961"/>
            <a:ext cx="1121055" cy="3598"/>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BF9972E-1724-6622-8227-B04BFDC3322B}"/>
              </a:ext>
            </a:extLst>
          </p:cNvPr>
          <p:cNvCxnSpPr>
            <a:cxnSpLocks/>
            <a:stCxn id="47" idx="1"/>
            <a:endCxn id="43" idx="3"/>
          </p:cNvCxnSpPr>
          <p:nvPr/>
        </p:nvCxnSpPr>
        <p:spPr>
          <a:xfrm flipH="1">
            <a:off x="7661774" y="3354702"/>
            <a:ext cx="1987652" cy="0"/>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B46D9A8-BD6E-79C3-C7A1-FB9E358D55EB}"/>
              </a:ext>
            </a:extLst>
          </p:cNvPr>
          <p:cNvCxnSpPr>
            <a:cxnSpLocks/>
            <a:stCxn id="51" idx="3"/>
            <a:endCxn id="16" idx="1"/>
          </p:cNvCxnSpPr>
          <p:nvPr/>
        </p:nvCxnSpPr>
        <p:spPr>
          <a:xfrm flipV="1">
            <a:off x="4407705" y="5162158"/>
            <a:ext cx="879110" cy="14778"/>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80E1738-5C25-4B5E-81F9-06E4F185B8EF}"/>
              </a:ext>
            </a:extLst>
          </p:cNvPr>
          <p:cNvCxnSpPr>
            <a:cxnSpLocks/>
            <a:stCxn id="50" idx="3"/>
            <a:endCxn id="17" idx="1"/>
          </p:cNvCxnSpPr>
          <p:nvPr/>
        </p:nvCxnSpPr>
        <p:spPr>
          <a:xfrm flipV="1">
            <a:off x="4592738" y="5769387"/>
            <a:ext cx="1296548" cy="18160"/>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0B00DCC-9E1E-6895-7C57-7CCD28F9E51D}"/>
              </a:ext>
            </a:extLst>
          </p:cNvPr>
          <p:cNvCxnSpPr>
            <a:cxnSpLocks/>
            <a:stCxn id="44" idx="3"/>
            <a:endCxn id="40" idx="1"/>
          </p:cNvCxnSpPr>
          <p:nvPr/>
        </p:nvCxnSpPr>
        <p:spPr>
          <a:xfrm>
            <a:off x="2745622" y="3039975"/>
            <a:ext cx="697403" cy="17291"/>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C0A0B4F-7D66-F02F-C99B-8EC8B28AB809}"/>
              </a:ext>
            </a:extLst>
          </p:cNvPr>
          <p:cNvCxnSpPr>
            <a:cxnSpLocks/>
            <a:stCxn id="58" idx="1"/>
            <a:endCxn id="39" idx="3"/>
          </p:cNvCxnSpPr>
          <p:nvPr/>
        </p:nvCxnSpPr>
        <p:spPr>
          <a:xfrm flipH="1">
            <a:off x="8880928" y="3057266"/>
            <a:ext cx="776401" cy="0"/>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29A9041-0A01-9DA0-714B-9D12CA1AAFA2}"/>
              </a:ext>
            </a:extLst>
          </p:cNvPr>
          <p:cNvSpPr txBox="1">
            <a:spLocks/>
          </p:cNvSpPr>
          <p:nvPr/>
        </p:nvSpPr>
        <p:spPr>
          <a:xfrm>
            <a:off x="9657329" y="2872600"/>
            <a:ext cx="1468672" cy="369332"/>
          </a:xfrm>
          <a:prstGeom prst="rect">
            <a:avLst/>
          </a:prstGeom>
          <a:noFill/>
        </p:spPr>
        <p:txBody>
          <a:bodyPr wrap="square" rtlCol="1">
            <a:spAutoFit/>
          </a:bodyPr>
          <a:lstStyle/>
          <a:p>
            <a:pPr algn="l" rtl="0"/>
            <a:r>
              <a:rPr lang="he-IL" dirty="0"/>
              <a:t>Digital tools</a:t>
            </a:r>
          </a:p>
        </p:txBody>
      </p:sp>
      <p:cxnSp>
        <p:nvCxnSpPr>
          <p:cNvPr id="59" name="Straight Connector 58">
            <a:extLst>
              <a:ext uri="{FF2B5EF4-FFF2-40B4-BE49-F238E27FC236}">
                <a16:creationId xmlns:a16="http://schemas.microsoft.com/office/drawing/2014/main" id="{BB0BE3E2-EB0B-7C87-FBB8-EE9C03B56B65}"/>
              </a:ext>
            </a:extLst>
          </p:cNvPr>
          <p:cNvCxnSpPr>
            <a:cxnSpLocks/>
            <a:stCxn id="45" idx="2"/>
          </p:cNvCxnSpPr>
          <p:nvPr/>
        </p:nvCxnSpPr>
        <p:spPr>
          <a:xfrm>
            <a:off x="6884175" y="1585815"/>
            <a:ext cx="498488" cy="569324"/>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60B097B-D63B-973F-6BD9-6EF71E239453}"/>
              </a:ext>
            </a:extLst>
          </p:cNvPr>
          <p:cNvSpPr txBox="1">
            <a:spLocks/>
          </p:cNvSpPr>
          <p:nvPr/>
        </p:nvSpPr>
        <p:spPr>
          <a:xfrm>
            <a:off x="6479422" y="3816798"/>
            <a:ext cx="538930" cy="369332"/>
          </a:xfrm>
          <a:prstGeom prst="rect">
            <a:avLst/>
          </a:prstGeom>
          <a:noFill/>
        </p:spPr>
        <p:txBody>
          <a:bodyPr wrap="none" rtlCol="1">
            <a:spAutoFit/>
          </a:bodyPr>
          <a:lstStyle/>
          <a:p>
            <a:pPr algn="ctr" rtl="0"/>
            <a:r>
              <a:rPr lang="en-US" dirty="0"/>
              <a:t>TPC</a:t>
            </a:r>
            <a:endParaRPr lang="he-IL" dirty="0"/>
          </a:p>
        </p:txBody>
      </p:sp>
      <p:sp>
        <p:nvSpPr>
          <p:cNvPr id="15" name="TextBox 14">
            <a:extLst>
              <a:ext uri="{FF2B5EF4-FFF2-40B4-BE49-F238E27FC236}">
                <a16:creationId xmlns:a16="http://schemas.microsoft.com/office/drawing/2014/main" id="{7A81096F-9513-6DBE-CE35-252BA4A5EF1C}"/>
              </a:ext>
            </a:extLst>
          </p:cNvPr>
          <p:cNvSpPr txBox="1">
            <a:spLocks/>
          </p:cNvSpPr>
          <p:nvPr/>
        </p:nvSpPr>
        <p:spPr>
          <a:xfrm>
            <a:off x="5245691" y="3806529"/>
            <a:ext cx="532518" cy="369332"/>
          </a:xfrm>
          <a:prstGeom prst="rect">
            <a:avLst/>
          </a:prstGeom>
          <a:noFill/>
        </p:spPr>
        <p:txBody>
          <a:bodyPr wrap="none" rtlCol="1">
            <a:spAutoFit/>
          </a:bodyPr>
          <a:lstStyle/>
          <a:p>
            <a:pPr algn="ctr" rtl="0"/>
            <a:r>
              <a:rPr lang="en-US" dirty="0"/>
              <a:t>SPC</a:t>
            </a:r>
            <a:endParaRPr lang="he-IL" dirty="0"/>
          </a:p>
        </p:txBody>
      </p:sp>
      <p:sp>
        <p:nvSpPr>
          <p:cNvPr id="16" name="TextBox 15">
            <a:extLst>
              <a:ext uri="{FF2B5EF4-FFF2-40B4-BE49-F238E27FC236}">
                <a16:creationId xmlns:a16="http://schemas.microsoft.com/office/drawing/2014/main" id="{9FA7CEB3-E7DC-8096-1B3C-58700A538EBF}"/>
              </a:ext>
            </a:extLst>
          </p:cNvPr>
          <p:cNvSpPr txBox="1">
            <a:spLocks/>
          </p:cNvSpPr>
          <p:nvPr/>
        </p:nvSpPr>
        <p:spPr>
          <a:xfrm>
            <a:off x="5286815" y="4977492"/>
            <a:ext cx="520142" cy="369332"/>
          </a:xfrm>
          <a:prstGeom prst="rect">
            <a:avLst/>
          </a:prstGeom>
          <a:noFill/>
        </p:spPr>
        <p:txBody>
          <a:bodyPr wrap="none" rtlCol="1">
            <a:spAutoFit/>
          </a:bodyPr>
          <a:lstStyle/>
          <a:p>
            <a:pPr algn="ctr" rtl="0"/>
            <a:r>
              <a:rPr lang="en-US" dirty="0"/>
              <a:t>TSP</a:t>
            </a:r>
            <a:endParaRPr lang="he-IL" dirty="0"/>
          </a:p>
        </p:txBody>
      </p:sp>
      <p:sp>
        <p:nvSpPr>
          <p:cNvPr id="17" name="TextBox 16">
            <a:extLst>
              <a:ext uri="{FF2B5EF4-FFF2-40B4-BE49-F238E27FC236}">
                <a16:creationId xmlns:a16="http://schemas.microsoft.com/office/drawing/2014/main" id="{FC42441D-6664-6057-6353-B7A39788D9B4}"/>
              </a:ext>
            </a:extLst>
          </p:cNvPr>
          <p:cNvSpPr txBox="1">
            <a:spLocks/>
          </p:cNvSpPr>
          <p:nvPr/>
        </p:nvSpPr>
        <p:spPr>
          <a:xfrm>
            <a:off x="5889286" y="5584721"/>
            <a:ext cx="401521" cy="369332"/>
          </a:xfrm>
          <a:prstGeom prst="rect">
            <a:avLst/>
          </a:prstGeom>
          <a:noFill/>
        </p:spPr>
        <p:txBody>
          <a:bodyPr wrap="none" rtlCol="1">
            <a:spAutoFit/>
          </a:bodyPr>
          <a:lstStyle/>
          <a:p>
            <a:pPr algn="ctr" rtl="0"/>
            <a:r>
              <a:rPr lang="en-US" dirty="0"/>
              <a:t>TS</a:t>
            </a:r>
            <a:endParaRPr lang="he-IL" dirty="0"/>
          </a:p>
        </p:txBody>
      </p:sp>
      <p:sp>
        <p:nvSpPr>
          <p:cNvPr id="18" name="TextBox 17">
            <a:extLst>
              <a:ext uri="{FF2B5EF4-FFF2-40B4-BE49-F238E27FC236}">
                <a16:creationId xmlns:a16="http://schemas.microsoft.com/office/drawing/2014/main" id="{EBC0A697-660F-5241-5544-F18A4BFB60AD}"/>
              </a:ext>
            </a:extLst>
          </p:cNvPr>
          <p:cNvSpPr txBox="1">
            <a:spLocks/>
          </p:cNvSpPr>
          <p:nvPr/>
        </p:nvSpPr>
        <p:spPr>
          <a:xfrm>
            <a:off x="6977396" y="4437295"/>
            <a:ext cx="492761" cy="369332"/>
          </a:xfrm>
          <a:prstGeom prst="rect">
            <a:avLst/>
          </a:prstGeom>
          <a:noFill/>
        </p:spPr>
        <p:txBody>
          <a:bodyPr wrap="square" rtlCol="1">
            <a:spAutoFit/>
          </a:bodyPr>
          <a:lstStyle/>
          <a:p>
            <a:pPr algn="ctr" rtl="0"/>
            <a:r>
              <a:rPr lang="en-US" dirty="0"/>
              <a:t>TC</a:t>
            </a:r>
            <a:endParaRPr lang="he-IL" dirty="0"/>
          </a:p>
        </p:txBody>
      </p:sp>
      <p:sp>
        <p:nvSpPr>
          <p:cNvPr id="19" name="TextBox 18">
            <a:extLst>
              <a:ext uri="{FF2B5EF4-FFF2-40B4-BE49-F238E27FC236}">
                <a16:creationId xmlns:a16="http://schemas.microsoft.com/office/drawing/2014/main" id="{7C030613-5927-A2FA-1DAE-9BAA283CD3BB}"/>
              </a:ext>
            </a:extLst>
          </p:cNvPr>
          <p:cNvSpPr txBox="1">
            <a:spLocks/>
          </p:cNvSpPr>
          <p:nvPr/>
        </p:nvSpPr>
        <p:spPr>
          <a:xfrm>
            <a:off x="4728672" y="4437295"/>
            <a:ext cx="492761" cy="369332"/>
          </a:xfrm>
          <a:prstGeom prst="rect">
            <a:avLst/>
          </a:prstGeom>
          <a:noFill/>
        </p:spPr>
        <p:txBody>
          <a:bodyPr wrap="square" rtlCol="1">
            <a:spAutoFit/>
          </a:bodyPr>
          <a:lstStyle/>
          <a:p>
            <a:pPr algn="ctr" rtl="0"/>
            <a:r>
              <a:rPr lang="en-US" dirty="0"/>
              <a:t>SP</a:t>
            </a:r>
            <a:endParaRPr lang="he-IL" dirty="0"/>
          </a:p>
        </p:txBody>
      </p:sp>
      <p:sp>
        <p:nvSpPr>
          <p:cNvPr id="20" name="TextBox 19">
            <a:extLst>
              <a:ext uri="{FF2B5EF4-FFF2-40B4-BE49-F238E27FC236}">
                <a16:creationId xmlns:a16="http://schemas.microsoft.com/office/drawing/2014/main" id="{F7213F88-DB05-4B9A-CE58-A7EA03121EEA}"/>
              </a:ext>
            </a:extLst>
          </p:cNvPr>
          <p:cNvSpPr txBox="1"/>
          <p:nvPr/>
        </p:nvSpPr>
        <p:spPr>
          <a:xfrm>
            <a:off x="4707721" y="1216483"/>
            <a:ext cx="1367086" cy="369332"/>
          </a:xfrm>
          <a:prstGeom prst="rect">
            <a:avLst/>
          </a:prstGeom>
          <a:noFill/>
        </p:spPr>
        <p:txBody>
          <a:bodyPr wrap="square" rtlCol="1">
            <a:spAutoFit/>
          </a:bodyPr>
          <a:lstStyle/>
          <a:p>
            <a:pPr algn="ctr" rtl="0"/>
            <a:r>
              <a:rPr lang="he-IL" dirty="0"/>
              <a:t>Content area</a:t>
            </a:r>
          </a:p>
        </p:txBody>
      </p:sp>
      <p:cxnSp>
        <p:nvCxnSpPr>
          <p:cNvPr id="21" name="Straight Connector 20">
            <a:extLst>
              <a:ext uri="{FF2B5EF4-FFF2-40B4-BE49-F238E27FC236}">
                <a16:creationId xmlns:a16="http://schemas.microsoft.com/office/drawing/2014/main" id="{9748BEE0-6B66-B915-7D78-0D1D5060BAFF}"/>
              </a:ext>
            </a:extLst>
          </p:cNvPr>
          <p:cNvCxnSpPr>
            <a:cxnSpLocks/>
            <a:stCxn id="20" idx="2"/>
          </p:cNvCxnSpPr>
          <p:nvPr/>
        </p:nvCxnSpPr>
        <p:spPr>
          <a:xfrm flipH="1">
            <a:off x="4865064" y="1585815"/>
            <a:ext cx="526200" cy="598025"/>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2D1E1C12-1053-EBB8-6ABA-F265DDF37AF0}"/>
              </a:ext>
            </a:extLst>
          </p:cNvPr>
          <p:cNvSpPr txBox="1"/>
          <p:nvPr/>
        </p:nvSpPr>
        <p:spPr>
          <a:xfrm>
            <a:off x="1124761" y="3161843"/>
            <a:ext cx="2046128" cy="369332"/>
          </a:xfrm>
          <a:prstGeom prst="rect">
            <a:avLst/>
          </a:prstGeom>
          <a:noFill/>
        </p:spPr>
        <p:txBody>
          <a:bodyPr wrap="square" rtlCol="1">
            <a:spAutoFit/>
          </a:bodyPr>
          <a:lstStyle/>
          <a:p>
            <a:pPr algn="l" rtl="0"/>
            <a:r>
              <a:rPr lang="he-IL" dirty="0"/>
              <a:t>Content proficiency</a:t>
            </a:r>
          </a:p>
        </p:txBody>
      </p:sp>
      <p:cxnSp>
        <p:nvCxnSpPr>
          <p:cNvPr id="71" name="Straight Connector 70">
            <a:extLst>
              <a:ext uri="{FF2B5EF4-FFF2-40B4-BE49-F238E27FC236}">
                <a16:creationId xmlns:a16="http://schemas.microsoft.com/office/drawing/2014/main" id="{1AC61513-6518-F3C2-26D4-659ACBD9514D}"/>
              </a:ext>
            </a:extLst>
          </p:cNvPr>
          <p:cNvCxnSpPr>
            <a:cxnSpLocks/>
            <a:stCxn id="70" idx="3"/>
            <a:endCxn id="41" idx="1"/>
          </p:cNvCxnSpPr>
          <p:nvPr/>
        </p:nvCxnSpPr>
        <p:spPr>
          <a:xfrm>
            <a:off x="3170889" y="3346509"/>
            <a:ext cx="1473667" cy="8294"/>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4119C1-3E43-CA53-565A-744FCEE7D24A}"/>
              </a:ext>
            </a:extLst>
          </p:cNvPr>
          <p:cNvSpPr txBox="1">
            <a:spLocks/>
          </p:cNvSpPr>
          <p:nvPr/>
        </p:nvSpPr>
        <p:spPr>
          <a:xfrm>
            <a:off x="6404534" y="209330"/>
            <a:ext cx="4855816" cy="707886"/>
          </a:xfrm>
          <a:prstGeom prst="rect">
            <a:avLst/>
          </a:prstGeom>
          <a:noFill/>
        </p:spPr>
        <p:txBody>
          <a:bodyPr wrap="none" rtlCol="1">
            <a:spAutoFit/>
          </a:bodyPr>
          <a:lstStyle/>
          <a:p>
            <a:pPr algn="l" rtl="0"/>
            <a:r>
              <a:rPr lang="he-IL" sz="4000" dirty="0">
                <a:solidFill>
                  <a:schemeClr val="accent2"/>
                </a:solidFill>
              </a:rPr>
              <a:t>I know / am familiar with...</a:t>
            </a:r>
          </a:p>
        </p:txBody>
      </p:sp>
      <p:sp>
        <p:nvSpPr>
          <p:cNvPr id="25" name="TextBox 24">
            <a:extLst>
              <a:ext uri="{FF2B5EF4-FFF2-40B4-BE49-F238E27FC236}">
                <a16:creationId xmlns:a16="http://schemas.microsoft.com/office/drawing/2014/main" id="{6F45D4D4-A298-BEB1-9471-F7876C0A7A91}"/>
              </a:ext>
            </a:extLst>
          </p:cNvPr>
          <p:cNvSpPr txBox="1"/>
          <p:nvPr/>
        </p:nvSpPr>
        <p:spPr>
          <a:xfrm>
            <a:off x="5403429" y="1792816"/>
            <a:ext cx="1441307" cy="534762"/>
          </a:xfrm>
          <a:prstGeom prst="rect">
            <a:avLst/>
          </a:prstGeom>
          <a:noFill/>
        </p:spPr>
        <p:txBody>
          <a:bodyPr wrap="square" rtlCol="1">
            <a:spAutoFit/>
          </a:bodyPr>
          <a:lstStyle/>
          <a:p>
            <a:pPr algn="ctr" rtl="0">
              <a:lnSpc>
                <a:spcPts val="1700"/>
              </a:lnSpc>
            </a:pPr>
            <a:r>
              <a:rPr lang="he-IL" dirty="0"/>
              <a:t>Pedagogy for the content area</a:t>
            </a:r>
          </a:p>
        </p:txBody>
      </p:sp>
      <p:cxnSp>
        <p:nvCxnSpPr>
          <p:cNvPr id="27" name="Straight Connector 26">
            <a:extLst>
              <a:ext uri="{FF2B5EF4-FFF2-40B4-BE49-F238E27FC236}">
                <a16:creationId xmlns:a16="http://schemas.microsoft.com/office/drawing/2014/main" id="{76B8ABC4-9E59-2775-0DC0-0FEE7CDC7790}"/>
              </a:ext>
            </a:extLst>
          </p:cNvPr>
          <p:cNvCxnSpPr>
            <a:cxnSpLocks/>
            <a:stCxn id="25" idx="2"/>
            <a:endCxn id="30" idx="0"/>
          </p:cNvCxnSpPr>
          <p:nvPr/>
        </p:nvCxnSpPr>
        <p:spPr>
          <a:xfrm flipH="1">
            <a:off x="6117469" y="2327578"/>
            <a:ext cx="6614" cy="842458"/>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28C74EF-787C-C5D1-4EAF-C50A22F0A327}"/>
              </a:ext>
            </a:extLst>
          </p:cNvPr>
          <p:cNvSpPr txBox="1"/>
          <p:nvPr/>
        </p:nvSpPr>
        <p:spPr>
          <a:xfrm>
            <a:off x="9598220" y="4437295"/>
            <a:ext cx="2288980" cy="369332"/>
          </a:xfrm>
          <a:prstGeom prst="rect">
            <a:avLst/>
          </a:prstGeom>
          <a:noFill/>
        </p:spPr>
        <p:txBody>
          <a:bodyPr wrap="square" rtlCol="1">
            <a:spAutoFit/>
          </a:bodyPr>
          <a:lstStyle/>
          <a:p>
            <a:pPr algn="l" rtl="0"/>
            <a:r>
              <a:rPr lang="he-IL" dirty="0"/>
              <a:t>Content technology</a:t>
            </a:r>
          </a:p>
        </p:txBody>
      </p:sp>
      <p:cxnSp>
        <p:nvCxnSpPr>
          <p:cNvPr id="34" name="Straight Connector 33">
            <a:extLst>
              <a:ext uri="{FF2B5EF4-FFF2-40B4-BE49-F238E27FC236}">
                <a16:creationId xmlns:a16="http://schemas.microsoft.com/office/drawing/2014/main" id="{0503BEA7-B5E7-850F-76F5-34F967F8AF51}"/>
              </a:ext>
            </a:extLst>
          </p:cNvPr>
          <p:cNvCxnSpPr>
            <a:cxnSpLocks/>
            <a:stCxn id="33" idx="1"/>
          </p:cNvCxnSpPr>
          <p:nvPr/>
        </p:nvCxnSpPr>
        <p:spPr>
          <a:xfrm flipH="1">
            <a:off x="7486869" y="4621961"/>
            <a:ext cx="2111351" cy="0"/>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4E8C9F5B-25E4-5BAB-6B10-F9CCB8D4F135}"/>
              </a:ext>
            </a:extLst>
          </p:cNvPr>
          <p:cNvSpPr txBox="1"/>
          <p:nvPr/>
        </p:nvSpPr>
        <p:spPr>
          <a:xfrm>
            <a:off x="9627927" y="3814434"/>
            <a:ext cx="2442884" cy="369332"/>
          </a:xfrm>
          <a:prstGeom prst="rect">
            <a:avLst/>
          </a:prstGeom>
          <a:noFill/>
        </p:spPr>
        <p:txBody>
          <a:bodyPr wrap="square" rtlCol="1">
            <a:spAutoFit/>
          </a:bodyPr>
          <a:lstStyle/>
          <a:p>
            <a:pPr algn="l" rtl="0"/>
            <a:r>
              <a:rPr lang="he-IL" dirty="0"/>
              <a:t>Techno-pedagogy for the content area</a:t>
            </a:r>
          </a:p>
        </p:txBody>
      </p:sp>
      <p:cxnSp>
        <p:nvCxnSpPr>
          <p:cNvPr id="49" name="Straight Connector 48">
            <a:extLst>
              <a:ext uri="{FF2B5EF4-FFF2-40B4-BE49-F238E27FC236}">
                <a16:creationId xmlns:a16="http://schemas.microsoft.com/office/drawing/2014/main" id="{0475F015-3E74-548B-87EE-A7E9C012904D}"/>
              </a:ext>
            </a:extLst>
          </p:cNvPr>
          <p:cNvCxnSpPr>
            <a:cxnSpLocks/>
            <a:stCxn id="46" idx="1"/>
            <a:endCxn id="14" idx="3"/>
          </p:cNvCxnSpPr>
          <p:nvPr/>
        </p:nvCxnSpPr>
        <p:spPr>
          <a:xfrm flipH="1">
            <a:off x="7018352" y="3999100"/>
            <a:ext cx="2609575" cy="2364"/>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525905B-ED23-D87B-65EB-2384C461DC4E}"/>
              </a:ext>
            </a:extLst>
          </p:cNvPr>
          <p:cNvSpPr txBox="1"/>
          <p:nvPr/>
        </p:nvSpPr>
        <p:spPr>
          <a:xfrm>
            <a:off x="8102225" y="4991293"/>
            <a:ext cx="3801326" cy="369332"/>
          </a:xfrm>
          <a:prstGeom prst="rect">
            <a:avLst/>
          </a:prstGeom>
          <a:noFill/>
        </p:spPr>
        <p:txBody>
          <a:bodyPr wrap="square" rtlCol="1">
            <a:spAutoFit/>
          </a:bodyPr>
          <a:lstStyle/>
          <a:p>
            <a:pPr algn="l" rtl="0"/>
            <a:r>
              <a:rPr lang="he-IL" dirty="0"/>
              <a:t>Technology for imparting content skills</a:t>
            </a:r>
          </a:p>
        </p:txBody>
      </p:sp>
      <p:cxnSp>
        <p:nvCxnSpPr>
          <p:cNvPr id="63" name="Straight Connector 62">
            <a:extLst>
              <a:ext uri="{FF2B5EF4-FFF2-40B4-BE49-F238E27FC236}">
                <a16:creationId xmlns:a16="http://schemas.microsoft.com/office/drawing/2014/main" id="{C17170C3-B1DD-E930-7402-2C91AEE9B6D7}"/>
              </a:ext>
            </a:extLst>
          </p:cNvPr>
          <p:cNvCxnSpPr>
            <a:cxnSpLocks/>
            <a:stCxn id="62" idx="1"/>
            <a:endCxn id="38" idx="3"/>
          </p:cNvCxnSpPr>
          <p:nvPr/>
        </p:nvCxnSpPr>
        <p:spPr>
          <a:xfrm flipH="1" flipV="1">
            <a:off x="6894199" y="5162158"/>
            <a:ext cx="1208026" cy="13801"/>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FC1B8CF-69AD-DFB7-72EB-90D45A882D25}"/>
              </a:ext>
            </a:extLst>
          </p:cNvPr>
          <p:cNvSpPr txBox="1"/>
          <p:nvPr/>
        </p:nvSpPr>
        <p:spPr>
          <a:xfrm>
            <a:off x="3948889" y="6257775"/>
            <a:ext cx="4294221" cy="369332"/>
          </a:xfrm>
          <a:prstGeom prst="rect">
            <a:avLst/>
          </a:prstGeom>
          <a:noFill/>
        </p:spPr>
        <p:txBody>
          <a:bodyPr wrap="square" rtlCol="1">
            <a:spAutoFit/>
          </a:bodyPr>
          <a:lstStyle/>
          <a:p>
            <a:pPr algn="l" rtl="0"/>
            <a:r>
              <a:rPr lang="he-IL" dirty="0"/>
              <a:t>Techno-pedagogy for imparting content-related skills</a:t>
            </a:r>
          </a:p>
        </p:txBody>
      </p:sp>
      <p:cxnSp>
        <p:nvCxnSpPr>
          <p:cNvPr id="69" name="Straight Connector 68">
            <a:extLst>
              <a:ext uri="{FF2B5EF4-FFF2-40B4-BE49-F238E27FC236}">
                <a16:creationId xmlns:a16="http://schemas.microsoft.com/office/drawing/2014/main" id="{43ED4391-F419-CD58-E0FE-8DFD87C173C9}"/>
              </a:ext>
            </a:extLst>
          </p:cNvPr>
          <p:cNvCxnSpPr>
            <a:cxnSpLocks/>
            <a:stCxn id="68" idx="0"/>
            <a:endCxn id="28" idx="2"/>
          </p:cNvCxnSpPr>
          <p:nvPr/>
        </p:nvCxnSpPr>
        <p:spPr>
          <a:xfrm flipH="1" flipV="1">
            <a:off x="6085269" y="4812354"/>
            <a:ext cx="10731" cy="1445421"/>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F1F7CF5-D28B-33CF-7BDA-77FA1E69A5BE}"/>
              </a:ext>
            </a:extLst>
          </p:cNvPr>
          <p:cNvSpPr txBox="1"/>
          <p:nvPr/>
        </p:nvSpPr>
        <p:spPr>
          <a:xfrm>
            <a:off x="217451" y="3806364"/>
            <a:ext cx="3593602" cy="369332"/>
          </a:xfrm>
          <a:prstGeom prst="rect">
            <a:avLst/>
          </a:prstGeom>
          <a:noFill/>
        </p:spPr>
        <p:txBody>
          <a:bodyPr wrap="square" rtlCol="1">
            <a:spAutoFit/>
          </a:bodyPr>
          <a:lstStyle/>
          <a:p>
            <a:pPr algn="l" rtl="0"/>
            <a:r>
              <a:rPr lang="he-IL" dirty="0"/>
              <a:t>Pedagogy for imparting content-related skills</a:t>
            </a:r>
          </a:p>
        </p:txBody>
      </p:sp>
      <p:cxnSp>
        <p:nvCxnSpPr>
          <p:cNvPr id="77" name="Straight Connector 76">
            <a:extLst>
              <a:ext uri="{FF2B5EF4-FFF2-40B4-BE49-F238E27FC236}">
                <a16:creationId xmlns:a16="http://schemas.microsoft.com/office/drawing/2014/main" id="{6BEB5C23-7911-6044-690D-7636CAD26A69}"/>
              </a:ext>
            </a:extLst>
          </p:cNvPr>
          <p:cNvCxnSpPr>
            <a:cxnSpLocks/>
            <a:stCxn id="76" idx="3"/>
            <a:endCxn id="15" idx="1"/>
          </p:cNvCxnSpPr>
          <p:nvPr/>
        </p:nvCxnSpPr>
        <p:spPr>
          <a:xfrm>
            <a:off x="3811053" y="3991030"/>
            <a:ext cx="1434638" cy="165"/>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279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6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2"/>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6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7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p:bldP spid="36" grpId="0"/>
      <p:bldP spid="37" grpId="0"/>
      <p:bldP spid="38" grpId="0"/>
      <p:bldP spid="39" grpId="0"/>
      <p:bldP spid="40" grpId="0"/>
      <p:bldP spid="41" grpId="0"/>
      <p:bldP spid="43" grpId="0"/>
      <p:bldP spid="44" grpId="0"/>
      <p:bldP spid="45" grpId="0"/>
      <p:bldP spid="47" grpId="0"/>
      <p:bldP spid="48" grpId="0"/>
      <p:bldP spid="50" grpId="0"/>
      <p:bldP spid="51" grpId="0"/>
      <p:bldP spid="58" grpId="0"/>
      <p:bldP spid="14" grpId="0"/>
      <p:bldP spid="15" grpId="0"/>
      <p:bldP spid="16" grpId="0"/>
      <p:bldP spid="17" grpId="0"/>
      <p:bldP spid="18" grpId="0"/>
      <p:bldP spid="19" grpId="0"/>
      <p:bldP spid="20" grpId="0"/>
      <p:bldP spid="70" grpId="0"/>
      <p:bldP spid="4" grpId="0"/>
      <p:bldP spid="25" grpId="0"/>
      <p:bldP spid="33" grpId="0"/>
      <p:bldP spid="46" grpId="0"/>
      <p:bldP spid="62" grpId="0"/>
      <p:bldP spid="68" grpId="0"/>
      <p:bldP spid="7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BD055-FC7B-14F9-697F-F321C0144FD1}"/>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09237E5-7461-BFE0-FE96-8D6EBDC02335}"/>
              </a:ext>
            </a:extLst>
          </p:cNvPr>
          <p:cNvSpPr>
            <a:spLocks noGrp="1" noRot="1" noMove="1" noResize="1" noEditPoints="1" noAdjustHandles="1" noChangeArrowheads="1" noChangeShapeType="1"/>
          </p:cNvSpPr>
          <p:nvPr/>
        </p:nvSpPr>
        <p:spPr>
          <a:xfrm rot="2804236">
            <a:off x="2746484" y="3295001"/>
            <a:ext cx="4694215" cy="1770772"/>
          </a:xfrm>
          <a:prstGeom prst="roundRect">
            <a:avLst>
              <a:gd name="adj" fmla="val 50000"/>
            </a:avLst>
          </a:prstGeom>
          <a:solidFill>
            <a:srgbClr val="E2C2C6">
              <a:alpha val="36863"/>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5" name="Rectangle: Rounded Corners 4">
            <a:extLst>
              <a:ext uri="{FF2B5EF4-FFF2-40B4-BE49-F238E27FC236}">
                <a16:creationId xmlns:a16="http://schemas.microsoft.com/office/drawing/2014/main" id="{761170B7-5365-7868-04D3-3129BC522F3D}"/>
              </a:ext>
            </a:extLst>
          </p:cNvPr>
          <p:cNvSpPr>
            <a:spLocks noGrp="1" noRot="1" noMove="1" noResize="1" noEditPoints="1" noAdjustHandles="1" noChangeArrowheads="1" noChangeShapeType="1"/>
          </p:cNvSpPr>
          <p:nvPr/>
        </p:nvSpPr>
        <p:spPr>
          <a:xfrm rot="8137696">
            <a:off x="4777926" y="3336757"/>
            <a:ext cx="4694215" cy="1770772"/>
          </a:xfrm>
          <a:prstGeom prst="roundRect">
            <a:avLst>
              <a:gd name="adj" fmla="val 50000"/>
            </a:avLst>
          </a:prstGeom>
          <a:solidFill>
            <a:srgbClr val="46B4A4">
              <a:alpha val="36863"/>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12" name="Rectangle: Rounded Corners 11">
            <a:extLst>
              <a:ext uri="{FF2B5EF4-FFF2-40B4-BE49-F238E27FC236}">
                <a16:creationId xmlns:a16="http://schemas.microsoft.com/office/drawing/2014/main" id="{01541BFB-5CDA-6805-3662-64CE345C70CC}"/>
              </a:ext>
            </a:extLst>
          </p:cNvPr>
          <p:cNvSpPr>
            <a:spLocks noGrp="1" noRot="1" noMove="1" noResize="1" noEditPoints="1" noAdjustHandles="1" noChangeArrowheads="1" noChangeShapeType="1"/>
          </p:cNvSpPr>
          <p:nvPr/>
        </p:nvSpPr>
        <p:spPr>
          <a:xfrm rot="2804236">
            <a:off x="3376183" y="2675439"/>
            <a:ext cx="4694215" cy="1770772"/>
          </a:xfrm>
          <a:prstGeom prst="roundRect">
            <a:avLst>
              <a:gd name="adj" fmla="val 50000"/>
            </a:avLst>
          </a:prstGeom>
          <a:solidFill>
            <a:srgbClr val="46B4A4">
              <a:alpha val="36863"/>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13" name="Rectangle: Rounded Corners 12">
            <a:extLst>
              <a:ext uri="{FF2B5EF4-FFF2-40B4-BE49-F238E27FC236}">
                <a16:creationId xmlns:a16="http://schemas.microsoft.com/office/drawing/2014/main" id="{5AEA02CA-21E6-452F-FA6D-6109448A69F0}"/>
              </a:ext>
            </a:extLst>
          </p:cNvPr>
          <p:cNvSpPr>
            <a:spLocks noGrp="1" noRot="1" noMove="1" noResize="1" noEditPoints="1" noAdjustHandles="1" noChangeArrowheads="1" noChangeShapeType="1"/>
          </p:cNvSpPr>
          <p:nvPr/>
        </p:nvSpPr>
        <p:spPr>
          <a:xfrm rot="8137696">
            <a:off x="4188420" y="2683922"/>
            <a:ext cx="4694215" cy="1770772"/>
          </a:xfrm>
          <a:prstGeom prst="roundRect">
            <a:avLst>
              <a:gd name="adj" fmla="val 50000"/>
            </a:avLst>
          </a:prstGeom>
          <a:solidFill>
            <a:srgbClr val="46B4A4">
              <a:alpha val="36863"/>
            </a:srgb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6" name="Title 5">
            <a:extLst>
              <a:ext uri="{FF2B5EF4-FFF2-40B4-BE49-F238E27FC236}">
                <a16:creationId xmlns:a16="http://schemas.microsoft.com/office/drawing/2014/main" id="{D45217E2-EB87-13F0-99D8-020382C0C173}"/>
              </a:ext>
            </a:extLst>
          </p:cNvPr>
          <p:cNvSpPr>
            <a:spLocks noGrp="1"/>
          </p:cNvSpPr>
          <p:nvPr>
            <p:ph type="title" idx="4294967295"/>
          </p:nvPr>
        </p:nvSpPr>
        <p:spPr>
          <a:xfrm>
            <a:off x="21739" y="171094"/>
            <a:ext cx="7665091" cy="715962"/>
          </a:xfrm>
        </p:spPr>
        <p:txBody>
          <a:bodyPr>
            <a:normAutofit/>
          </a:bodyPr>
          <a:lstStyle/>
          <a:p>
            <a:pPr algn="l" rtl="0"/>
            <a:r>
              <a:rPr lang="en-US" dirty="0">
                <a:solidFill>
                  <a:schemeClr val="accent2"/>
                </a:solidFill>
              </a:rPr>
              <a:t>Examples: C</a:t>
            </a:r>
            <a:r>
              <a:rPr lang="he-IL" dirty="0" err="1">
                <a:solidFill>
                  <a:schemeClr val="accent2"/>
                </a:solidFill>
              </a:rPr>
              <a:t>ritical</a:t>
            </a:r>
            <a:r>
              <a:rPr lang="he-IL" dirty="0">
                <a:solidFill>
                  <a:schemeClr val="accent2"/>
                </a:solidFill>
              </a:rPr>
              <a:t> </a:t>
            </a:r>
            <a:r>
              <a:rPr lang="he-IL" dirty="0" err="1">
                <a:solidFill>
                  <a:schemeClr val="accent2"/>
                </a:solidFill>
              </a:rPr>
              <a:t>thinking</a:t>
            </a:r>
            <a:endParaRPr lang="he-IL" dirty="0">
              <a:solidFill>
                <a:schemeClr val="accent2"/>
              </a:solidFill>
            </a:endParaRPr>
          </a:p>
        </p:txBody>
      </p:sp>
      <p:sp>
        <p:nvSpPr>
          <p:cNvPr id="2" name="Slide Number Placeholder 1">
            <a:extLst>
              <a:ext uri="{FF2B5EF4-FFF2-40B4-BE49-F238E27FC236}">
                <a16:creationId xmlns:a16="http://schemas.microsoft.com/office/drawing/2014/main" id="{04C5001B-924F-51BF-175C-BE8BA2E0B38D}"/>
              </a:ext>
            </a:extLst>
          </p:cNvPr>
          <p:cNvSpPr>
            <a:spLocks noGrp="1"/>
          </p:cNvSpPr>
          <p:nvPr>
            <p:ph type="sldNum" sz="quarter" idx="4294967295"/>
          </p:nvPr>
        </p:nvSpPr>
        <p:spPr>
          <a:xfrm>
            <a:off x="0" y="6411913"/>
            <a:ext cx="588963" cy="365125"/>
          </a:xfrm>
        </p:spPr>
        <p:txBody>
          <a:bodyPr/>
          <a:lstStyle/>
          <a:p>
            <a:pPr algn="l" rtl="0"/>
            <a:fld id="{61BD36B9-D2D7-43AE-A74F-D1C823B74562}" type="slidenum">
              <a:rPr lang="he-IL" smtClean="0"/>
              <a:t>13</a:t>
            </a:fld>
            <a:endParaRPr lang="he-IL"/>
          </a:p>
        </p:txBody>
      </p:sp>
      <p:sp>
        <p:nvSpPr>
          <p:cNvPr id="8" name="TextBox 7">
            <a:extLst>
              <a:ext uri="{FF2B5EF4-FFF2-40B4-BE49-F238E27FC236}">
                <a16:creationId xmlns:a16="http://schemas.microsoft.com/office/drawing/2014/main" id="{18550897-7A3A-683F-B4D9-F267940BE8DE}"/>
              </a:ext>
            </a:extLst>
          </p:cNvPr>
          <p:cNvSpPr txBox="1">
            <a:spLocks/>
          </p:cNvSpPr>
          <p:nvPr/>
        </p:nvSpPr>
        <p:spPr>
          <a:xfrm>
            <a:off x="7730698" y="1031695"/>
            <a:ext cx="2192267" cy="707886"/>
          </a:xfrm>
          <a:prstGeom prst="rect">
            <a:avLst/>
          </a:prstGeom>
          <a:noFill/>
        </p:spPr>
        <p:txBody>
          <a:bodyPr wrap="none" rtlCol="1">
            <a:spAutoFit/>
          </a:bodyPr>
          <a:lstStyle/>
          <a:p>
            <a:pPr algn="l" rtl="0"/>
            <a:r>
              <a:rPr lang="en-US" sz="4000" dirty="0"/>
              <a:t>P</a:t>
            </a:r>
            <a:r>
              <a:rPr lang="he-IL" sz="4000" dirty="0" err="1"/>
              <a:t>edagogy</a:t>
            </a:r>
            <a:endParaRPr lang="he-IL" sz="4000" dirty="0"/>
          </a:p>
        </p:txBody>
      </p:sp>
      <p:sp>
        <p:nvSpPr>
          <p:cNvPr id="9" name="TextBox 8">
            <a:extLst>
              <a:ext uri="{FF2B5EF4-FFF2-40B4-BE49-F238E27FC236}">
                <a16:creationId xmlns:a16="http://schemas.microsoft.com/office/drawing/2014/main" id="{46765477-0493-3176-9C13-7496CDC96270}"/>
              </a:ext>
            </a:extLst>
          </p:cNvPr>
          <p:cNvSpPr txBox="1">
            <a:spLocks/>
          </p:cNvSpPr>
          <p:nvPr/>
        </p:nvSpPr>
        <p:spPr>
          <a:xfrm>
            <a:off x="3366011" y="1031695"/>
            <a:ext cx="1851212" cy="707886"/>
          </a:xfrm>
          <a:prstGeom prst="rect">
            <a:avLst/>
          </a:prstGeom>
          <a:noFill/>
        </p:spPr>
        <p:txBody>
          <a:bodyPr wrap="none" rtlCol="1">
            <a:spAutoFit/>
          </a:bodyPr>
          <a:lstStyle/>
          <a:p>
            <a:pPr algn="l" rtl="0"/>
            <a:r>
              <a:rPr lang="en-US" sz="4000" dirty="0"/>
              <a:t>C</a:t>
            </a:r>
            <a:r>
              <a:rPr lang="he-IL" sz="4000" dirty="0" err="1"/>
              <a:t>ontent</a:t>
            </a:r>
            <a:endParaRPr lang="he-IL" sz="4000" dirty="0"/>
          </a:p>
        </p:txBody>
      </p:sp>
      <p:sp>
        <p:nvSpPr>
          <p:cNvPr id="10" name="TextBox 9">
            <a:extLst>
              <a:ext uri="{FF2B5EF4-FFF2-40B4-BE49-F238E27FC236}">
                <a16:creationId xmlns:a16="http://schemas.microsoft.com/office/drawing/2014/main" id="{6E70C637-1131-02AF-BEB1-3247F9EDB821}"/>
              </a:ext>
            </a:extLst>
          </p:cNvPr>
          <p:cNvSpPr txBox="1">
            <a:spLocks/>
          </p:cNvSpPr>
          <p:nvPr/>
        </p:nvSpPr>
        <p:spPr>
          <a:xfrm>
            <a:off x="8860675" y="1851406"/>
            <a:ext cx="2532360" cy="707886"/>
          </a:xfrm>
          <a:prstGeom prst="rect">
            <a:avLst/>
          </a:prstGeom>
          <a:solidFill>
            <a:schemeClr val="bg1"/>
          </a:solidFill>
        </p:spPr>
        <p:txBody>
          <a:bodyPr wrap="none" rtlCol="1">
            <a:spAutoFit/>
          </a:bodyPr>
          <a:lstStyle/>
          <a:p>
            <a:pPr algn="l" rtl="0"/>
            <a:r>
              <a:rPr lang="en-US" sz="4000" dirty="0"/>
              <a:t>T</a:t>
            </a:r>
            <a:r>
              <a:rPr lang="he-IL" sz="4000" dirty="0" err="1"/>
              <a:t>echnology</a:t>
            </a:r>
            <a:endParaRPr lang="he-IL" sz="4000" dirty="0"/>
          </a:p>
        </p:txBody>
      </p:sp>
      <p:sp>
        <p:nvSpPr>
          <p:cNvPr id="26" name="TextBox 25">
            <a:extLst>
              <a:ext uri="{FF2B5EF4-FFF2-40B4-BE49-F238E27FC236}">
                <a16:creationId xmlns:a16="http://schemas.microsoft.com/office/drawing/2014/main" id="{49B11EBF-9E6B-B85C-8285-772B5F8D4240}"/>
              </a:ext>
            </a:extLst>
          </p:cNvPr>
          <p:cNvSpPr txBox="1">
            <a:spLocks/>
          </p:cNvSpPr>
          <p:nvPr/>
        </p:nvSpPr>
        <p:spPr>
          <a:xfrm>
            <a:off x="1772040" y="1851406"/>
            <a:ext cx="1003801" cy="707886"/>
          </a:xfrm>
          <a:prstGeom prst="rect">
            <a:avLst/>
          </a:prstGeom>
          <a:noFill/>
        </p:spPr>
        <p:txBody>
          <a:bodyPr wrap="none" rtlCol="1">
            <a:spAutoFit/>
          </a:bodyPr>
          <a:lstStyle/>
          <a:p>
            <a:pPr algn="l" rtl="0"/>
            <a:r>
              <a:rPr lang="en-US" sz="4000" dirty="0"/>
              <a:t>Skill</a:t>
            </a:r>
            <a:endParaRPr lang="he-IL" sz="4000" dirty="0"/>
          </a:p>
        </p:txBody>
      </p:sp>
      <p:sp>
        <p:nvSpPr>
          <p:cNvPr id="28" name="TextBox 27">
            <a:extLst>
              <a:ext uri="{FF2B5EF4-FFF2-40B4-BE49-F238E27FC236}">
                <a16:creationId xmlns:a16="http://schemas.microsoft.com/office/drawing/2014/main" id="{F5C52481-6BB5-E8BE-0086-733879E0AE47}"/>
              </a:ext>
            </a:extLst>
          </p:cNvPr>
          <p:cNvSpPr txBox="1">
            <a:spLocks/>
          </p:cNvSpPr>
          <p:nvPr/>
        </p:nvSpPr>
        <p:spPr>
          <a:xfrm>
            <a:off x="5723290" y="4443022"/>
            <a:ext cx="643574" cy="369332"/>
          </a:xfrm>
          <a:prstGeom prst="rect">
            <a:avLst/>
          </a:prstGeom>
          <a:noFill/>
        </p:spPr>
        <p:txBody>
          <a:bodyPr wrap="none" rtlCol="1">
            <a:spAutoFit/>
          </a:bodyPr>
          <a:lstStyle/>
          <a:p>
            <a:pPr algn="ctr" rtl="0"/>
            <a:r>
              <a:rPr lang="en-US" dirty="0"/>
              <a:t>TSPC</a:t>
            </a:r>
            <a:endParaRPr lang="he-IL" dirty="0"/>
          </a:p>
        </p:txBody>
      </p:sp>
      <p:sp>
        <p:nvSpPr>
          <p:cNvPr id="30" name="TextBox 29">
            <a:extLst>
              <a:ext uri="{FF2B5EF4-FFF2-40B4-BE49-F238E27FC236}">
                <a16:creationId xmlns:a16="http://schemas.microsoft.com/office/drawing/2014/main" id="{9B83294C-57C6-8790-1366-F4C9021FA2DF}"/>
              </a:ext>
            </a:extLst>
          </p:cNvPr>
          <p:cNvSpPr txBox="1">
            <a:spLocks/>
          </p:cNvSpPr>
          <p:nvPr/>
        </p:nvSpPr>
        <p:spPr>
          <a:xfrm>
            <a:off x="5904109" y="3170036"/>
            <a:ext cx="426720" cy="369332"/>
          </a:xfrm>
          <a:prstGeom prst="rect">
            <a:avLst/>
          </a:prstGeom>
          <a:noFill/>
        </p:spPr>
        <p:txBody>
          <a:bodyPr wrap="none" rtlCol="1">
            <a:spAutoFit/>
          </a:bodyPr>
          <a:lstStyle/>
          <a:p>
            <a:pPr algn="ctr" rtl="0"/>
            <a:r>
              <a:rPr lang="en-US" dirty="0"/>
              <a:t>PC</a:t>
            </a:r>
            <a:endParaRPr lang="he-IL" dirty="0"/>
          </a:p>
        </p:txBody>
      </p:sp>
      <p:sp>
        <p:nvSpPr>
          <p:cNvPr id="36" name="TextBox 35">
            <a:extLst>
              <a:ext uri="{FF2B5EF4-FFF2-40B4-BE49-F238E27FC236}">
                <a16:creationId xmlns:a16="http://schemas.microsoft.com/office/drawing/2014/main" id="{8B92A531-A4C5-C9CA-CEC0-39A7766260A8}"/>
              </a:ext>
            </a:extLst>
          </p:cNvPr>
          <p:cNvSpPr txBox="1">
            <a:spLocks/>
          </p:cNvSpPr>
          <p:nvPr/>
        </p:nvSpPr>
        <p:spPr>
          <a:xfrm>
            <a:off x="7397986" y="2002547"/>
            <a:ext cx="303288" cy="369332"/>
          </a:xfrm>
          <a:prstGeom prst="rect">
            <a:avLst/>
          </a:prstGeom>
          <a:noFill/>
        </p:spPr>
        <p:txBody>
          <a:bodyPr wrap="none" rtlCol="1">
            <a:spAutoFit/>
          </a:bodyPr>
          <a:lstStyle/>
          <a:p>
            <a:pPr algn="ctr" rtl="0"/>
            <a:r>
              <a:rPr lang="en-US" dirty="0"/>
              <a:t>P</a:t>
            </a:r>
            <a:endParaRPr lang="he-IL" dirty="0"/>
          </a:p>
        </p:txBody>
      </p:sp>
      <p:sp>
        <p:nvSpPr>
          <p:cNvPr id="37" name="TextBox 36">
            <a:extLst>
              <a:ext uri="{FF2B5EF4-FFF2-40B4-BE49-F238E27FC236}">
                <a16:creationId xmlns:a16="http://schemas.microsoft.com/office/drawing/2014/main" id="{AF54EAE9-BA5A-9BF3-88A7-44E590BA1415}"/>
              </a:ext>
            </a:extLst>
          </p:cNvPr>
          <p:cNvSpPr txBox="1">
            <a:spLocks/>
          </p:cNvSpPr>
          <p:nvPr/>
        </p:nvSpPr>
        <p:spPr>
          <a:xfrm>
            <a:off x="4505905" y="2002547"/>
            <a:ext cx="308098" cy="369332"/>
          </a:xfrm>
          <a:prstGeom prst="rect">
            <a:avLst/>
          </a:prstGeom>
          <a:noFill/>
        </p:spPr>
        <p:txBody>
          <a:bodyPr wrap="none" rtlCol="1">
            <a:spAutoFit/>
          </a:bodyPr>
          <a:lstStyle/>
          <a:p>
            <a:pPr algn="ctr" rtl="0"/>
            <a:r>
              <a:rPr lang="en-US" dirty="0"/>
              <a:t>C</a:t>
            </a:r>
            <a:endParaRPr lang="he-IL" dirty="0"/>
          </a:p>
        </p:txBody>
      </p:sp>
      <p:sp>
        <p:nvSpPr>
          <p:cNvPr id="38" name="TextBox 37">
            <a:extLst>
              <a:ext uri="{FF2B5EF4-FFF2-40B4-BE49-F238E27FC236}">
                <a16:creationId xmlns:a16="http://schemas.microsoft.com/office/drawing/2014/main" id="{A09D757B-636F-BFEA-9374-B5FDDDBDD9B6}"/>
              </a:ext>
            </a:extLst>
          </p:cNvPr>
          <p:cNvSpPr txBox="1">
            <a:spLocks/>
          </p:cNvSpPr>
          <p:nvPr/>
        </p:nvSpPr>
        <p:spPr>
          <a:xfrm>
            <a:off x="6347254" y="4977492"/>
            <a:ext cx="546945" cy="369332"/>
          </a:xfrm>
          <a:prstGeom prst="rect">
            <a:avLst/>
          </a:prstGeom>
          <a:noFill/>
        </p:spPr>
        <p:txBody>
          <a:bodyPr wrap="square" rtlCol="1">
            <a:spAutoFit/>
          </a:bodyPr>
          <a:lstStyle/>
          <a:p>
            <a:pPr algn="ctr" rtl="0"/>
            <a:r>
              <a:rPr lang="en-US" dirty="0"/>
              <a:t>TSC</a:t>
            </a:r>
            <a:endParaRPr lang="he-IL" dirty="0"/>
          </a:p>
        </p:txBody>
      </p:sp>
      <p:sp>
        <p:nvSpPr>
          <p:cNvPr id="39" name="TextBox 38">
            <a:extLst>
              <a:ext uri="{FF2B5EF4-FFF2-40B4-BE49-F238E27FC236}">
                <a16:creationId xmlns:a16="http://schemas.microsoft.com/office/drawing/2014/main" id="{0B4D9BD9-EA29-6521-7639-DCE1D5ACAA7D}"/>
              </a:ext>
            </a:extLst>
          </p:cNvPr>
          <p:cNvSpPr txBox="1">
            <a:spLocks/>
          </p:cNvSpPr>
          <p:nvPr/>
        </p:nvSpPr>
        <p:spPr>
          <a:xfrm>
            <a:off x="8457414" y="2872600"/>
            <a:ext cx="423514" cy="369332"/>
          </a:xfrm>
          <a:prstGeom prst="rect">
            <a:avLst/>
          </a:prstGeom>
          <a:noFill/>
        </p:spPr>
        <p:txBody>
          <a:bodyPr wrap="square" rtlCol="1">
            <a:spAutoFit/>
          </a:bodyPr>
          <a:lstStyle/>
          <a:p>
            <a:pPr algn="ctr" rtl="0"/>
            <a:r>
              <a:rPr lang="en-US" dirty="0"/>
              <a:t>T</a:t>
            </a:r>
            <a:endParaRPr lang="he-IL" dirty="0"/>
          </a:p>
        </p:txBody>
      </p:sp>
      <p:sp>
        <p:nvSpPr>
          <p:cNvPr id="40" name="TextBox 39">
            <a:extLst>
              <a:ext uri="{FF2B5EF4-FFF2-40B4-BE49-F238E27FC236}">
                <a16:creationId xmlns:a16="http://schemas.microsoft.com/office/drawing/2014/main" id="{FE64502F-941D-1087-2253-0AB241232506}"/>
              </a:ext>
            </a:extLst>
          </p:cNvPr>
          <p:cNvSpPr txBox="1">
            <a:spLocks/>
          </p:cNvSpPr>
          <p:nvPr/>
        </p:nvSpPr>
        <p:spPr>
          <a:xfrm>
            <a:off x="3443025" y="2872600"/>
            <a:ext cx="428322" cy="369332"/>
          </a:xfrm>
          <a:prstGeom prst="rect">
            <a:avLst/>
          </a:prstGeom>
          <a:noFill/>
        </p:spPr>
        <p:txBody>
          <a:bodyPr wrap="square" rtlCol="1">
            <a:spAutoFit/>
          </a:bodyPr>
          <a:lstStyle/>
          <a:p>
            <a:pPr algn="ctr" rtl="0"/>
            <a:r>
              <a:rPr lang="en-US" dirty="0"/>
              <a:t>S</a:t>
            </a:r>
            <a:endParaRPr lang="he-IL" dirty="0"/>
          </a:p>
        </p:txBody>
      </p:sp>
      <p:sp>
        <p:nvSpPr>
          <p:cNvPr id="41" name="TextBox 40">
            <a:extLst>
              <a:ext uri="{FF2B5EF4-FFF2-40B4-BE49-F238E27FC236}">
                <a16:creationId xmlns:a16="http://schemas.microsoft.com/office/drawing/2014/main" id="{12FD81EA-7B3C-9618-46B6-B72AEC46102C}"/>
              </a:ext>
            </a:extLst>
          </p:cNvPr>
          <p:cNvSpPr txBox="1">
            <a:spLocks/>
          </p:cNvSpPr>
          <p:nvPr/>
        </p:nvSpPr>
        <p:spPr>
          <a:xfrm>
            <a:off x="4644556" y="3170137"/>
            <a:ext cx="511290" cy="369332"/>
          </a:xfrm>
          <a:prstGeom prst="rect">
            <a:avLst/>
          </a:prstGeom>
          <a:noFill/>
        </p:spPr>
        <p:txBody>
          <a:bodyPr wrap="square" rtlCol="1">
            <a:spAutoFit/>
          </a:bodyPr>
          <a:lstStyle/>
          <a:p>
            <a:pPr algn="ctr" rtl="0"/>
            <a:r>
              <a:rPr lang="en-US" dirty="0"/>
              <a:t>SC</a:t>
            </a:r>
            <a:endParaRPr lang="he-IL" dirty="0"/>
          </a:p>
        </p:txBody>
      </p:sp>
      <p:sp>
        <p:nvSpPr>
          <p:cNvPr id="43" name="TextBox 42">
            <a:extLst>
              <a:ext uri="{FF2B5EF4-FFF2-40B4-BE49-F238E27FC236}">
                <a16:creationId xmlns:a16="http://schemas.microsoft.com/office/drawing/2014/main" id="{BBDDD153-E42B-470D-5720-E8A8D6926C22}"/>
              </a:ext>
            </a:extLst>
          </p:cNvPr>
          <p:cNvSpPr txBox="1">
            <a:spLocks/>
          </p:cNvSpPr>
          <p:nvPr/>
        </p:nvSpPr>
        <p:spPr>
          <a:xfrm>
            <a:off x="7114829" y="3170036"/>
            <a:ext cx="546945" cy="369332"/>
          </a:xfrm>
          <a:prstGeom prst="rect">
            <a:avLst/>
          </a:prstGeom>
          <a:noFill/>
        </p:spPr>
        <p:txBody>
          <a:bodyPr wrap="square" rtlCol="1">
            <a:spAutoFit/>
          </a:bodyPr>
          <a:lstStyle/>
          <a:p>
            <a:pPr algn="ctr" rtl="0"/>
            <a:r>
              <a:rPr lang="en-US" dirty="0"/>
              <a:t>TP</a:t>
            </a:r>
            <a:endParaRPr lang="he-IL" dirty="0"/>
          </a:p>
        </p:txBody>
      </p:sp>
      <p:sp>
        <p:nvSpPr>
          <p:cNvPr id="44" name="TextBox 43">
            <a:extLst>
              <a:ext uri="{FF2B5EF4-FFF2-40B4-BE49-F238E27FC236}">
                <a16:creationId xmlns:a16="http://schemas.microsoft.com/office/drawing/2014/main" id="{B1AB1873-8585-5E9A-61B7-7F8874F45051}"/>
              </a:ext>
            </a:extLst>
          </p:cNvPr>
          <p:cNvSpPr txBox="1"/>
          <p:nvPr/>
        </p:nvSpPr>
        <p:spPr>
          <a:xfrm>
            <a:off x="320469" y="2861323"/>
            <a:ext cx="1321196" cy="369332"/>
          </a:xfrm>
          <a:prstGeom prst="rect">
            <a:avLst/>
          </a:prstGeom>
          <a:noFill/>
        </p:spPr>
        <p:txBody>
          <a:bodyPr wrap="none" rtlCol="1">
            <a:spAutoFit/>
          </a:bodyPr>
          <a:lstStyle/>
          <a:p>
            <a:pPr algn="l" rtl="0"/>
            <a:r>
              <a:rPr lang="he-IL" dirty="0"/>
              <a:t>Argument analysis</a:t>
            </a:r>
          </a:p>
        </p:txBody>
      </p:sp>
      <p:sp>
        <p:nvSpPr>
          <p:cNvPr id="45" name="TextBox 44">
            <a:extLst>
              <a:ext uri="{FF2B5EF4-FFF2-40B4-BE49-F238E27FC236}">
                <a16:creationId xmlns:a16="http://schemas.microsoft.com/office/drawing/2014/main" id="{9AF2E9CB-75A5-D30A-CAC0-1516E6ADF42A}"/>
              </a:ext>
            </a:extLst>
          </p:cNvPr>
          <p:cNvSpPr txBox="1"/>
          <p:nvPr/>
        </p:nvSpPr>
        <p:spPr>
          <a:xfrm>
            <a:off x="5571035" y="1474363"/>
            <a:ext cx="1462260" cy="369332"/>
          </a:xfrm>
          <a:prstGeom prst="rect">
            <a:avLst/>
          </a:prstGeom>
          <a:noFill/>
        </p:spPr>
        <p:txBody>
          <a:bodyPr wrap="none" rtlCol="1">
            <a:spAutoFit/>
          </a:bodyPr>
          <a:lstStyle/>
          <a:p>
            <a:pPr algn="ctr" rtl="0"/>
            <a:r>
              <a:rPr lang="he-IL" dirty="0"/>
              <a:t>Collaborative learning</a:t>
            </a:r>
          </a:p>
        </p:txBody>
      </p:sp>
      <p:sp>
        <p:nvSpPr>
          <p:cNvPr id="47" name="TextBox 46">
            <a:extLst>
              <a:ext uri="{FF2B5EF4-FFF2-40B4-BE49-F238E27FC236}">
                <a16:creationId xmlns:a16="http://schemas.microsoft.com/office/drawing/2014/main" id="{522069FC-50B7-361B-B036-94FCFF68F4B3}"/>
              </a:ext>
            </a:extLst>
          </p:cNvPr>
          <p:cNvSpPr txBox="1"/>
          <p:nvPr/>
        </p:nvSpPr>
        <p:spPr>
          <a:xfrm>
            <a:off x="9657328" y="3159647"/>
            <a:ext cx="2219823" cy="369332"/>
          </a:xfrm>
          <a:prstGeom prst="rect">
            <a:avLst/>
          </a:prstGeom>
          <a:noFill/>
        </p:spPr>
        <p:txBody>
          <a:bodyPr wrap="square" rtlCol="1">
            <a:spAutoFit/>
          </a:bodyPr>
          <a:lstStyle/>
          <a:p>
            <a:pPr algn="l" rtl="0"/>
            <a:r>
              <a:rPr lang="he-IL" dirty="0"/>
              <a:t>Collaborative boards</a:t>
            </a:r>
          </a:p>
        </p:txBody>
      </p:sp>
      <p:sp>
        <p:nvSpPr>
          <p:cNvPr id="48" name="TextBox 47">
            <a:extLst>
              <a:ext uri="{FF2B5EF4-FFF2-40B4-BE49-F238E27FC236}">
                <a16:creationId xmlns:a16="http://schemas.microsoft.com/office/drawing/2014/main" id="{05FB6078-065F-CC16-E0BF-B4D28EB242BB}"/>
              </a:ext>
            </a:extLst>
          </p:cNvPr>
          <p:cNvSpPr txBox="1"/>
          <p:nvPr/>
        </p:nvSpPr>
        <p:spPr>
          <a:xfrm>
            <a:off x="314849" y="4431578"/>
            <a:ext cx="2943703" cy="369332"/>
          </a:xfrm>
          <a:prstGeom prst="rect">
            <a:avLst/>
          </a:prstGeom>
          <a:noFill/>
        </p:spPr>
        <p:txBody>
          <a:bodyPr wrap="square" rtlCol="1">
            <a:spAutoFit/>
          </a:bodyPr>
          <a:lstStyle/>
          <a:p>
            <a:pPr algn="l" rtl="0"/>
            <a:r>
              <a:rPr lang="he-IL" dirty="0"/>
              <a:t>Analyzing arguments in pairs</a:t>
            </a:r>
          </a:p>
        </p:txBody>
      </p:sp>
      <p:sp>
        <p:nvSpPr>
          <p:cNvPr id="50" name="TextBox 49">
            <a:extLst>
              <a:ext uri="{FF2B5EF4-FFF2-40B4-BE49-F238E27FC236}">
                <a16:creationId xmlns:a16="http://schemas.microsoft.com/office/drawing/2014/main" id="{CCABDE50-E029-E681-F210-23FD68138D3E}"/>
              </a:ext>
            </a:extLst>
          </p:cNvPr>
          <p:cNvSpPr txBox="1"/>
          <p:nvPr/>
        </p:nvSpPr>
        <p:spPr>
          <a:xfrm>
            <a:off x="314849" y="5582789"/>
            <a:ext cx="3180937" cy="369332"/>
          </a:xfrm>
          <a:prstGeom prst="rect">
            <a:avLst/>
          </a:prstGeom>
          <a:noFill/>
        </p:spPr>
        <p:txBody>
          <a:bodyPr wrap="square" rtlCol="1">
            <a:spAutoFit/>
          </a:bodyPr>
          <a:lstStyle/>
          <a:p>
            <a:pPr algn="l" rtl="0"/>
            <a:r>
              <a:rPr lang="he-IL" dirty="0" err="1"/>
              <a:t>Chatbot</a:t>
            </a:r>
            <a:r>
              <a:rPr lang="en-US" dirty="0"/>
              <a:t> </a:t>
            </a:r>
            <a:r>
              <a:rPr lang="he-IL" dirty="0" err="1"/>
              <a:t>For</a:t>
            </a:r>
            <a:r>
              <a:rPr lang="he-IL" dirty="0"/>
              <a:t> argument analysis</a:t>
            </a:r>
          </a:p>
        </p:txBody>
      </p:sp>
      <p:sp>
        <p:nvSpPr>
          <p:cNvPr id="51" name="TextBox 50">
            <a:extLst>
              <a:ext uri="{FF2B5EF4-FFF2-40B4-BE49-F238E27FC236}">
                <a16:creationId xmlns:a16="http://schemas.microsoft.com/office/drawing/2014/main" id="{E2B8828D-9D02-481B-A0F5-3378D5BAF3CE}"/>
              </a:ext>
            </a:extLst>
          </p:cNvPr>
          <p:cNvSpPr txBox="1"/>
          <p:nvPr/>
        </p:nvSpPr>
        <p:spPr>
          <a:xfrm>
            <a:off x="314850" y="4972174"/>
            <a:ext cx="4275150" cy="369332"/>
          </a:xfrm>
          <a:prstGeom prst="rect">
            <a:avLst/>
          </a:prstGeom>
          <a:noFill/>
        </p:spPr>
        <p:txBody>
          <a:bodyPr wrap="square" rtlCol="1">
            <a:spAutoFit/>
          </a:bodyPr>
          <a:lstStyle/>
          <a:p>
            <a:pPr algn="l" rtl="0"/>
            <a:r>
              <a:rPr lang="he-IL" dirty="0"/>
              <a:t>Collaborative argument </a:t>
            </a:r>
            <a:r>
              <a:rPr lang="he-IL" dirty="0" err="1"/>
              <a:t>analysis</a:t>
            </a:r>
            <a:r>
              <a:rPr lang="he-IL" dirty="0"/>
              <a:t> </a:t>
            </a:r>
            <a:r>
              <a:rPr lang="he-IL" dirty="0" err="1"/>
              <a:t>using</a:t>
            </a:r>
            <a:r>
              <a:rPr lang="en-US" dirty="0"/>
              <a:t> Kialo</a:t>
            </a:r>
            <a:endParaRPr lang="he-IL" dirty="0"/>
          </a:p>
        </p:txBody>
      </p:sp>
      <p:cxnSp>
        <p:nvCxnSpPr>
          <p:cNvPr id="52" name="Straight Connector 51">
            <a:extLst>
              <a:ext uri="{FF2B5EF4-FFF2-40B4-BE49-F238E27FC236}">
                <a16:creationId xmlns:a16="http://schemas.microsoft.com/office/drawing/2014/main" id="{AEE2C291-C9CE-CBED-E704-42BDCFDB0A6B}"/>
              </a:ext>
            </a:extLst>
          </p:cNvPr>
          <p:cNvCxnSpPr>
            <a:cxnSpLocks/>
            <a:stCxn id="48" idx="3"/>
            <a:endCxn id="19" idx="1"/>
          </p:cNvCxnSpPr>
          <p:nvPr/>
        </p:nvCxnSpPr>
        <p:spPr>
          <a:xfrm>
            <a:off x="3258552" y="4616244"/>
            <a:ext cx="1470120" cy="5717"/>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0DF3379-FF98-DA02-7B85-A411D85CA2C6}"/>
              </a:ext>
            </a:extLst>
          </p:cNvPr>
          <p:cNvCxnSpPr>
            <a:cxnSpLocks/>
            <a:stCxn id="47" idx="1"/>
            <a:endCxn id="43" idx="3"/>
          </p:cNvCxnSpPr>
          <p:nvPr/>
        </p:nvCxnSpPr>
        <p:spPr>
          <a:xfrm flipH="1">
            <a:off x="7661774" y="3344313"/>
            <a:ext cx="1995554" cy="10389"/>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096E3AD-F997-CC92-6530-264D4F68A5A8}"/>
              </a:ext>
            </a:extLst>
          </p:cNvPr>
          <p:cNvCxnSpPr>
            <a:cxnSpLocks/>
            <a:stCxn id="51" idx="3"/>
            <a:endCxn id="16" idx="1"/>
          </p:cNvCxnSpPr>
          <p:nvPr/>
        </p:nvCxnSpPr>
        <p:spPr>
          <a:xfrm>
            <a:off x="4590000" y="5156840"/>
            <a:ext cx="696815" cy="5318"/>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3AF3E5E-892A-9517-6C33-65E67452EE21}"/>
              </a:ext>
            </a:extLst>
          </p:cNvPr>
          <p:cNvCxnSpPr>
            <a:cxnSpLocks/>
            <a:stCxn id="50" idx="3"/>
            <a:endCxn id="17" idx="1"/>
          </p:cNvCxnSpPr>
          <p:nvPr/>
        </p:nvCxnSpPr>
        <p:spPr>
          <a:xfrm>
            <a:off x="3495786" y="5767455"/>
            <a:ext cx="2393500" cy="1932"/>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1C4732F-5AC2-E441-9DCC-83C341AF1A8F}"/>
              </a:ext>
            </a:extLst>
          </p:cNvPr>
          <p:cNvCxnSpPr>
            <a:cxnSpLocks/>
            <a:endCxn id="40" idx="1"/>
          </p:cNvCxnSpPr>
          <p:nvPr/>
        </p:nvCxnSpPr>
        <p:spPr>
          <a:xfrm>
            <a:off x="2306943" y="3045989"/>
            <a:ext cx="1136082" cy="11277"/>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D290E30-1D74-9925-B986-3CEFE42FC32A}"/>
              </a:ext>
            </a:extLst>
          </p:cNvPr>
          <p:cNvCxnSpPr>
            <a:cxnSpLocks/>
            <a:stCxn id="58" idx="1"/>
            <a:endCxn id="39" idx="3"/>
          </p:cNvCxnSpPr>
          <p:nvPr/>
        </p:nvCxnSpPr>
        <p:spPr>
          <a:xfrm flipH="1">
            <a:off x="8880928" y="3057266"/>
            <a:ext cx="776401" cy="0"/>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613D740-C510-E168-847E-703C26378B51}"/>
              </a:ext>
            </a:extLst>
          </p:cNvPr>
          <p:cNvSpPr txBox="1">
            <a:spLocks/>
          </p:cNvSpPr>
          <p:nvPr/>
        </p:nvSpPr>
        <p:spPr>
          <a:xfrm>
            <a:off x="9657329" y="2872600"/>
            <a:ext cx="1468672" cy="369332"/>
          </a:xfrm>
          <a:prstGeom prst="rect">
            <a:avLst/>
          </a:prstGeom>
          <a:noFill/>
        </p:spPr>
        <p:txBody>
          <a:bodyPr wrap="square" rtlCol="1">
            <a:spAutoFit/>
          </a:bodyPr>
          <a:lstStyle/>
          <a:p>
            <a:pPr algn="l" rtl="0"/>
            <a:r>
              <a:rPr lang="he-IL" dirty="0"/>
              <a:t>Digital boards</a:t>
            </a:r>
          </a:p>
        </p:txBody>
      </p:sp>
      <p:cxnSp>
        <p:nvCxnSpPr>
          <p:cNvPr id="59" name="Straight Connector 58">
            <a:extLst>
              <a:ext uri="{FF2B5EF4-FFF2-40B4-BE49-F238E27FC236}">
                <a16:creationId xmlns:a16="http://schemas.microsoft.com/office/drawing/2014/main" id="{62B1EC8B-5549-45B8-9AEF-D8A85F783A23}"/>
              </a:ext>
            </a:extLst>
          </p:cNvPr>
          <p:cNvCxnSpPr>
            <a:cxnSpLocks/>
            <a:stCxn id="45" idx="2"/>
          </p:cNvCxnSpPr>
          <p:nvPr/>
        </p:nvCxnSpPr>
        <p:spPr>
          <a:xfrm>
            <a:off x="6302165" y="1843695"/>
            <a:ext cx="1044760" cy="263365"/>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6E03DCA-53AB-604F-61B0-17FE6F784FF8}"/>
              </a:ext>
            </a:extLst>
          </p:cNvPr>
          <p:cNvSpPr txBox="1">
            <a:spLocks/>
          </p:cNvSpPr>
          <p:nvPr/>
        </p:nvSpPr>
        <p:spPr>
          <a:xfrm>
            <a:off x="6479422" y="3816798"/>
            <a:ext cx="538930" cy="369332"/>
          </a:xfrm>
          <a:prstGeom prst="rect">
            <a:avLst/>
          </a:prstGeom>
          <a:noFill/>
        </p:spPr>
        <p:txBody>
          <a:bodyPr wrap="none" rtlCol="1">
            <a:spAutoFit/>
          </a:bodyPr>
          <a:lstStyle/>
          <a:p>
            <a:pPr algn="ctr" rtl="0"/>
            <a:r>
              <a:rPr lang="en-US" dirty="0"/>
              <a:t>TPC</a:t>
            </a:r>
            <a:endParaRPr lang="he-IL" dirty="0"/>
          </a:p>
        </p:txBody>
      </p:sp>
      <p:sp>
        <p:nvSpPr>
          <p:cNvPr id="15" name="TextBox 14">
            <a:extLst>
              <a:ext uri="{FF2B5EF4-FFF2-40B4-BE49-F238E27FC236}">
                <a16:creationId xmlns:a16="http://schemas.microsoft.com/office/drawing/2014/main" id="{4EA08386-C1B3-955F-76BD-CD336C76BB49}"/>
              </a:ext>
            </a:extLst>
          </p:cNvPr>
          <p:cNvSpPr txBox="1">
            <a:spLocks/>
          </p:cNvSpPr>
          <p:nvPr/>
        </p:nvSpPr>
        <p:spPr>
          <a:xfrm>
            <a:off x="5245691" y="3806529"/>
            <a:ext cx="532518" cy="369332"/>
          </a:xfrm>
          <a:prstGeom prst="rect">
            <a:avLst/>
          </a:prstGeom>
          <a:noFill/>
        </p:spPr>
        <p:txBody>
          <a:bodyPr wrap="none" rtlCol="1">
            <a:spAutoFit/>
          </a:bodyPr>
          <a:lstStyle/>
          <a:p>
            <a:pPr algn="ctr" rtl="0"/>
            <a:r>
              <a:rPr lang="en-US" dirty="0"/>
              <a:t>SPC</a:t>
            </a:r>
            <a:endParaRPr lang="he-IL" dirty="0"/>
          </a:p>
        </p:txBody>
      </p:sp>
      <p:sp>
        <p:nvSpPr>
          <p:cNvPr id="16" name="TextBox 15">
            <a:extLst>
              <a:ext uri="{FF2B5EF4-FFF2-40B4-BE49-F238E27FC236}">
                <a16:creationId xmlns:a16="http://schemas.microsoft.com/office/drawing/2014/main" id="{B0503C5E-D018-A7EB-9F46-CF0FB02C137A}"/>
              </a:ext>
            </a:extLst>
          </p:cNvPr>
          <p:cNvSpPr txBox="1">
            <a:spLocks/>
          </p:cNvSpPr>
          <p:nvPr/>
        </p:nvSpPr>
        <p:spPr>
          <a:xfrm>
            <a:off x="5286815" y="4977492"/>
            <a:ext cx="520142" cy="369332"/>
          </a:xfrm>
          <a:prstGeom prst="rect">
            <a:avLst/>
          </a:prstGeom>
          <a:noFill/>
        </p:spPr>
        <p:txBody>
          <a:bodyPr wrap="none" rtlCol="1">
            <a:spAutoFit/>
          </a:bodyPr>
          <a:lstStyle/>
          <a:p>
            <a:pPr algn="ctr" rtl="0"/>
            <a:r>
              <a:rPr lang="en-US" dirty="0"/>
              <a:t>TSP</a:t>
            </a:r>
            <a:endParaRPr lang="he-IL" dirty="0"/>
          </a:p>
        </p:txBody>
      </p:sp>
      <p:sp>
        <p:nvSpPr>
          <p:cNvPr id="17" name="TextBox 16">
            <a:extLst>
              <a:ext uri="{FF2B5EF4-FFF2-40B4-BE49-F238E27FC236}">
                <a16:creationId xmlns:a16="http://schemas.microsoft.com/office/drawing/2014/main" id="{AB006788-AC08-5D87-19BD-75DAD704557C}"/>
              </a:ext>
            </a:extLst>
          </p:cNvPr>
          <p:cNvSpPr txBox="1">
            <a:spLocks/>
          </p:cNvSpPr>
          <p:nvPr/>
        </p:nvSpPr>
        <p:spPr>
          <a:xfrm>
            <a:off x="5889286" y="5584721"/>
            <a:ext cx="401521" cy="369332"/>
          </a:xfrm>
          <a:prstGeom prst="rect">
            <a:avLst/>
          </a:prstGeom>
          <a:noFill/>
        </p:spPr>
        <p:txBody>
          <a:bodyPr wrap="none" rtlCol="1">
            <a:spAutoFit/>
          </a:bodyPr>
          <a:lstStyle/>
          <a:p>
            <a:pPr algn="ctr" rtl="0"/>
            <a:r>
              <a:rPr lang="en-US" dirty="0"/>
              <a:t>TS</a:t>
            </a:r>
            <a:endParaRPr lang="he-IL" dirty="0"/>
          </a:p>
        </p:txBody>
      </p:sp>
      <p:sp>
        <p:nvSpPr>
          <p:cNvPr id="18" name="TextBox 17">
            <a:extLst>
              <a:ext uri="{FF2B5EF4-FFF2-40B4-BE49-F238E27FC236}">
                <a16:creationId xmlns:a16="http://schemas.microsoft.com/office/drawing/2014/main" id="{B4BB6679-8F44-672D-BDBB-64C5F688DADA}"/>
              </a:ext>
            </a:extLst>
          </p:cNvPr>
          <p:cNvSpPr txBox="1">
            <a:spLocks/>
          </p:cNvSpPr>
          <p:nvPr/>
        </p:nvSpPr>
        <p:spPr>
          <a:xfrm>
            <a:off x="6977396" y="4437295"/>
            <a:ext cx="492761" cy="369332"/>
          </a:xfrm>
          <a:prstGeom prst="rect">
            <a:avLst/>
          </a:prstGeom>
          <a:noFill/>
        </p:spPr>
        <p:txBody>
          <a:bodyPr wrap="square" rtlCol="1">
            <a:spAutoFit/>
          </a:bodyPr>
          <a:lstStyle/>
          <a:p>
            <a:pPr algn="ctr" rtl="0"/>
            <a:r>
              <a:rPr lang="en-US" dirty="0"/>
              <a:t>TC</a:t>
            </a:r>
            <a:endParaRPr lang="he-IL" dirty="0"/>
          </a:p>
        </p:txBody>
      </p:sp>
      <p:sp>
        <p:nvSpPr>
          <p:cNvPr id="19" name="TextBox 18">
            <a:extLst>
              <a:ext uri="{FF2B5EF4-FFF2-40B4-BE49-F238E27FC236}">
                <a16:creationId xmlns:a16="http://schemas.microsoft.com/office/drawing/2014/main" id="{0128AEDA-9F2A-C60D-EA3A-5EDF4BDF2BA9}"/>
              </a:ext>
            </a:extLst>
          </p:cNvPr>
          <p:cNvSpPr txBox="1">
            <a:spLocks/>
          </p:cNvSpPr>
          <p:nvPr/>
        </p:nvSpPr>
        <p:spPr>
          <a:xfrm>
            <a:off x="4728672" y="4437295"/>
            <a:ext cx="492761" cy="369332"/>
          </a:xfrm>
          <a:prstGeom prst="rect">
            <a:avLst/>
          </a:prstGeom>
          <a:noFill/>
        </p:spPr>
        <p:txBody>
          <a:bodyPr wrap="square" rtlCol="1">
            <a:spAutoFit/>
          </a:bodyPr>
          <a:lstStyle/>
          <a:p>
            <a:pPr algn="ctr" rtl="0"/>
            <a:r>
              <a:rPr lang="en-US" dirty="0"/>
              <a:t>SP</a:t>
            </a:r>
            <a:endParaRPr lang="he-IL" dirty="0"/>
          </a:p>
        </p:txBody>
      </p:sp>
      <p:sp>
        <p:nvSpPr>
          <p:cNvPr id="20" name="TextBox 19">
            <a:extLst>
              <a:ext uri="{FF2B5EF4-FFF2-40B4-BE49-F238E27FC236}">
                <a16:creationId xmlns:a16="http://schemas.microsoft.com/office/drawing/2014/main" id="{C5B041EA-7E0D-4573-7FE0-1834853E926A}"/>
              </a:ext>
            </a:extLst>
          </p:cNvPr>
          <p:cNvSpPr txBox="1"/>
          <p:nvPr/>
        </p:nvSpPr>
        <p:spPr>
          <a:xfrm>
            <a:off x="5417013" y="1842707"/>
            <a:ext cx="1222688" cy="369332"/>
          </a:xfrm>
          <a:prstGeom prst="rect">
            <a:avLst/>
          </a:prstGeom>
          <a:noFill/>
        </p:spPr>
        <p:txBody>
          <a:bodyPr wrap="square" rtlCol="1">
            <a:spAutoFit/>
          </a:bodyPr>
          <a:lstStyle/>
          <a:p>
            <a:pPr algn="ctr" rtl="0"/>
            <a:r>
              <a:rPr lang="en-US" dirty="0"/>
              <a:t>Business</a:t>
            </a:r>
            <a:endParaRPr lang="he-IL" dirty="0"/>
          </a:p>
        </p:txBody>
      </p:sp>
      <p:cxnSp>
        <p:nvCxnSpPr>
          <p:cNvPr id="21" name="Straight Connector 20">
            <a:extLst>
              <a:ext uri="{FF2B5EF4-FFF2-40B4-BE49-F238E27FC236}">
                <a16:creationId xmlns:a16="http://schemas.microsoft.com/office/drawing/2014/main" id="{31DD4A70-4FD7-04AF-2A0B-BD555CB457FD}"/>
              </a:ext>
            </a:extLst>
          </p:cNvPr>
          <p:cNvCxnSpPr>
            <a:cxnSpLocks/>
            <a:stCxn id="20" idx="2"/>
          </p:cNvCxnSpPr>
          <p:nvPr/>
        </p:nvCxnSpPr>
        <p:spPr>
          <a:xfrm flipH="1" flipV="1">
            <a:off x="4876790" y="2198870"/>
            <a:ext cx="1151567" cy="13169"/>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4F4EC411-F0E0-7BDA-0187-B6CB49E9E07A}"/>
              </a:ext>
            </a:extLst>
          </p:cNvPr>
          <p:cNvSpPr txBox="1"/>
          <p:nvPr/>
        </p:nvSpPr>
        <p:spPr>
          <a:xfrm>
            <a:off x="314849" y="3159321"/>
            <a:ext cx="2879329" cy="369332"/>
          </a:xfrm>
          <a:prstGeom prst="rect">
            <a:avLst/>
          </a:prstGeom>
          <a:noFill/>
        </p:spPr>
        <p:txBody>
          <a:bodyPr wrap="square" rtlCol="1">
            <a:spAutoFit/>
          </a:bodyPr>
          <a:lstStyle/>
          <a:p>
            <a:pPr algn="l" rtl="0"/>
            <a:r>
              <a:rPr lang="he-IL" dirty="0"/>
              <a:t>Business Argument Analysis</a:t>
            </a:r>
          </a:p>
        </p:txBody>
      </p:sp>
      <p:cxnSp>
        <p:nvCxnSpPr>
          <p:cNvPr id="71" name="Straight Connector 70">
            <a:extLst>
              <a:ext uri="{FF2B5EF4-FFF2-40B4-BE49-F238E27FC236}">
                <a16:creationId xmlns:a16="http://schemas.microsoft.com/office/drawing/2014/main" id="{473E6C9B-2DA6-1838-D146-289E60C21064}"/>
              </a:ext>
            </a:extLst>
          </p:cNvPr>
          <p:cNvCxnSpPr>
            <a:cxnSpLocks/>
            <a:stCxn id="70" idx="3"/>
            <a:endCxn id="41" idx="1"/>
          </p:cNvCxnSpPr>
          <p:nvPr/>
        </p:nvCxnSpPr>
        <p:spPr>
          <a:xfrm>
            <a:off x="3194178" y="3343987"/>
            <a:ext cx="1450378" cy="10816"/>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F88CFEB-D50A-53F6-7D1F-36B97A7D59F1}"/>
              </a:ext>
            </a:extLst>
          </p:cNvPr>
          <p:cNvSpPr txBox="1"/>
          <p:nvPr/>
        </p:nvSpPr>
        <p:spPr>
          <a:xfrm>
            <a:off x="6604098" y="6178379"/>
            <a:ext cx="5598426" cy="369332"/>
          </a:xfrm>
          <a:prstGeom prst="rect">
            <a:avLst/>
          </a:prstGeom>
          <a:noFill/>
        </p:spPr>
        <p:txBody>
          <a:bodyPr wrap="square" rtlCol="1">
            <a:spAutoFit/>
          </a:bodyPr>
          <a:lstStyle/>
          <a:p>
            <a:pPr algn="l" rtl="0"/>
            <a:r>
              <a:rPr lang="he-IL" dirty="0"/>
              <a:t>Collaborative analysis of business </a:t>
            </a:r>
            <a:r>
              <a:rPr lang="he-IL" dirty="0" err="1"/>
              <a:t>arguments</a:t>
            </a:r>
            <a:r>
              <a:rPr lang="he-IL" dirty="0"/>
              <a:t> </a:t>
            </a:r>
            <a:r>
              <a:rPr lang="he-IL" dirty="0" err="1"/>
              <a:t>using</a:t>
            </a:r>
            <a:r>
              <a:rPr lang="en-US" dirty="0"/>
              <a:t> Kialo</a:t>
            </a:r>
            <a:endParaRPr lang="he-IL" dirty="0"/>
          </a:p>
        </p:txBody>
      </p:sp>
      <p:cxnSp>
        <p:nvCxnSpPr>
          <p:cNvPr id="11" name="Straight Connector 10">
            <a:extLst>
              <a:ext uri="{FF2B5EF4-FFF2-40B4-BE49-F238E27FC236}">
                <a16:creationId xmlns:a16="http://schemas.microsoft.com/office/drawing/2014/main" id="{CC39F955-B7D4-A2F3-5DA1-FFE9EC30CABB}"/>
              </a:ext>
            </a:extLst>
          </p:cNvPr>
          <p:cNvCxnSpPr>
            <a:cxnSpLocks/>
            <a:stCxn id="7" idx="1"/>
            <a:endCxn id="28" idx="2"/>
          </p:cNvCxnSpPr>
          <p:nvPr/>
        </p:nvCxnSpPr>
        <p:spPr>
          <a:xfrm flipH="1" flipV="1">
            <a:off x="6045077" y="4812354"/>
            <a:ext cx="559021" cy="1550691"/>
          </a:xfrm>
          <a:prstGeom prst="line">
            <a:avLst/>
          </a:prstGeom>
          <a:ln w="28575">
            <a:solidFill>
              <a:srgbClr val="41A4AC"/>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231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7" grpId="0"/>
      <p:bldP spid="48" grpId="0"/>
      <p:bldP spid="50" grpId="0"/>
      <p:bldP spid="51" grpId="0"/>
      <p:bldP spid="58" grpId="0"/>
      <p:bldP spid="20" grpId="0"/>
      <p:bldP spid="70"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13EF3-110B-62B6-0FE3-CF35E48AA09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4B24A7-A57C-D8EB-3503-E6C671CAB6A4}"/>
              </a:ext>
            </a:extLst>
          </p:cNvPr>
          <p:cNvSpPr>
            <a:spLocks noGrp="1"/>
          </p:cNvSpPr>
          <p:nvPr>
            <p:ph type="sldNum" sz="quarter" idx="12"/>
          </p:nvPr>
        </p:nvSpPr>
        <p:spPr/>
        <p:txBody>
          <a:bodyPr/>
          <a:lstStyle/>
          <a:p>
            <a:pPr algn="l" rtl="0"/>
            <a:fld id="{61BD36B9-D2D7-43AE-A74F-D1C823B74562}" type="slidenum">
              <a:rPr lang="he-IL" sz="1600" smtClean="0"/>
              <a:t>14</a:t>
            </a:fld>
            <a:endParaRPr lang="he-IL" sz="1600"/>
          </a:p>
        </p:txBody>
      </p:sp>
      <p:graphicFrame>
        <p:nvGraphicFramePr>
          <p:cNvPr id="5" name="Diagram 4">
            <a:extLst>
              <a:ext uri="{FF2B5EF4-FFF2-40B4-BE49-F238E27FC236}">
                <a16:creationId xmlns:a16="http://schemas.microsoft.com/office/drawing/2014/main" id="{4CDA2889-EBDA-1784-9F28-F7E0BF0ACE39}"/>
              </a:ext>
            </a:extLst>
          </p:cNvPr>
          <p:cNvGraphicFramePr/>
          <p:nvPr>
            <p:extLst>
              <p:ext uri="{D42A27DB-BD31-4B8C-83A1-F6EECF244321}">
                <p14:modId xmlns:p14="http://schemas.microsoft.com/office/powerpoint/2010/main" val="10712010"/>
              </p:ext>
            </p:extLst>
          </p:nvPr>
        </p:nvGraphicFramePr>
        <p:xfrm>
          <a:off x="2280768" y="1017395"/>
          <a:ext cx="7630465" cy="48232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481977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5B35-A811-5632-C363-47BC21BE96B8}"/>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9713CC6-81EF-9258-28E3-BB096B8E1D19}"/>
              </a:ext>
            </a:extLst>
          </p:cNvPr>
          <p:cNvSpPr/>
          <p:nvPr/>
        </p:nvSpPr>
        <p:spPr>
          <a:xfrm>
            <a:off x="2194562" y="473336"/>
            <a:ext cx="9120244" cy="5163671"/>
          </a:xfrm>
          <a:prstGeom prst="roundRect">
            <a:avLst/>
          </a:prstGeom>
          <a:solidFill>
            <a:schemeClr val="accent1"/>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5" name="Rectangle: Rounded Corners 4">
            <a:extLst>
              <a:ext uri="{FF2B5EF4-FFF2-40B4-BE49-F238E27FC236}">
                <a16:creationId xmlns:a16="http://schemas.microsoft.com/office/drawing/2014/main" id="{0C5549F5-2907-4166-6C3A-5848FCC778BD}"/>
              </a:ext>
            </a:extLst>
          </p:cNvPr>
          <p:cNvSpPr/>
          <p:nvPr/>
        </p:nvSpPr>
        <p:spPr>
          <a:xfrm>
            <a:off x="2400300" y="571500"/>
            <a:ext cx="8686800" cy="4953000"/>
          </a:xfrm>
          <a:prstGeom prst="roundRect">
            <a:avLst/>
          </a:prstGeom>
          <a:solidFill>
            <a:schemeClr val="bg1"/>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pic>
        <p:nvPicPr>
          <p:cNvPr id="9" name="Picture 8">
            <a:extLst>
              <a:ext uri="{FF2B5EF4-FFF2-40B4-BE49-F238E27FC236}">
                <a16:creationId xmlns:a16="http://schemas.microsoft.com/office/drawing/2014/main" id="{CFDC6943-D382-D2A7-1C06-63185116CF57}"/>
              </a:ext>
            </a:extLst>
          </p:cNvPr>
          <p:cNvPicPr>
            <a:picLocks noChangeAspect="1"/>
          </p:cNvPicPr>
          <p:nvPr/>
        </p:nvPicPr>
        <p:blipFill>
          <a:blip r:embed="rId2"/>
          <a:stretch>
            <a:fillRect/>
          </a:stretch>
        </p:blipFill>
        <p:spPr>
          <a:xfrm>
            <a:off x="2721849" y="856910"/>
            <a:ext cx="7905086" cy="4446611"/>
          </a:xfrm>
          <a:prstGeom prst="rect">
            <a:avLst/>
          </a:prstGeom>
        </p:spPr>
      </p:pic>
      <p:sp>
        <p:nvSpPr>
          <p:cNvPr id="2" name="Slide Number Placeholder 1">
            <a:extLst>
              <a:ext uri="{FF2B5EF4-FFF2-40B4-BE49-F238E27FC236}">
                <a16:creationId xmlns:a16="http://schemas.microsoft.com/office/drawing/2014/main" id="{0F84CC42-477D-6883-10AC-D72F45F439A7}"/>
              </a:ext>
            </a:extLst>
          </p:cNvPr>
          <p:cNvSpPr>
            <a:spLocks noGrp="1"/>
          </p:cNvSpPr>
          <p:nvPr>
            <p:ph type="sldNum" sz="quarter" idx="12"/>
          </p:nvPr>
        </p:nvSpPr>
        <p:spPr/>
        <p:txBody>
          <a:bodyPr/>
          <a:lstStyle/>
          <a:p>
            <a:pPr algn="l" rtl="0"/>
            <a:fld id="{61BD36B9-D2D7-43AE-A74F-D1C823B74562}" type="slidenum">
              <a:rPr lang="he-IL" smtClean="0"/>
              <a:t>15</a:t>
            </a:fld>
            <a:endParaRPr lang="he-IL"/>
          </a:p>
        </p:txBody>
      </p:sp>
      <p:sp>
        <p:nvSpPr>
          <p:cNvPr id="8" name="Rectangle 7">
            <a:extLst>
              <a:ext uri="{FF2B5EF4-FFF2-40B4-BE49-F238E27FC236}">
                <a16:creationId xmlns:a16="http://schemas.microsoft.com/office/drawing/2014/main" id="{BD300C4C-C582-D52E-F60F-2FD469A2713A}"/>
              </a:ext>
            </a:extLst>
          </p:cNvPr>
          <p:cNvSpPr/>
          <p:nvPr/>
        </p:nvSpPr>
        <p:spPr>
          <a:xfrm>
            <a:off x="2076226" y="4475183"/>
            <a:ext cx="453122" cy="398032"/>
          </a:xfrm>
          <a:custGeom>
            <a:avLst/>
            <a:gdLst>
              <a:gd name="csX0" fmla="*/ 0 w 399785"/>
              <a:gd name="csY0" fmla="*/ 0 h 484094"/>
              <a:gd name="csX1" fmla="*/ 399785 w 399785"/>
              <a:gd name="csY1" fmla="*/ 0 h 484094"/>
              <a:gd name="csX2" fmla="*/ 399785 w 399785"/>
              <a:gd name="csY2" fmla="*/ 484094 h 484094"/>
              <a:gd name="csX3" fmla="*/ 0 w 399785"/>
              <a:gd name="csY3" fmla="*/ 484094 h 484094"/>
              <a:gd name="csX4" fmla="*/ 0 w 399785"/>
              <a:gd name="csY4" fmla="*/ 0 h 484094"/>
              <a:gd name="csX0" fmla="*/ 0 w 399785"/>
              <a:gd name="csY0" fmla="*/ 75304 h 484094"/>
              <a:gd name="csX1" fmla="*/ 399785 w 399785"/>
              <a:gd name="csY1" fmla="*/ 0 h 484094"/>
              <a:gd name="csX2" fmla="*/ 399785 w 399785"/>
              <a:gd name="csY2" fmla="*/ 484094 h 484094"/>
              <a:gd name="csX3" fmla="*/ 0 w 399785"/>
              <a:gd name="csY3" fmla="*/ 484094 h 484094"/>
              <a:gd name="csX4" fmla="*/ 0 w 399785"/>
              <a:gd name="csY4" fmla="*/ 75304 h 484094"/>
              <a:gd name="csX0" fmla="*/ 0 w 399785"/>
              <a:gd name="csY0" fmla="*/ 21515 h 430305"/>
              <a:gd name="csX1" fmla="*/ 356754 w 399785"/>
              <a:gd name="csY1" fmla="*/ 0 h 430305"/>
              <a:gd name="csX2" fmla="*/ 399785 w 399785"/>
              <a:gd name="csY2" fmla="*/ 430305 h 430305"/>
              <a:gd name="csX3" fmla="*/ 0 w 399785"/>
              <a:gd name="csY3" fmla="*/ 430305 h 430305"/>
              <a:gd name="csX4" fmla="*/ 0 w 399785"/>
              <a:gd name="csY4" fmla="*/ 21515 h 430305"/>
              <a:gd name="csX0" fmla="*/ 0 w 356754"/>
              <a:gd name="csY0" fmla="*/ 21515 h 430305"/>
              <a:gd name="csX1" fmla="*/ 356754 w 356754"/>
              <a:gd name="csY1" fmla="*/ 0 h 430305"/>
              <a:gd name="csX2" fmla="*/ 356754 w 356754"/>
              <a:gd name="csY2" fmla="*/ 301213 h 430305"/>
              <a:gd name="csX3" fmla="*/ 0 w 356754"/>
              <a:gd name="csY3" fmla="*/ 430305 h 430305"/>
              <a:gd name="csX4" fmla="*/ 0 w 356754"/>
              <a:gd name="csY4" fmla="*/ 21515 h 430305"/>
              <a:gd name="csX0" fmla="*/ 0 w 356754"/>
              <a:gd name="csY0" fmla="*/ 21515 h 398032"/>
              <a:gd name="csX1" fmla="*/ 356754 w 356754"/>
              <a:gd name="csY1" fmla="*/ 0 h 398032"/>
              <a:gd name="csX2" fmla="*/ 356754 w 356754"/>
              <a:gd name="csY2" fmla="*/ 301213 h 398032"/>
              <a:gd name="csX3" fmla="*/ 0 w 356754"/>
              <a:gd name="csY3" fmla="*/ 398032 h 398032"/>
              <a:gd name="csX4" fmla="*/ 0 w 356754"/>
              <a:gd name="csY4" fmla="*/ 21515 h 398032"/>
              <a:gd name="csX0" fmla="*/ 21516 w 356754"/>
              <a:gd name="csY0" fmla="*/ 64546 h 398032"/>
              <a:gd name="csX1" fmla="*/ 356754 w 356754"/>
              <a:gd name="csY1" fmla="*/ 0 h 398032"/>
              <a:gd name="csX2" fmla="*/ 356754 w 356754"/>
              <a:gd name="csY2" fmla="*/ 301213 h 398032"/>
              <a:gd name="csX3" fmla="*/ 0 w 356754"/>
              <a:gd name="csY3" fmla="*/ 398032 h 398032"/>
              <a:gd name="csX4" fmla="*/ 21516 w 356754"/>
              <a:gd name="csY4" fmla="*/ 64546 h 398032"/>
            </a:gdLst>
            <a:ahLst/>
            <a:cxnLst>
              <a:cxn ang="0">
                <a:pos x="csX0" y="csY0"/>
              </a:cxn>
              <a:cxn ang="0">
                <a:pos x="csX1" y="csY1"/>
              </a:cxn>
              <a:cxn ang="0">
                <a:pos x="csX2" y="csY2"/>
              </a:cxn>
              <a:cxn ang="0">
                <a:pos x="csX3" y="csY3"/>
              </a:cxn>
              <a:cxn ang="0">
                <a:pos x="csX4" y="csY4"/>
              </a:cxn>
            </a:cxnLst>
            <a:rect l="l" t="t" r="r" b="b"/>
            <a:pathLst>
              <a:path w="356754" h="398032">
                <a:moveTo>
                  <a:pt x="21516" y="64546"/>
                </a:moveTo>
                <a:lnTo>
                  <a:pt x="356754" y="0"/>
                </a:lnTo>
                <a:lnTo>
                  <a:pt x="356754" y="301213"/>
                </a:lnTo>
                <a:lnTo>
                  <a:pt x="0" y="398032"/>
                </a:lnTo>
                <a:lnTo>
                  <a:pt x="21516" y="64546"/>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pic>
        <p:nvPicPr>
          <p:cNvPr id="7" name="Graphic 6" descr="Woman Shrugging outline">
            <a:extLst>
              <a:ext uri="{FF2B5EF4-FFF2-40B4-BE49-F238E27FC236}">
                <a16:creationId xmlns:a16="http://schemas.microsoft.com/office/drawing/2014/main" id="{5FF3900A-65C1-ECB9-9660-74E080A8F9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784" y="3633735"/>
            <a:ext cx="2652765" cy="2652765"/>
          </a:xfrm>
          <a:prstGeom prst="rect">
            <a:avLst/>
          </a:prstGeom>
        </p:spPr>
      </p:pic>
    </p:spTree>
    <p:extLst>
      <p:ext uri="{BB962C8B-B14F-4D97-AF65-F5344CB8AC3E}">
        <p14:creationId xmlns:p14="http://schemas.microsoft.com/office/powerpoint/2010/main" val="1977987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380A4-25E0-4AD8-7677-D19E082A7FFD}"/>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CECCED4B-3B55-636F-4470-57115662DBC5}"/>
              </a:ext>
            </a:extLst>
          </p:cNvPr>
          <p:cNvSpPr/>
          <p:nvPr/>
        </p:nvSpPr>
        <p:spPr>
          <a:xfrm>
            <a:off x="2194562" y="473336"/>
            <a:ext cx="9120244" cy="5163671"/>
          </a:xfrm>
          <a:prstGeom prst="roundRect">
            <a:avLst/>
          </a:prstGeom>
          <a:solidFill>
            <a:schemeClr val="accent1"/>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5" name="Rectangle: Rounded Corners 4">
            <a:extLst>
              <a:ext uri="{FF2B5EF4-FFF2-40B4-BE49-F238E27FC236}">
                <a16:creationId xmlns:a16="http://schemas.microsoft.com/office/drawing/2014/main" id="{A4164669-9E9F-BD27-9CDF-8D3A02648BFA}"/>
              </a:ext>
            </a:extLst>
          </p:cNvPr>
          <p:cNvSpPr/>
          <p:nvPr/>
        </p:nvSpPr>
        <p:spPr>
          <a:xfrm>
            <a:off x="2400300" y="571500"/>
            <a:ext cx="8686800" cy="4953000"/>
          </a:xfrm>
          <a:prstGeom prst="roundRect">
            <a:avLst/>
          </a:prstGeom>
          <a:solidFill>
            <a:schemeClr val="bg1"/>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2" name="Slide Number Placeholder 1">
            <a:extLst>
              <a:ext uri="{FF2B5EF4-FFF2-40B4-BE49-F238E27FC236}">
                <a16:creationId xmlns:a16="http://schemas.microsoft.com/office/drawing/2014/main" id="{C495DA07-7BD4-F27B-A928-1845F0A8333F}"/>
              </a:ext>
            </a:extLst>
          </p:cNvPr>
          <p:cNvSpPr>
            <a:spLocks noGrp="1"/>
          </p:cNvSpPr>
          <p:nvPr>
            <p:ph type="sldNum" sz="quarter" idx="12"/>
          </p:nvPr>
        </p:nvSpPr>
        <p:spPr/>
        <p:txBody>
          <a:bodyPr/>
          <a:lstStyle/>
          <a:p>
            <a:pPr algn="l" rtl="0"/>
            <a:fld id="{61BD36B9-D2D7-43AE-A74F-D1C823B74562}" type="slidenum">
              <a:rPr lang="he-IL" smtClean="0"/>
              <a:t>16</a:t>
            </a:fld>
            <a:endParaRPr lang="he-IL"/>
          </a:p>
        </p:txBody>
      </p:sp>
      <p:sp>
        <p:nvSpPr>
          <p:cNvPr id="8" name="Rectangle 7">
            <a:extLst>
              <a:ext uri="{FF2B5EF4-FFF2-40B4-BE49-F238E27FC236}">
                <a16:creationId xmlns:a16="http://schemas.microsoft.com/office/drawing/2014/main" id="{DA720E5E-BFF0-FF74-F761-A08E46C3A264}"/>
              </a:ext>
            </a:extLst>
          </p:cNvPr>
          <p:cNvSpPr/>
          <p:nvPr/>
        </p:nvSpPr>
        <p:spPr>
          <a:xfrm>
            <a:off x="2076226" y="4475183"/>
            <a:ext cx="453122" cy="398032"/>
          </a:xfrm>
          <a:custGeom>
            <a:avLst/>
            <a:gdLst>
              <a:gd name="csX0" fmla="*/ 0 w 399785"/>
              <a:gd name="csY0" fmla="*/ 0 h 484094"/>
              <a:gd name="csX1" fmla="*/ 399785 w 399785"/>
              <a:gd name="csY1" fmla="*/ 0 h 484094"/>
              <a:gd name="csX2" fmla="*/ 399785 w 399785"/>
              <a:gd name="csY2" fmla="*/ 484094 h 484094"/>
              <a:gd name="csX3" fmla="*/ 0 w 399785"/>
              <a:gd name="csY3" fmla="*/ 484094 h 484094"/>
              <a:gd name="csX4" fmla="*/ 0 w 399785"/>
              <a:gd name="csY4" fmla="*/ 0 h 484094"/>
              <a:gd name="csX0" fmla="*/ 0 w 399785"/>
              <a:gd name="csY0" fmla="*/ 75304 h 484094"/>
              <a:gd name="csX1" fmla="*/ 399785 w 399785"/>
              <a:gd name="csY1" fmla="*/ 0 h 484094"/>
              <a:gd name="csX2" fmla="*/ 399785 w 399785"/>
              <a:gd name="csY2" fmla="*/ 484094 h 484094"/>
              <a:gd name="csX3" fmla="*/ 0 w 399785"/>
              <a:gd name="csY3" fmla="*/ 484094 h 484094"/>
              <a:gd name="csX4" fmla="*/ 0 w 399785"/>
              <a:gd name="csY4" fmla="*/ 75304 h 484094"/>
              <a:gd name="csX0" fmla="*/ 0 w 399785"/>
              <a:gd name="csY0" fmla="*/ 21515 h 430305"/>
              <a:gd name="csX1" fmla="*/ 356754 w 399785"/>
              <a:gd name="csY1" fmla="*/ 0 h 430305"/>
              <a:gd name="csX2" fmla="*/ 399785 w 399785"/>
              <a:gd name="csY2" fmla="*/ 430305 h 430305"/>
              <a:gd name="csX3" fmla="*/ 0 w 399785"/>
              <a:gd name="csY3" fmla="*/ 430305 h 430305"/>
              <a:gd name="csX4" fmla="*/ 0 w 399785"/>
              <a:gd name="csY4" fmla="*/ 21515 h 430305"/>
              <a:gd name="csX0" fmla="*/ 0 w 356754"/>
              <a:gd name="csY0" fmla="*/ 21515 h 430305"/>
              <a:gd name="csX1" fmla="*/ 356754 w 356754"/>
              <a:gd name="csY1" fmla="*/ 0 h 430305"/>
              <a:gd name="csX2" fmla="*/ 356754 w 356754"/>
              <a:gd name="csY2" fmla="*/ 301213 h 430305"/>
              <a:gd name="csX3" fmla="*/ 0 w 356754"/>
              <a:gd name="csY3" fmla="*/ 430305 h 430305"/>
              <a:gd name="csX4" fmla="*/ 0 w 356754"/>
              <a:gd name="csY4" fmla="*/ 21515 h 430305"/>
              <a:gd name="csX0" fmla="*/ 0 w 356754"/>
              <a:gd name="csY0" fmla="*/ 21515 h 398032"/>
              <a:gd name="csX1" fmla="*/ 356754 w 356754"/>
              <a:gd name="csY1" fmla="*/ 0 h 398032"/>
              <a:gd name="csX2" fmla="*/ 356754 w 356754"/>
              <a:gd name="csY2" fmla="*/ 301213 h 398032"/>
              <a:gd name="csX3" fmla="*/ 0 w 356754"/>
              <a:gd name="csY3" fmla="*/ 398032 h 398032"/>
              <a:gd name="csX4" fmla="*/ 0 w 356754"/>
              <a:gd name="csY4" fmla="*/ 21515 h 398032"/>
              <a:gd name="csX0" fmla="*/ 21516 w 356754"/>
              <a:gd name="csY0" fmla="*/ 64546 h 398032"/>
              <a:gd name="csX1" fmla="*/ 356754 w 356754"/>
              <a:gd name="csY1" fmla="*/ 0 h 398032"/>
              <a:gd name="csX2" fmla="*/ 356754 w 356754"/>
              <a:gd name="csY2" fmla="*/ 301213 h 398032"/>
              <a:gd name="csX3" fmla="*/ 0 w 356754"/>
              <a:gd name="csY3" fmla="*/ 398032 h 398032"/>
              <a:gd name="csX4" fmla="*/ 21516 w 356754"/>
              <a:gd name="csY4" fmla="*/ 64546 h 398032"/>
            </a:gdLst>
            <a:ahLst/>
            <a:cxnLst>
              <a:cxn ang="0">
                <a:pos x="csX0" y="csY0"/>
              </a:cxn>
              <a:cxn ang="0">
                <a:pos x="csX1" y="csY1"/>
              </a:cxn>
              <a:cxn ang="0">
                <a:pos x="csX2" y="csY2"/>
              </a:cxn>
              <a:cxn ang="0">
                <a:pos x="csX3" y="csY3"/>
              </a:cxn>
              <a:cxn ang="0">
                <a:pos x="csX4" y="csY4"/>
              </a:cxn>
            </a:cxnLst>
            <a:rect l="l" t="t" r="r" b="b"/>
            <a:pathLst>
              <a:path w="356754" h="398032">
                <a:moveTo>
                  <a:pt x="21516" y="64546"/>
                </a:moveTo>
                <a:lnTo>
                  <a:pt x="356754" y="0"/>
                </a:lnTo>
                <a:lnTo>
                  <a:pt x="356754" y="301213"/>
                </a:lnTo>
                <a:lnTo>
                  <a:pt x="0" y="398032"/>
                </a:lnTo>
                <a:lnTo>
                  <a:pt x="21516" y="64546"/>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pic>
        <p:nvPicPr>
          <p:cNvPr id="7" name="Graphic 6" descr="Woman Shrugging outline">
            <a:extLst>
              <a:ext uri="{FF2B5EF4-FFF2-40B4-BE49-F238E27FC236}">
                <a16:creationId xmlns:a16="http://schemas.microsoft.com/office/drawing/2014/main" id="{B0074C42-9925-A298-7854-4149CDF81C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5784" y="3633735"/>
            <a:ext cx="2652765" cy="2652765"/>
          </a:xfrm>
          <a:prstGeom prst="rect">
            <a:avLst/>
          </a:prstGeom>
        </p:spPr>
      </p:pic>
      <p:pic>
        <p:nvPicPr>
          <p:cNvPr id="3" name="Picture 2">
            <a:extLst>
              <a:ext uri="{FF2B5EF4-FFF2-40B4-BE49-F238E27FC236}">
                <a16:creationId xmlns:a16="http://schemas.microsoft.com/office/drawing/2014/main" id="{41C0657F-BED9-9805-BF45-6C9C4BE06915}"/>
              </a:ext>
            </a:extLst>
          </p:cNvPr>
          <p:cNvPicPr>
            <a:picLocks noChangeAspect="1"/>
          </p:cNvPicPr>
          <p:nvPr/>
        </p:nvPicPr>
        <p:blipFill>
          <a:blip r:embed="rId4"/>
          <a:srcRect t="14150" r="6310" b="10100"/>
          <a:stretch>
            <a:fillRect/>
          </a:stretch>
        </p:blipFill>
        <p:spPr>
          <a:xfrm>
            <a:off x="2542225" y="1220993"/>
            <a:ext cx="8409059" cy="3824343"/>
          </a:xfrm>
          <a:prstGeom prst="rect">
            <a:avLst/>
          </a:prstGeom>
        </p:spPr>
      </p:pic>
    </p:spTree>
    <p:extLst>
      <p:ext uri="{BB962C8B-B14F-4D97-AF65-F5344CB8AC3E}">
        <p14:creationId xmlns:p14="http://schemas.microsoft.com/office/powerpoint/2010/main" val="3551482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DA04-A9C3-C35E-57B1-9F05B7270EA1}"/>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419C7DBD-EF5E-E600-AA66-AAE70BEC2C40}"/>
              </a:ext>
            </a:extLst>
          </p:cNvPr>
          <p:cNvSpPr/>
          <p:nvPr/>
        </p:nvSpPr>
        <p:spPr>
          <a:xfrm>
            <a:off x="2194562" y="473336"/>
            <a:ext cx="9120244" cy="5163671"/>
          </a:xfrm>
          <a:prstGeom prst="roundRect">
            <a:avLst/>
          </a:prstGeom>
          <a:solidFill>
            <a:schemeClr val="accent1"/>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5" name="Rectangle: Rounded Corners 4">
            <a:extLst>
              <a:ext uri="{FF2B5EF4-FFF2-40B4-BE49-F238E27FC236}">
                <a16:creationId xmlns:a16="http://schemas.microsoft.com/office/drawing/2014/main" id="{B8A15620-636A-0899-4670-9F66E2A9EA69}"/>
              </a:ext>
            </a:extLst>
          </p:cNvPr>
          <p:cNvSpPr/>
          <p:nvPr/>
        </p:nvSpPr>
        <p:spPr>
          <a:xfrm>
            <a:off x="2400300" y="571500"/>
            <a:ext cx="8686800" cy="4953000"/>
          </a:xfrm>
          <a:prstGeom prst="roundRect">
            <a:avLst/>
          </a:prstGeom>
          <a:solidFill>
            <a:schemeClr val="bg1"/>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2" name="Slide Number Placeholder 1">
            <a:extLst>
              <a:ext uri="{FF2B5EF4-FFF2-40B4-BE49-F238E27FC236}">
                <a16:creationId xmlns:a16="http://schemas.microsoft.com/office/drawing/2014/main" id="{DAAF545D-6814-3692-9994-75CF47D8C52E}"/>
              </a:ext>
            </a:extLst>
          </p:cNvPr>
          <p:cNvSpPr>
            <a:spLocks noGrp="1"/>
          </p:cNvSpPr>
          <p:nvPr>
            <p:ph type="sldNum" sz="quarter" idx="12"/>
          </p:nvPr>
        </p:nvSpPr>
        <p:spPr/>
        <p:txBody>
          <a:bodyPr/>
          <a:lstStyle/>
          <a:p>
            <a:pPr algn="l" rtl="0"/>
            <a:fld id="{61BD36B9-D2D7-43AE-A74F-D1C823B74562}" type="slidenum">
              <a:rPr lang="he-IL" smtClean="0"/>
              <a:t>17</a:t>
            </a:fld>
            <a:endParaRPr lang="he-IL"/>
          </a:p>
        </p:txBody>
      </p:sp>
      <p:sp>
        <p:nvSpPr>
          <p:cNvPr id="8" name="Rectangle 7">
            <a:extLst>
              <a:ext uri="{FF2B5EF4-FFF2-40B4-BE49-F238E27FC236}">
                <a16:creationId xmlns:a16="http://schemas.microsoft.com/office/drawing/2014/main" id="{2A602638-4404-2D57-18F5-540DABCB374B}"/>
              </a:ext>
            </a:extLst>
          </p:cNvPr>
          <p:cNvSpPr/>
          <p:nvPr/>
        </p:nvSpPr>
        <p:spPr>
          <a:xfrm>
            <a:off x="2076226" y="4475183"/>
            <a:ext cx="453122" cy="398032"/>
          </a:xfrm>
          <a:custGeom>
            <a:avLst/>
            <a:gdLst>
              <a:gd name="csX0" fmla="*/ 0 w 399785"/>
              <a:gd name="csY0" fmla="*/ 0 h 484094"/>
              <a:gd name="csX1" fmla="*/ 399785 w 399785"/>
              <a:gd name="csY1" fmla="*/ 0 h 484094"/>
              <a:gd name="csX2" fmla="*/ 399785 w 399785"/>
              <a:gd name="csY2" fmla="*/ 484094 h 484094"/>
              <a:gd name="csX3" fmla="*/ 0 w 399785"/>
              <a:gd name="csY3" fmla="*/ 484094 h 484094"/>
              <a:gd name="csX4" fmla="*/ 0 w 399785"/>
              <a:gd name="csY4" fmla="*/ 0 h 484094"/>
              <a:gd name="csX0" fmla="*/ 0 w 399785"/>
              <a:gd name="csY0" fmla="*/ 75304 h 484094"/>
              <a:gd name="csX1" fmla="*/ 399785 w 399785"/>
              <a:gd name="csY1" fmla="*/ 0 h 484094"/>
              <a:gd name="csX2" fmla="*/ 399785 w 399785"/>
              <a:gd name="csY2" fmla="*/ 484094 h 484094"/>
              <a:gd name="csX3" fmla="*/ 0 w 399785"/>
              <a:gd name="csY3" fmla="*/ 484094 h 484094"/>
              <a:gd name="csX4" fmla="*/ 0 w 399785"/>
              <a:gd name="csY4" fmla="*/ 75304 h 484094"/>
              <a:gd name="csX0" fmla="*/ 0 w 399785"/>
              <a:gd name="csY0" fmla="*/ 21515 h 430305"/>
              <a:gd name="csX1" fmla="*/ 356754 w 399785"/>
              <a:gd name="csY1" fmla="*/ 0 h 430305"/>
              <a:gd name="csX2" fmla="*/ 399785 w 399785"/>
              <a:gd name="csY2" fmla="*/ 430305 h 430305"/>
              <a:gd name="csX3" fmla="*/ 0 w 399785"/>
              <a:gd name="csY3" fmla="*/ 430305 h 430305"/>
              <a:gd name="csX4" fmla="*/ 0 w 399785"/>
              <a:gd name="csY4" fmla="*/ 21515 h 430305"/>
              <a:gd name="csX0" fmla="*/ 0 w 356754"/>
              <a:gd name="csY0" fmla="*/ 21515 h 430305"/>
              <a:gd name="csX1" fmla="*/ 356754 w 356754"/>
              <a:gd name="csY1" fmla="*/ 0 h 430305"/>
              <a:gd name="csX2" fmla="*/ 356754 w 356754"/>
              <a:gd name="csY2" fmla="*/ 301213 h 430305"/>
              <a:gd name="csX3" fmla="*/ 0 w 356754"/>
              <a:gd name="csY3" fmla="*/ 430305 h 430305"/>
              <a:gd name="csX4" fmla="*/ 0 w 356754"/>
              <a:gd name="csY4" fmla="*/ 21515 h 430305"/>
              <a:gd name="csX0" fmla="*/ 0 w 356754"/>
              <a:gd name="csY0" fmla="*/ 21515 h 398032"/>
              <a:gd name="csX1" fmla="*/ 356754 w 356754"/>
              <a:gd name="csY1" fmla="*/ 0 h 398032"/>
              <a:gd name="csX2" fmla="*/ 356754 w 356754"/>
              <a:gd name="csY2" fmla="*/ 301213 h 398032"/>
              <a:gd name="csX3" fmla="*/ 0 w 356754"/>
              <a:gd name="csY3" fmla="*/ 398032 h 398032"/>
              <a:gd name="csX4" fmla="*/ 0 w 356754"/>
              <a:gd name="csY4" fmla="*/ 21515 h 398032"/>
              <a:gd name="csX0" fmla="*/ 21516 w 356754"/>
              <a:gd name="csY0" fmla="*/ 64546 h 398032"/>
              <a:gd name="csX1" fmla="*/ 356754 w 356754"/>
              <a:gd name="csY1" fmla="*/ 0 h 398032"/>
              <a:gd name="csX2" fmla="*/ 356754 w 356754"/>
              <a:gd name="csY2" fmla="*/ 301213 h 398032"/>
              <a:gd name="csX3" fmla="*/ 0 w 356754"/>
              <a:gd name="csY3" fmla="*/ 398032 h 398032"/>
              <a:gd name="csX4" fmla="*/ 21516 w 356754"/>
              <a:gd name="csY4" fmla="*/ 64546 h 398032"/>
            </a:gdLst>
            <a:ahLst/>
            <a:cxnLst>
              <a:cxn ang="0">
                <a:pos x="csX0" y="csY0"/>
              </a:cxn>
              <a:cxn ang="0">
                <a:pos x="csX1" y="csY1"/>
              </a:cxn>
              <a:cxn ang="0">
                <a:pos x="csX2" y="csY2"/>
              </a:cxn>
              <a:cxn ang="0">
                <a:pos x="csX3" y="csY3"/>
              </a:cxn>
              <a:cxn ang="0">
                <a:pos x="csX4" y="csY4"/>
              </a:cxn>
            </a:cxnLst>
            <a:rect l="l" t="t" r="r" b="b"/>
            <a:pathLst>
              <a:path w="356754" h="398032">
                <a:moveTo>
                  <a:pt x="21516" y="64546"/>
                </a:moveTo>
                <a:lnTo>
                  <a:pt x="356754" y="0"/>
                </a:lnTo>
                <a:lnTo>
                  <a:pt x="356754" y="301213"/>
                </a:lnTo>
                <a:lnTo>
                  <a:pt x="0" y="398032"/>
                </a:lnTo>
                <a:lnTo>
                  <a:pt x="21516" y="64546"/>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pic>
        <p:nvPicPr>
          <p:cNvPr id="7" name="Graphic 6" descr="Woman Shrugging outline">
            <a:extLst>
              <a:ext uri="{FF2B5EF4-FFF2-40B4-BE49-F238E27FC236}">
                <a16:creationId xmlns:a16="http://schemas.microsoft.com/office/drawing/2014/main" id="{6E982E62-D5EC-695B-06B7-BFE14B8EE41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5784" y="3633735"/>
            <a:ext cx="2652765" cy="2652765"/>
          </a:xfrm>
          <a:prstGeom prst="rect">
            <a:avLst/>
          </a:prstGeom>
        </p:spPr>
      </p:pic>
      <p:pic>
        <p:nvPicPr>
          <p:cNvPr id="3" name="Picture 2">
            <a:extLst>
              <a:ext uri="{FF2B5EF4-FFF2-40B4-BE49-F238E27FC236}">
                <a16:creationId xmlns:a16="http://schemas.microsoft.com/office/drawing/2014/main" id="{D156B60F-F62C-E862-F650-A79BC114BE46}"/>
              </a:ext>
            </a:extLst>
          </p:cNvPr>
          <p:cNvPicPr>
            <a:picLocks noChangeAspect="1"/>
          </p:cNvPicPr>
          <p:nvPr/>
        </p:nvPicPr>
        <p:blipFill>
          <a:blip r:embed="rId4"/>
          <a:srcRect l="924" t="7280" r="1734" b="1738"/>
          <a:stretch>
            <a:fillRect/>
          </a:stretch>
        </p:blipFill>
        <p:spPr>
          <a:xfrm>
            <a:off x="2647684" y="912988"/>
            <a:ext cx="8228297" cy="4325988"/>
          </a:xfrm>
          <a:prstGeom prst="rect">
            <a:avLst/>
          </a:prstGeom>
        </p:spPr>
      </p:pic>
    </p:spTree>
    <p:extLst>
      <p:ext uri="{BB962C8B-B14F-4D97-AF65-F5344CB8AC3E}">
        <p14:creationId xmlns:p14="http://schemas.microsoft.com/office/powerpoint/2010/main" val="411521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26558-B26E-E5ED-067B-8897A4B9B9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3CA85A-6A49-7F4A-BEC4-3ED20CCA9EF0}"/>
              </a:ext>
            </a:extLst>
          </p:cNvPr>
          <p:cNvSpPr>
            <a:spLocks noGrp="1"/>
          </p:cNvSpPr>
          <p:nvPr>
            <p:ph type="sldNum" sz="quarter" idx="12"/>
          </p:nvPr>
        </p:nvSpPr>
        <p:spPr/>
        <p:txBody>
          <a:bodyPr/>
          <a:lstStyle/>
          <a:p>
            <a:pPr algn="l" rtl="0"/>
            <a:fld id="{61BD36B9-D2D7-43AE-A74F-D1C823B74562}" type="slidenum">
              <a:rPr lang="he-IL" sz="1600" smtClean="0"/>
              <a:t>18</a:t>
            </a:fld>
            <a:endParaRPr lang="he-IL" sz="1600"/>
          </a:p>
        </p:txBody>
      </p:sp>
      <p:graphicFrame>
        <p:nvGraphicFramePr>
          <p:cNvPr id="5" name="Diagram 4">
            <a:extLst>
              <a:ext uri="{FF2B5EF4-FFF2-40B4-BE49-F238E27FC236}">
                <a16:creationId xmlns:a16="http://schemas.microsoft.com/office/drawing/2014/main" id="{BDFE5D19-D4EF-183D-AFCB-AF67CF6C9B42}"/>
              </a:ext>
            </a:extLst>
          </p:cNvPr>
          <p:cNvGraphicFramePr/>
          <p:nvPr>
            <p:extLst>
              <p:ext uri="{D42A27DB-BD31-4B8C-83A1-F6EECF244321}">
                <p14:modId xmlns:p14="http://schemas.microsoft.com/office/powerpoint/2010/main" val="4175599623"/>
              </p:ext>
            </p:extLst>
          </p:nvPr>
        </p:nvGraphicFramePr>
        <p:xfrm>
          <a:off x="2280768" y="1017395"/>
          <a:ext cx="7630465" cy="48232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989372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27C83-A01A-D18D-D69A-83CF5465D78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F5A202-CC98-8292-EEEE-CBA507F41A87}"/>
              </a:ext>
            </a:extLst>
          </p:cNvPr>
          <p:cNvSpPr>
            <a:spLocks noGrp="1" noRot="1" noMove="1" noResize="1" noEditPoints="1" noAdjustHandles="1" noChangeArrowheads="1" noChangeShapeType="1"/>
          </p:cNvSpPr>
          <p:nvPr>
            <p:ph type="sldNum" sz="quarter" idx="12"/>
          </p:nvPr>
        </p:nvSpPr>
        <p:spPr/>
        <p:txBody>
          <a:bodyPr/>
          <a:lstStyle/>
          <a:p>
            <a:pPr algn="l" rtl="0"/>
            <a:fld id="{61BD36B9-D2D7-43AE-A74F-D1C823B74562}" type="slidenum">
              <a:rPr lang="he-IL" smtClean="0"/>
              <a:t>19</a:t>
            </a:fld>
            <a:endParaRPr lang="he-IL"/>
          </a:p>
        </p:txBody>
      </p:sp>
      <p:sp>
        <p:nvSpPr>
          <p:cNvPr id="3" name="TextBox 2">
            <a:extLst>
              <a:ext uri="{FF2B5EF4-FFF2-40B4-BE49-F238E27FC236}">
                <a16:creationId xmlns:a16="http://schemas.microsoft.com/office/drawing/2014/main" id="{8E2CA540-50D2-F0AF-B142-C29AA3C7E348}"/>
              </a:ext>
            </a:extLst>
          </p:cNvPr>
          <p:cNvSpPr txBox="1"/>
          <p:nvPr/>
        </p:nvSpPr>
        <p:spPr>
          <a:xfrm>
            <a:off x="9739250" y="6441928"/>
            <a:ext cx="2349233" cy="338554"/>
          </a:xfrm>
          <a:prstGeom prst="rect">
            <a:avLst/>
          </a:prstGeom>
          <a:noFill/>
        </p:spPr>
        <p:txBody>
          <a:bodyPr wrap="none" rtlCol="1">
            <a:spAutoFit/>
          </a:bodyPr>
          <a:lstStyle/>
          <a:p>
            <a:pPr algn="l" rtl="0"/>
            <a:r>
              <a:rPr lang="en-US" sz="1600" dirty="0"/>
              <a:t>Olesen et al., 2021, p. 617</a:t>
            </a:r>
            <a:endParaRPr lang="he-IL" sz="1600" dirty="0"/>
          </a:p>
        </p:txBody>
      </p:sp>
      <p:sp>
        <p:nvSpPr>
          <p:cNvPr id="4" name="TextBox 3">
            <a:extLst>
              <a:ext uri="{FF2B5EF4-FFF2-40B4-BE49-F238E27FC236}">
                <a16:creationId xmlns:a16="http://schemas.microsoft.com/office/drawing/2014/main" id="{004E742F-7B0E-008F-8D4F-8E2DF1811F83}"/>
              </a:ext>
            </a:extLst>
          </p:cNvPr>
          <p:cNvSpPr txBox="1">
            <a:spLocks/>
          </p:cNvSpPr>
          <p:nvPr/>
        </p:nvSpPr>
        <p:spPr>
          <a:xfrm>
            <a:off x="1369195" y="3096875"/>
            <a:ext cx="2811036" cy="2554545"/>
          </a:xfrm>
          <a:prstGeom prst="rect">
            <a:avLst/>
          </a:prstGeom>
          <a:noFill/>
        </p:spPr>
        <p:txBody>
          <a:bodyPr wrap="square" rtlCol="1">
            <a:spAutoFit/>
          </a:bodyPr>
          <a:lstStyle/>
          <a:p>
            <a:pPr marL="342900" indent="-342900" algn="l" rtl="0">
              <a:buFont typeface="Arial" panose="020B0604020202020204" pitchFamily="34" charset="0"/>
              <a:buChar char="•"/>
            </a:pPr>
            <a:r>
              <a:rPr lang="en-US" sz="2000" dirty="0"/>
              <a:t>Specific, narrow</a:t>
            </a:r>
            <a:endParaRPr lang="he-IL" sz="2000" dirty="0"/>
          </a:p>
          <a:p>
            <a:pPr marL="342900" indent="-342900" algn="l" rtl="0">
              <a:buFont typeface="Arial" panose="020B0604020202020204" pitchFamily="34" charset="0"/>
              <a:buChar char="•"/>
            </a:pPr>
            <a:r>
              <a:rPr lang="he-IL" sz="2000" dirty="0" err="1"/>
              <a:t>Concrete</a:t>
            </a:r>
            <a:endParaRPr lang="he-IL" sz="2000" dirty="0"/>
          </a:p>
          <a:p>
            <a:pPr marL="342900" indent="-342900" algn="l" rtl="0">
              <a:buFont typeface="Arial" panose="020B0604020202020204" pitchFamily="34" charset="0"/>
              <a:buChar char="•"/>
            </a:pPr>
            <a:r>
              <a:rPr lang="he-IL" sz="2000" dirty="0"/>
              <a:t>Multiple</a:t>
            </a:r>
          </a:p>
          <a:p>
            <a:pPr marL="342900" indent="-342900" algn="l" rtl="0">
              <a:buFont typeface="Arial" panose="020B0604020202020204" pitchFamily="34" charset="0"/>
              <a:buChar char="•"/>
            </a:pPr>
            <a:r>
              <a:rPr lang="he-IL" sz="2000" dirty="0" err="1"/>
              <a:t>Chang</a:t>
            </a:r>
            <a:r>
              <a:rPr lang="en-US" sz="2000" dirty="0"/>
              <a:t>e</a:t>
            </a:r>
            <a:r>
              <a:rPr lang="he-IL" sz="2000" dirty="0"/>
              <a:t> over time</a:t>
            </a:r>
          </a:p>
          <a:p>
            <a:pPr marL="342900" indent="-342900" algn="l" rtl="0">
              <a:buFont typeface="Arial" panose="020B0604020202020204" pitchFamily="34" charset="0"/>
              <a:buChar char="•"/>
            </a:pPr>
            <a:r>
              <a:rPr lang="he-IL" sz="2000" dirty="0"/>
              <a:t>Learnable</a:t>
            </a:r>
          </a:p>
          <a:p>
            <a:pPr marL="342900" indent="-342900" algn="l" rtl="0">
              <a:buFont typeface="Arial" panose="020B0604020202020204" pitchFamily="34" charset="0"/>
              <a:buChar char="•"/>
            </a:pPr>
            <a:r>
              <a:rPr lang="he-IL" sz="2000" dirty="0"/>
              <a:t>Measurable</a:t>
            </a:r>
          </a:p>
          <a:p>
            <a:pPr marL="342900" indent="-342900" algn="l" rtl="0">
              <a:buFont typeface="Arial" panose="020B0604020202020204" pitchFamily="34" charset="0"/>
              <a:buChar char="•"/>
            </a:pPr>
            <a:r>
              <a:rPr lang="he-IL" sz="2000" dirty="0" err="1"/>
              <a:t>Contextual</a:t>
            </a:r>
            <a:endParaRPr lang="he-IL" sz="2000" dirty="0"/>
          </a:p>
          <a:p>
            <a:pPr marL="342900" indent="-342900" algn="l" rtl="0">
              <a:buFont typeface="Arial" panose="020B0604020202020204" pitchFamily="34" charset="0"/>
              <a:buChar char="•"/>
            </a:pPr>
            <a:r>
              <a:rPr lang="he-IL" sz="2000" dirty="0"/>
              <a:t>Risk of overfitting</a:t>
            </a:r>
          </a:p>
        </p:txBody>
      </p:sp>
      <p:sp>
        <p:nvSpPr>
          <p:cNvPr id="6" name="Arrow: Down 5">
            <a:extLst>
              <a:ext uri="{FF2B5EF4-FFF2-40B4-BE49-F238E27FC236}">
                <a16:creationId xmlns:a16="http://schemas.microsoft.com/office/drawing/2014/main" id="{7301096C-C1F8-D664-8FDE-1FFB1E43B10A}"/>
              </a:ext>
            </a:extLst>
          </p:cNvPr>
          <p:cNvSpPr/>
          <p:nvPr/>
        </p:nvSpPr>
        <p:spPr>
          <a:xfrm>
            <a:off x="4745578" y="493626"/>
            <a:ext cx="523378" cy="5948302"/>
          </a:xfrm>
          <a:prstGeom prst="downArrow">
            <a:avLst/>
          </a:prstGeom>
          <a:gradFill>
            <a:gsLst>
              <a:gs pos="12000">
                <a:schemeClr val="accent1">
                  <a:lumMod val="67000"/>
                </a:schemeClr>
              </a:gs>
              <a:gs pos="56000">
                <a:schemeClr val="accent1">
                  <a:lumMod val="60000"/>
                  <a:lumOff val="40000"/>
                </a:schemeClr>
              </a:gs>
              <a:gs pos="76000">
                <a:schemeClr val="accent1">
                  <a:lumMod val="40000"/>
                  <a:lumOff val="60000"/>
                </a:schemeClr>
              </a:gs>
              <a:gs pos="100000">
                <a:schemeClr val="accent1">
                  <a:lumMod val="20000"/>
                  <a:lumOff val="80000"/>
                </a:schemeClr>
              </a:gs>
            </a:gsLst>
            <a:lin ang="16200000" scaled="1"/>
          </a:gra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5" name="Trapezoid 4">
            <a:extLst>
              <a:ext uri="{FF2B5EF4-FFF2-40B4-BE49-F238E27FC236}">
                <a16:creationId xmlns:a16="http://schemas.microsoft.com/office/drawing/2014/main" id="{9A84BE5A-9510-79E3-FBC3-F2904AAD7D90}"/>
              </a:ext>
            </a:extLst>
          </p:cNvPr>
          <p:cNvSpPr>
            <a:spLocks/>
          </p:cNvSpPr>
          <p:nvPr/>
        </p:nvSpPr>
        <p:spPr>
          <a:xfrm>
            <a:off x="5393886" y="493626"/>
            <a:ext cx="6425115" cy="5904182"/>
          </a:xfrm>
          <a:prstGeom prst="trapezoid">
            <a:avLst/>
          </a:prstGeom>
          <a:gradFill flip="none" rotWithShape="1">
            <a:gsLst>
              <a:gs pos="12000">
                <a:schemeClr val="accent1">
                  <a:lumMod val="67000"/>
                </a:schemeClr>
              </a:gs>
              <a:gs pos="56000">
                <a:schemeClr val="accent1">
                  <a:lumMod val="60000"/>
                  <a:lumOff val="40000"/>
                </a:schemeClr>
              </a:gs>
              <a:gs pos="76000">
                <a:schemeClr val="accent1">
                  <a:lumMod val="40000"/>
                  <a:lumOff val="60000"/>
                </a:schemeClr>
              </a:gs>
              <a:gs pos="100000">
                <a:schemeClr val="accent1">
                  <a:lumMod val="20000"/>
                  <a:lumOff val="8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8" name="TextBox 7">
            <a:extLst>
              <a:ext uri="{FF2B5EF4-FFF2-40B4-BE49-F238E27FC236}">
                <a16:creationId xmlns:a16="http://schemas.microsoft.com/office/drawing/2014/main" id="{7596F2A7-4750-7C5A-FD0C-F8539E185CFA}"/>
              </a:ext>
            </a:extLst>
          </p:cNvPr>
          <p:cNvSpPr txBox="1"/>
          <p:nvPr/>
        </p:nvSpPr>
        <p:spPr>
          <a:xfrm>
            <a:off x="6655703" y="4725659"/>
            <a:ext cx="2481961" cy="707886"/>
          </a:xfrm>
          <a:prstGeom prst="rect">
            <a:avLst/>
          </a:prstGeom>
          <a:noFill/>
        </p:spPr>
        <p:txBody>
          <a:bodyPr wrap="none" rtlCol="1">
            <a:spAutoFit/>
          </a:bodyPr>
          <a:lstStyle/>
          <a:p>
            <a:pPr algn="ctr" rtl="0"/>
            <a:r>
              <a:rPr lang="en-US" sz="4000" dirty="0"/>
              <a:t>K</a:t>
            </a:r>
            <a:r>
              <a:rPr lang="he-IL" sz="4000" dirty="0" err="1"/>
              <a:t>nowledge</a:t>
            </a:r>
            <a:endParaRPr lang="he-IL" sz="4000" dirty="0"/>
          </a:p>
        </p:txBody>
      </p:sp>
      <p:sp>
        <p:nvSpPr>
          <p:cNvPr id="9" name="TextBox 8">
            <a:extLst>
              <a:ext uri="{FF2B5EF4-FFF2-40B4-BE49-F238E27FC236}">
                <a16:creationId xmlns:a16="http://schemas.microsoft.com/office/drawing/2014/main" id="{2436AF7A-2052-6FB5-F49D-28B2F246CC48}"/>
              </a:ext>
            </a:extLst>
          </p:cNvPr>
          <p:cNvSpPr txBox="1"/>
          <p:nvPr/>
        </p:nvSpPr>
        <p:spPr>
          <a:xfrm>
            <a:off x="6692507" y="2979098"/>
            <a:ext cx="1204176" cy="707886"/>
          </a:xfrm>
          <a:prstGeom prst="rect">
            <a:avLst/>
          </a:prstGeom>
          <a:noFill/>
        </p:spPr>
        <p:txBody>
          <a:bodyPr wrap="none" rtlCol="1">
            <a:spAutoFit/>
          </a:bodyPr>
          <a:lstStyle/>
          <a:p>
            <a:pPr algn="ctr" rtl="0"/>
            <a:r>
              <a:rPr lang="he-IL" sz="4000" dirty="0"/>
              <a:t>Skills</a:t>
            </a:r>
          </a:p>
        </p:txBody>
      </p:sp>
      <p:sp>
        <p:nvSpPr>
          <p:cNvPr id="10" name="TextBox 9">
            <a:extLst>
              <a:ext uri="{FF2B5EF4-FFF2-40B4-BE49-F238E27FC236}">
                <a16:creationId xmlns:a16="http://schemas.microsoft.com/office/drawing/2014/main" id="{047B20A3-FCB4-D891-F6C2-E5146998D573}"/>
              </a:ext>
            </a:extLst>
          </p:cNvPr>
          <p:cNvSpPr txBox="1"/>
          <p:nvPr/>
        </p:nvSpPr>
        <p:spPr>
          <a:xfrm>
            <a:off x="6704305" y="909537"/>
            <a:ext cx="1306127" cy="707886"/>
          </a:xfrm>
          <a:prstGeom prst="rect">
            <a:avLst/>
          </a:prstGeom>
          <a:noFill/>
        </p:spPr>
        <p:txBody>
          <a:bodyPr wrap="none" rtlCol="1">
            <a:spAutoFit/>
          </a:bodyPr>
          <a:lstStyle/>
          <a:p>
            <a:pPr algn="ctr" rtl="0"/>
            <a:r>
              <a:rPr lang="en-US" sz="4000" dirty="0"/>
              <a:t>Traits</a:t>
            </a:r>
            <a:endParaRPr lang="he-IL" sz="4000" dirty="0"/>
          </a:p>
        </p:txBody>
      </p:sp>
      <p:pic>
        <p:nvPicPr>
          <p:cNvPr id="11" name="Graphic 10" descr="Stork Baby outline">
            <a:extLst>
              <a:ext uri="{FF2B5EF4-FFF2-40B4-BE49-F238E27FC236}">
                <a16:creationId xmlns:a16="http://schemas.microsoft.com/office/drawing/2014/main" id="{A2BC2A19-BC1E-A600-BEBC-FD975A7D1A0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9334454" y="1050058"/>
            <a:ext cx="811279" cy="811279"/>
          </a:xfrm>
          <a:prstGeom prst="rect">
            <a:avLst/>
          </a:prstGeom>
        </p:spPr>
      </p:pic>
      <p:pic>
        <p:nvPicPr>
          <p:cNvPr id="12" name="Graphic 11" descr="Prehistoric Tool outline">
            <a:extLst>
              <a:ext uri="{FF2B5EF4-FFF2-40B4-BE49-F238E27FC236}">
                <a16:creationId xmlns:a16="http://schemas.microsoft.com/office/drawing/2014/main" id="{740B3F18-D521-418A-6387-F0DAD8B9FA3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9392510" y="2972138"/>
            <a:ext cx="811279" cy="811279"/>
          </a:xfrm>
          <a:prstGeom prst="rect">
            <a:avLst/>
          </a:prstGeom>
        </p:spPr>
      </p:pic>
      <p:pic>
        <p:nvPicPr>
          <p:cNvPr id="13" name="Graphic 12" descr="Desk outline">
            <a:extLst>
              <a:ext uri="{FF2B5EF4-FFF2-40B4-BE49-F238E27FC236}">
                <a16:creationId xmlns:a16="http://schemas.microsoft.com/office/drawing/2014/main" id="{FD0F3AA4-7F5D-5E0B-1223-226E68C5369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9358348" y="4724793"/>
            <a:ext cx="811279" cy="811279"/>
          </a:xfrm>
          <a:prstGeom prst="rect">
            <a:avLst/>
          </a:prstGeom>
        </p:spPr>
      </p:pic>
      <p:sp>
        <p:nvSpPr>
          <p:cNvPr id="14" name="TextBox 13">
            <a:extLst>
              <a:ext uri="{FF2B5EF4-FFF2-40B4-BE49-F238E27FC236}">
                <a16:creationId xmlns:a16="http://schemas.microsoft.com/office/drawing/2014/main" id="{E6098C92-1C97-7923-F631-EEBC120F33CA}"/>
              </a:ext>
            </a:extLst>
          </p:cNvPr>
          <p:cNvSpPr txBox="1">
            <a:spLocks/>
          </p:cNvSpPr>
          <p:nvPr/>
        </p:nvSpPr>
        <p:spPr>
          <a:xfrm>
            <a:off x="6682638" y="5387568"/>
            <a:ext cx="3486989" cy="646331"/>
          </a:xfrm>
          <a:prstGeom prst="rect">
            <a:avLst/>
          </a:prstGeom>
          <a:noFill/>
        </p:spPr>
        <p:txBody>
          <a:bodyPr wrap="square" rtlCol="1">
            <a:spAutoFit/>
          </a:bodyPr>
          <a:lstStyle/>
          <a:p>
            <a:pPr algn="l" rtl="0"/>
            <a:r>
              <a:rPr lang="he-IL" dirty="0"/>
              <a:t>Understanding facts and principles in a specific content area</a:t>
            </a:r>
          </a:p>
        </p:txBody>
      </p:sp>
      <p:sp>
        <p:nvSpPr>
          <p:cNvPr id="15" name="TextBox 14">
            <a:extLst>
              <a:ext uri="{FF2B5EF4-FFF2-40B4-BE49-F238E27FC236}">
                <a16:creationId xmlns:a16="http://schemas.microsoft.com/office/drawing/2014/main" id="{87AD838D-F4C2-61A3-8D84-CE26A2E4DD0D}"/>
              </a:ext>
            </a:extLst>
          </p:cNvPr>
          <p:cNvSpPr txBox="1">
            <a:spLocks/>
          </p:cNvSpPr>
          <p:nvPr/>
        </p:nvSpPr>
        <p:spPr>
          <a:xfrm>
            <a:off x="6746997" y="3702074"/>
            <a:ext cx="3080510" cy="369332"/>
          </a:xfrm>
          <a:prstGeom prst="rect">
            <a:avLst/>
          </a:prstGeom>
          <a:noFill/>
        </p:spPr>
        <p:txBody>
          <a:bodyPr wrap="square" rtlCol="1">
            <a:spAutoFit/>
          </a:bodyPr>
          <a:lstStyle/>
          <a:p>
            <a:pPr algn="l" rtl="0"/>
            <a:r>
              <a:rPr lang="he-IL" dirty="0"/>
              <a:t>Skills that can be developed</a:t>
            </a:r>
          </a:p>
        </p:txBody>
      </p:sp>
      <p:sp>
        <p:nvSpPr>
          <p:cNvPr id="16" name="TextBox 15">
            <a:extLst>
              <a:ext uri="{FF2B5EF4-FFF2-40B4-BE49-F238E27FC236}">
                <a16:creationId xmlns:a16="http://schemas.microsoft.com/office/drawing/2014/main" id="{ABD790FF-B6B8-6CB9-8BA2-03278FE9B078}"/>
              </a:ext>
            </a:extLst>
          </p:cNvPr>
          <p:cNvSpPr txBox="1">
            <a:spLocks/>
          </p:cNvSpPr>
          <p:nvPr/>
        </p:nvSpPr>
        <p:spPr>
          <a:xfrm>
            <a:off x="6736633" y="1589592"/>
            <a:ext cx="2688150" cy="646331"/>
          </a:xfrm>
          <a:prstGeom prst="rect">
            <a:avLst/>
          </a:prstGeom>
          <a:noFill/>
        </p:spPr>
        <p:txBody>
          <a:bodyPr wrap="square" rtlCol="1">
            <a:spAutoFit/>
          </a:bodyPr>
          <a:lstStyle/>
          <a:p>
            <a:pPr algn="l" rtl="0"/>
            <a:r>
              <a:rPr lang="he-IL" dirty="0"/>
              <a:t>Enduring skills that are less susceptible to change</a:t>
            </a:r>
          </a:p>
        </p:txBody>
      </p:sp>
      <p:sp>
        <p:nvSpPr>
          <p:cNvPr id="7" name="TextBox 6">
            <a:extLst>
              <a:ext uri="{FF2B5EF4-FFF2-40B4-BE49-F238E27FC236}">
                <a16:creationId xmlns:a16="http://schemas.microsoft.com/office/drawing/2014/main" id="{EA423138-FF06-B877-63DB-83C080F238A0}"/>
              </a:ext>
            </a:extLst>
          </p:cNvPr>
          <p:cNvSpPr txBox="1"/>
          <p:nvPr/>
        </p:nvSpPr>
        <p:spPr>
          <a:xfrm>
            <a:off x="928779" y="2029171"/>
            <a:ext cx="3691869" cy="830997"/>
          </a:xfrm>
          <a:prstGeom prst="rect">
            <a:avLst/>
          </a:prstGeom>
          <a:noFill/>
        </p:spPr>
        <p:txBody>
          <a:bodyPr wrap="square" rtlCol="1">
            <a:spAutoFit/>
          </a:bodyPr>
          <a:lstStyle/>
          <a:p>
            <a:pPr algn="l" rtl="0"/>
            <a:r>
              <a:rPr lang="en-US" sz="2400" dirty="0"/>
              <a:t>Characteristics of the lower competencies</a:t>
            </a:r>
            <a:endParaRPr lang="he-IL" sz="2400" dirty="0"/>
          </a:p>
        </p:txBody>
      </p:sp>
    </p:spTree>
    <p:custDataLst>
      <p:tags r:id="rId1"/>
    </p:custDataLst>
    <p:extLst>
      <p:ext uri="{BB962C8B-B14F-4D97-AF65-F5344CB8AC3E}">
        <p14:creationId xmlns:p14="http://schemas.microsoft.com/office/powerpoint/2010/main" val="2078580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0586A-C01F-EE7F-BF0F-6471D5AFF6F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D062D5-C6EB-BBFE-D2FF-C908C8DFF9B9}"/>
              </a:ext>
            </a:extLst>
          </p:cNvPr>
          <p:cNvSpPr>
            <a:spLocks noGrp="1" noRot="1" noMove="1" noResize="1" noEditPoints="1" noAdjustHandles="1" noChangeArrowheads="1" noChangeShapeType="1"/>
          </p:cNvSpPr>
          <p:nvPr>
            <p:ph type="sldNum" sz="quarter" idx="12"/>
          </p:nvPr>
        </p:nvSpPr>
        <p:spPr/>
        <p:txBody>
          <a:bodyPr/>
          <a:lstStyle/>
          <a:p>
            <a:pPr algn="l" rtl="0"/>
            <a:fld id="{61BD36B9-D2D7-43AE-A74F-D1C823B74562}" type="slidenum">
              <a:rPr lang="he-IL" smtClean="0"/>
              <a:t>20</a:t>
            </a:fld>
            <a:endParaRPr lang="he-IL"/>
          </a:p>
        </p:txBody>
      </p:sp>
      <p:sp>
        <p:nvSpPr>
          <p:cNvPr id="6" name="Arrow: Down 5">
            <a:extLst>
              <a:ext uri="{FF2B5EF4-FFF2-40B4-BE49-F238E27FC236}">
                <a16:creationId xmlns:a16="http://schemas.microsoft.com/office/drawing/2014/main" id="{CE4731D7-CFB1-C814-5D0A-836A03A030BB}"/>
              </a:ext>
            </a:extLst>
          </p:cNvPr>
          <p:cNvSpPr/>
          <p:nvPr/>
        </p:nvSpPr>
        <p:spPr>
          <a:xfrm>
            <a:off x="2233648" y="493626"/>
            <a:ext cx="523378" cy="5948302"/>
          </a:xfrm>
          <a:prstGeom prst="downArrow">
            <a:avLst/>
          </a:prstGeom>
          <a:gradFill>
            <a:gsLst>
              <a:gs pos="12000">
                <a:schemeClr val="accent1">
                  <a:lumMod val="67000"/>
                </a:schemeClr>
              </a:gs>
              <a:gs pos="56000">
                <a:schemeClr val="accent1">
                  <a:lumMod val="60000"/>
                  <a:lumOff val="40000"/>
                </a:schemeClr>
              </a:gs>
              <a:gs pos="76000">
                <a:schemeClr val="accent1">
                  <a:lumMod val="40000"/>
                  <a:lumOff val="60000"/>
                </a:schemeClr>
              </a:gs>
              <a:gs pos="100000">
                <a:schemeClr val="accent1">
                  <a:lumMod val="20000"/>
                  <a:lumOff val="80000"/>
                </a:schemeClr>
              </a:gs>
            </a:gsLst>
            <a:lin ang="16200000" scaled="1"/>
          </a:gra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5" name="Trapezoid 4">
            <a:extLst>
              <a:ext uri="{FF2B5EF4-FFF2-40B4-BE49-F238E27FC236}">
                <a16:creationId xmlns:a16="http://schemas.microsoft.com/office/drawing/2014/main" id="{F906B930-9C9D-25E8-6EC9-53F050E1D069}"/>
              </a:ext>
            </a:extLst>
          </p:cNvPr>
          <p:cNvSpPr>
            <a:spLocks/>
          </p:cNvSpPr>
          <p:nvPr/>
        </p:nvSpPr>
        <p:spPr>
          <a:xfrm>
            <a:off x="2271798" y="-3764488"/>
            <a:ext cx="8194307" cy="14659897"/>
          </a:xfrm>
          <a:prstGeom prst="trapezoid">
            <a:avLst/>
          </a:prstGeom>
          <a:gradFill flip="none" rotWithShape="1">
            <a:gsLst>
              <a:gs pos="12000">
                <a:schemeClr val="accent1">
                  <a:lumMod val="67000"/>
                </a:schemeClr>
              </a:gs>
              <a:gs pos="56000">
                <a:schemeClr val="accent1">
                  <a:lumMod val="60000"/>
                  <a:lumOff val="40000"/>
                </a:schemeClr>
              </a:gs>
              <a:gs pos="76000">
                <a:schemeClr val="accent1">
                  <a:lumMod val="40000"/>
                  <a:lumOff val="60000"/>
                </a:schemeClr>
              </a:gs>
              <a:gs pos="100000">
                <a:schemeClr val="accent1">
                  <a:lumMod val="20000"/>
                  <a:lumOff val="8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8" name="TextBox 7">
            <a:extLst>
              <a:ext uri="{FF2B5EF4-FFF2-40B4-BE49-F238E27FC236}">
                <a16:creationId xmlns:a16="http://schemas.microsoft.com/office/drawing/2014/main" id="{8D9564D9-36DE-8110-DA53-675B9E2DAFD5}"/>
              </a:ext>
            </a:extLst>
          </p:cNvPr>
          <p:cNvSpPr txBox="1"/>
          <p:nvPr/>
        </p:nvSpPr>
        <p:spPr>
          <a:xfrm>
            <a:off x="10130712" y="5747617"/>
            <a:ext cx="2024721" cy="584775"/>
          </a:xfrm>
          <a:prstGeom prst="rect">
            <a:avLst/>
          </a:prstGeom>
          <a:noFill/>
        </p:spPr>
        <p:txBody>
          <a:bodyPr wrap="none" rtlCol="1">
            <a:spAutoFit/>
          </a:bodyPr>
          <a:lstStyle/>
          <a:p>
            <a:pPr algn="l" rtl="0"/>
            <a:r>
              <a:rPr lang="en-US" sz="3200" dirty="0"/>
              <a:t>K</a:t>
            </a:r>
            <a:r>
              <a:rPr lang="he-IL" sz="3200" dirty="0" err="1"/>
              <a:t>nowledge</a:t>
            </a:r>
            <a:endParaRPr lang="he-IL" sz="3200" dirty="0"/>
          </a:p>
        </p:txBody>
      </p:sp>
      <p:sp>
        <p:nvSpPr>
          <p:cNvPr id="9" name="TextBox 8">
            <a:extLst>
              <a:ext uri="{FF2B5EF4-FFF2-40B4-BE49-F238E27FC236}">
                <a16:creationId xmlns:a16="http://schemas.microsoft.com/office/drawing/2014/main" id="{B4997899-68C5-5962-BC4C-FA2263A569B4}"/>
              </a:ext>
            </a:extLst>
          </p:cNvPr>
          <p:cNvSpPr txBox="1"/>
          <p:nvPr/>
        </p:nvSpPr>
        <p:spPr>
          <a:xfrm>
            <a:off x="10130712" y="2980686"/>
            <a:ext cx="1003801" cy="584775"/>
          </a:xfrm>
          <a:prstGeom prst="rect">
            <a:avLst/>
          </a:prstGeom>
          <a:noFill/>
        </p:spPr>
        <p:txBody>
          <a:bodyPr wrap="none" rtlCol="1">
            <a:spAutoFit/>
          </a:bodyPr>
          <a:lstStyle/>
          <a:p>
            <a:pPr algn="l" rtl="0"/>
            <a:r>
              <a:rPr lang="he-IL" sz="3200" dirty="0"/>
              <a:t>Skills</a:t>
            </a:r>
          </a:p>
        </p:txBody>
      </p:sp>
      <p:sp>
        <p:nvSpPr>
          <p:cNvPr id="10" name="TextBox 9">
            <a:extLst>
              <a:ext uri="{FF2B5EF4-FFF2-40B4-BE49-F238E27FC236}">
                <a16:creationId xmlns:a16="http://schemas.microsoft.com/office/drawing/2014/main" id="{593B9B68-962B-43E5-1A94-FFFAFE2AB0E8}"/>
              </a:ext>
            </a:extLst>
          </p:cNvPr>
          <p:cNvSpPr txBox="1"/>
          <p:nvPr/>
        </p:nvSpPr>
        <p:spPr>
          <a:xfrm>
            <a:off x="10130712" y="493626"/>
            <a:ext cx="1083758" cy="584775"/>
          </a:xfrm>
          <a:prstGeom prst="rect">
            <a:avLst/>
          </a:prstGeom>
          <a:noFill/>
        </p:spPr>
        <p:txBody>
          <a:bodyPr wrap="none" rtlCol="1">
            <a:spAutoFit/>
          </a:bodyPr>
          <a:lstStyle/>
          <a:p>
            <a:pPr algn="l" rtl="0"/>
            <a:r>
              <a:rPr lang="en-US" sz="3200" dirty="0"/>
              <a:t>Traits</a:t>
            </a:r>
            <a:endParaRPr lang="he-IL" sz="3200" dirty="0"/>
          </a:p>
        </p:txBody>
      </p:sp>
      <p:sp>
        <p:nvSpPr>
          <p:cNvPr id="17" name="TextBox 16">
            <a:extLst>
              <a:ext uri="{FF2B5EF4-FFF2-40B4-BE49-F238E27FC236}">
                <a16:creationId xmlns:a16="http://schemas.microsoft.com/office/drawing/2014/main" id="{DF80F218-233D-7679-5375-722244E75621}"/>
              </a:ext>
            </a:extLst>
          </p:cNvPr>
          <p:cNvSpPr txBox="1"/>
          <p:nvPr/>
        </p:nvSpPr>
        <p:spPr>
          <a:xfrm>
            <a:off x="4722103" y="1322697"/>
            <a:ext cx="3510446" cy="707886"/>
          </a:xfrm>
          <a:prstGeom prst="rect">
            <a:avLst/>
          </a:prstGeom>
          <a:noFill/>
        </p:spPr>
        <p:txBody>
          <a:bodyPr wrap="square" rtlCol="1">
            <a:spAutoFit/>
          </a:bodyPr>
          <a:lstStyle/>
          <a:p>
            <a:pPr algn="ctr" rtl="0"/>
            <a:r>
              <a:rPr lang="en-US" sz="4000" dirty="0"/>
              <a:t>Core</a:t>
            </a:r>
            <a:r>
              <a:rPr lang="he-IL" sz="4000" dirty="0"/>
              <a:t> skills</a:t>
            </a:r>
          </a:p>
        </p:txBody>
      </p:sp>
      <p:sp>
        <p:nvSpPr>
          <p:cNvPr id="18" name="TextBox 17">
            <a:extLst>
              <a:ext uri="{FF2B5EF4-FFF2-40B4-BE49-F238E27FC236}">
                <a16:creationId xmlns:a16="http://schemas.microsoft.com/office/drawing/2014/main" id="{AEA29BF7-3895-A103-5160-4B2161E785D8}"/>
              </a:ext>
            </a:extLst>
          </p:cNvPr>
          <p:cNvSpPr txBox="1"/>
          <p:nvPr/>
        </p:nvSpPr>
        <p:spPr>
          <a:xfrm>
            <a:off x="4722103" y="2980686"/>
            <a:ext cx="3510446" cy="707886"/>
          </a:xfrm>
          <a:prstGeom prst="rect">
            <a:avLst/>
          </a:prstGeom>
          <a:noFill/>
        </p:spPr>
        <p:txBody>
          <a:bodyPr wrap="square" rtlCol="1">
            <a:spAutoFit/>
          </a:bodyPr>
          <a:lstStyle/>
          <a:p>
            <a:pPr algn="ctr" rtl="0"/>
            <a:r>
              <a:rPr lang="he-IL" sz="4000" dirty="0" err="1"/>
              <a:t>Subskills</a:t>
            </a:r>
            <a:endParaRPr lang="he-IL" sz="4000" dirty="0"/>
          </a:p>
        </p:txBody>
      </p:sp>
      <p:sp>
        <p:nvSpPr>
          <p:cNvPr id="19" name="TextBox 18">
            <a:extLst>
              <a:ext uri="{FF2B5EF4-FFF2-40B4-BE49-F238E27FC236}">
                <a16:creationId xmlns:a16="http://schemas.microsoft.com/office/drawing/2014/main" id="{4BB55A5F-8B34-117E-5031-FAF86EBB38ED}"/>
              </a:ext>
            </a:extLst>
          </p:cNvPr>
          <p:cNvSpPr txBox="1"/>
          <p:nvPr/>
        </p:nvSpPr>
        <p:spPr>
          <a:xfrm>
            <a:off x="4722103" y="4727575"/>
            <a:ext cx="3510446" cy="707886"/>
          </a:xfrm>
          <a:prstGeom prst="rect">
            <a:avLst/>
          </a:prstGeom>
          <a:noFill/>
        </p:spPr>
        <p:txBody>
          <a:bodyPr wrap="square" rtlCol="1">
            <a:spAutoFit/>
          </a:bodyPr>
          <a:lstStyle/>
          <a:p>
            <a:pPr algn="ctr" rtl="0"/>
            <a:r>
              <a:rPr lang="he-IL" sz="4000" dirty="0"/>
              <a:t>Tools</a:t>
            </a:r>
          </a:p>
        </p:txBody>
      </p:sp>
      <p:sp>
        <p:nvSpPr>
          <p:cNvPr id="20" name="TextBox 19">
            <a:extLst>
              <a:ext uri="{FF2B5EF4-FFF2-40B4-BE49-F238E27FC236}">
                <a16:creationId xmlns:a16="http://schemas.microsoft.com/office/drawing/2014/main" id="{9C964D35-F5BE-72C4-3B0F-DD8DE354C228}"/>
              </a:ext>
            </a:extLst>
          </p:cNvPr>
          <p:cNvSpPr txBox="1">
            <a:spLocks/>
          </p:cNvSpPr>
          <p:nvPr/>
        </p:nvSpPr>
        <p:spPr>
          <a:xfrm>
            <a:off x="7173688" y="2067059"/>
            <a:ext cx="1622559" cy="369332"/>
          </a:xfrm>
          <a:prstGeom prst="rect">
            <a:avLst/>
          </a:prstGeom>
          <a:noFill/>
        </p:spPr>
        <p:txBody>
          <a:bodyPr wrap="square" rtlCol="1">
            <a:spAutoFit/>
          </a:bodyPr>
          <a:lstStyle/>
          <a:p>
            <a:pPr algn="l" rtl="0"/>
            <a:r>
              <a:rPr lang="en-US" dirty="0"/>
              <a:t>C</a:t>
            </a:r>
            <a:r>
              <a:rPr lang="he-IL" dirty="0" err="1"/>
              <a:t>reativity</a:t>
            </a:r>
            <a:endParaRPr lang="he-IL" dirty="0"/>
          </a:p>
        </p:txBody>
      </p:sp>
      <p:sp>
        <p:nvSpPr>
          <p:cNvPr id="21" name="TextBox 20">
            <a:extLst>
              <a:ext uri="{FF2B5EF4-FFF2-40B4-BE49-F238E27FC236}">
                <a16:creationId xmlns:a16="http://schemas.microsoft.com/office/drawing/2014/main" id="{3E6B0D0F-6CF6-5682-D502-5682023BC255}"/>
              </a:ext>
            </a:extLst>
          </p:cNvPr>
          <p:cNvSpPr txBox="1">
            <a:spLocks/>
          </p:cNvSpPr>
          <p:nvPr/>
        </p:nvSpPr>
        <p:spPr>
          <a:xfrm>
            <a:off x="7173688" y="3712757"/>
            <a:ext cx="2072500" cy="369332"/>
          </a:xfrm>
          <a:prstGeom prst="rect">
            <a:avLst/>
          </a:prstGeom>
          <a:noFill/>
        </p:spPr>
        <p:txBody>
          <a:bodyPr wrap="square" rtlCol="1">
            <a:spAutoFit/>
          </a:bodyPr>
          <a:lstStyle/>
          <a:p>
            <a:pPr algn="l" rtl="0"/>
            <a:r>
              <a:rPr lang="en-US" dirty="0"/>
              <a:t>Fluency</a:t>
            </a:r>
            <a:endParaRPr lang="he-IL" dirty="0"/>
          </a:p>
        </p:txBody>
      </p:sp>
      <p:sp>
        <p:nvSpPr>
          <p:cNvPr id="22" name="TextBox 21">
            <a:extLst>
              <a:ext uri="{FF2B5EF4-FFF2-40B4-BE49-F238E27FC236}">
                <a16:creationId xmlns:a16="http://schemas.microsoft.com/office/drawing/2014/main" id="{04B75F46-2CD1-8C48-02B2-BD6B3593B02E}"/>
              </a:ext>
            </a:extLst>
          </p:cNvPr>
          <p:cNvSpPr txBox="1">
            <a:spLocks/>
          </p:cNvSpPr>
          <p:nvPr/>
        </p:nvSpPr>
        <p:spPr>
          <a:xfrm>
            <a:off x="7173688" y="5445905"/>
            <a:ext cx="2356650" cy="369332"/>
          </a:xfrm>
          <a:prstGeom prst="rect">
            <a:avLst/>
          </a:prstGeom>
          <a:noFill/>
        </p:spPr>
        <p:txBody>
          <a:bodyPr wrap="square" rtlCol="1">
            <a:spAutoFit/>
          </a:bodyPr>
          <a:lstStyle/>
          <a:p>
            <a:pPr algn="l" rtl="0"/>
            <a:r>
              <a:rPr lang="en-US" dirty="0"/>
              <a:t>Brainstorming</a:t>
            </a:r>
            <a:endParaRPr lang="he-IL" dirty="0"/>
          </a:p>
        </p:txBody>
      </p:sp>
      <p:sp>
        <p:nvSpPr>
          <p:cNvPr id="23" name="TextBox 22">
            <a:extLst>
              <a:ext uri="{FF2B5EF4-FFF2-40B4-BE49-F238E27FC236}">
                <a16:creationId xmlns:a16="http://schemas.microsoft.com/office/drawing/2014/main" id="{035FCB01-814D-374E-8D26-58F036D2C52D}"/>
              </a:ext>
            </a:extLst>
          </p:cNvPr>
          <p:cNvSpPr txBox="1">
            <a:spLocks/>
          </p:cNvSpPr>
          <p:nvPr/>
        </p:nvSpPr>
        <p:spPr>
          <a:xfrm>
            <a:off x="4746393" y="2067059"/>
            <a:ext cx="1622559" cy="369332"/>
          </a:xfrm>
          <a:prstGeom prst="rect">
            <a:avLst/>
          </a:prstGeom>
          <a:noFill/>
        </p:spPr>
        <p:txBody>
          <a:bodyPr wrap="square" rtlCol="1">
            <a:spAutoFit/>
          </a:bodyPr>
          <a:lstStyle/>
          <a:p>
            <a:pPr algn="l" rtl="0"/>
            <a:r>
              <a:rPr lang="he-IL" dirty="0"/>
              <a:t>Teamwork</a:t>
            </a:r>
          </a:p>
        </p:txBody>
      </p:sp>
      <p:sp>
        <p:nvSpPr>
          <p:cNvPr id="24" name="TextBox 23">
            <a:extLst>
              <a:ext uri="{FF2B5EF4-FFF2-40B4-BE49-F238E27FC236}">
                <a16:creationId xmlns:a16="http://schemas.microsoft.com/office/drawing/2014/main" id="{7EB02251-241C-66FA-4D83-F9E699EDD60D}"/>
              </a:ext>
            </a:extLst>
          </p:cNvPr>
          <p:cNvSpPr txBox="1">
            <a:spLocks/>
          </p:cNvSpPr>
          <p:nvPr/>
        </p:nvSpPr>
        <p:spPr>
          <a:xfrm>
            <a:off x="4746393" y="3701669"/>
            <a:ext cx="2072500" cy="369332"/>
          </a:xfrm>
          <a:prstGeom prst="rect">
            <a:avLst/>
          </a:prstGeom>
          <a:noFill/>
        </p:spPr>
        <p:txBody>
          <a:bodyPr wrap="square" rtlCol="1">
            <a:spAutoFit/>
          </a:bodyPr>
          <a:lstStyle/>
          <a:p>
            <a:pPr algn="l" rtl="0"/>
            <a:r>
              <a:rPr lang="he-IL" dirty="0"/>
              <a:t>Coordination</a:t>
            </a:r>
          </a:p>
        </p:txBody>
      </p:sp>
      <p:sp>
        <p:nvSpPr>
          <p:cNvPr id="25" name="TextBox 24">
            <a:extLst>
              <a:ext uri="{FF2B5EF4-FFF2-40B4-BE49-F238E27FC236}">
                <a16:creationId xmlns:a16="http://schemas.microsoft.com/office/drawing/2014/main" id="{8E20A0B5-87DF-91B2-297A-9B77B687D9FC}"/>
              </a:ext>
            </a:extLst>
          </p:cNvPr>
          <p:cNvSpPr txBox="1">
            <a:spLocks/>
          </p:cNvSpPr>
          <p:nvPr/>
        </p:nvSpPr>
        <p:spPr>
          <a:xfrm>
            <a:off x="4746393" y="5417731"/>
            <a:ext cx="2356650" cy="369332"/>
          </a:xfrm>
          <a:prstGeom prst="rect">
            <a:avLst/>
          </a:prstGeom>
          <a:noFill/>
        </p:spPr>
        <p:txBody>
          <a:bodyPr wrap="square" rtlCol="1">
            <a:spAutoFit/>
          </a:bodyPr>
          <a:lstStyle/>
          <a:p>
            <a:pPr algn="l" rtl="0"/>
            <a:r>
              <a:rPr lang="en-US" dirty="0"/>
              <a:t>RACI       </a:t>
            </a:r>
            <a:endParaRPr lang="he-IL" dirty="0"/>
          </a:p>
        </p:txBody>
      </p:sp>
      <p:sp>
        <p:nvSpPr>
          <p:cNvPr id="3" name="TextBox 2">
            <a:extLst>
              <a:ext uri="{FF2B5EF4-FFF2-40B4-BE49-F238E27FC236}">
                <a16:creationId xmlns:a16="http://schemas.microsoft.com/office/drawing/2014/main" id="{E7E3154D-2FA4-D9E5-9772-DF2FDC966B69}"/>
              </a:ext>
            </a:extLst>
          </p:cNvPr>
          <p:cNvSpPr txBox="1"/>
          <p:nvPr/>
        </p:nvSpPr>
        <p:spPr>
          <a:xfrm>
            <a:off x="4291229" y="5933610"/>
            <a:ext cx="4372193" cy="830997"/>
          </a:xfrm>
          <a:custGeom>
            <a:avLst/>
            <a:gdLst>
              <a:gd name="csX0" fmla="*/ 0 w 4372193"/>
              <a:gd name="csY0" fmla="*/ 0 h 830997"/>
              <a:gd name="csX1" fmla="*/ 668321 w 4372193"/>
              <a:gd name="csY1" fmla="*/ 0 h 830997"/>
              <a:gd name="csX2" fmla="*/ 1205476 w 4372193"/>
              <a:gd name="csY2" fmla="*/ 0 h 830997"/>
              <a:gd name="csX3" fmla="*/ 1786353 w 4372193"/>
              <a:gd name="csY3" fmla="*/ 0 h 830997"/>
              <a:gd name="csX4" fmla="*/ 2367230 w 4372193"/>
              <a:gd name="csY4" fmla="*/ 0 h 830997"/>
              <a:gd name="csX5" fmla="*/ 2948107 w 4372193"/>
              <a:gd name="csY5" fmla="*/ 0 h 830997"/>
              <a:gd name="csX6" fmla="*/ 3528984 w 4372193"/>
              <a:gd name="csY6" fmla="*/ 0 h 830997"/>
              <a:gd name="csX7" fmla="*/ 4372193 w 4372193"/>
              <a:gd name="csY7" fmla="*/ 0 h 830997"/>
              <a:gd name="csX8" fmla="*/ 4372193 w 4372193"/>
              <a:gd name="csY8" fmla="*/ 415499 h 830997"/>
              <a:gd name="csX9" fmla="*/ 4372193 w 4372193"/>
              <a:gd name="csY9" fmla="*/ 830997 h 830997"/>
              <a:gd name="csX10" fmla="*/ 3747594 w 4372193"/>
              <a:gd name="csY10" fmla="*/ 830997 h 830997"/>
              <a:gd name="csX11" fmla="*/ 3210439 w 4372193"/>
              <a:gd name="csY11" fmla="*/ 830997 h 830997"/>
              <a:gd name="csX12" fmla="*/ 2542118 w 4372193"/>
              <a:gd name="csY12" fmla="*/ 830997 h 830997"/>
              <a:gd name="csX13" fmla="*/ 1873797 w 4372193"/>
              <a:gd name="csY13" fmla="*/ 830997 h 830997"/>
              <a:gd name="csX14" fmla="*/ 1161754 w 4372193"/>
              <a:gd name="csY14" fmla="*/ 830997 h 830997"/>
              <a:gd name="csX15" fmla="*/ 624599 w 4372193"/>
              <a:gd name="csY15" fmla="*/ 830997 h 830997"/>
              <a:gd name="csX16" fmla="*/ 0 w 4372193"/>
              <a:gd name="csY16" fmla="*/ 830997 h 830997"/>
              <a:gd name="csX17" fmla="*/ 0 w 4372193"/>
              <a:gd name="csY17" fmla="*/ 415499 h 830997"/>
              <a:gd name="csX18" fmla="*/ 0 w 4372193"/>
              <a:gd name="csY18" fmla="*/ 0 h 8309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4372193" h="830997" fill="none" extrusionOk="0">
                <a:moveTo>
                  <a:pt x="0" y="0"/>
                </a:moveTo>
                <a:cubicBezTo>
                  <a:pt x="137867" y="-24937"/>
                  <a:pt x="434167" y="18691"/>
                  <a:pt x="668321" y="0"/>
                </a:cubicBezTo>
                <a:cubicBezTo>
                  <a:pt x="902475" y="-18691"/>
                  <a:pt x="1005307" y="2713"/>
                  <a:pt x="1205476" y="0"/>
                </a:cubicBezTo>
                <a:cubicBezTo>
                  <a:pt x="1405645" y="-2713"/>
                  <a:pt x="1620521" y="-26465"/>
                  <a:pt x="1786353" y="0"/>
                </a:cubicBezTo>
                <a:cubicBezTo>
                  <a:pt x="1952185" y="26465"/>
                  <a:pt x="2232824" y="-4627"/>
                  <a:pt x="2367230" y="0"/>
                </a:cubicBezTo>
                <a:cubicBezTo>
                  <a:pt x="2501636" y="4627"/>
                  <a:pt x="2792726" y="3351"/>
                  <a:pt x="2948107" y="0"/>
                </a:cubicBezTo>
                <a:cubicBezTo>
                  <a:pt x="3103488" y="-3351"/>
                  <a:pt x="3313681" y="7200"/>
                  <a:pt x="3528984" y="0"/>
                </a:cubicBezTo>
                <a:cubicBezTo>
                  <a:pt x="3744287" y="-7200"/>
                  <a:pt x="4163938" y="-4242"/>
                  <a:pt x="4372193" y="0"/>
                </a:cubicBezTo>
                <a:cubicBezTo>
                  <a:pt x="4373084" y="166128"/>
                  <a:pt x="4353557" y="209211"/>
                  <a:pt x="4372193" y="415499"/>
                </a:cubicBezTo>
                <a:cubicBezTo>
                  <a:pt x="4390829" y="621787"/>
                  <a:pt x="4358386" y="647807"/>
                  <a:pt x="4372193" y="830997"/>
                </a:cubicBezTo>
                <a:cubicBezTo>
                  <a:pt x="4234344" y="849284"/>
                  <a:pt x="3969381" y="807858"/>
                  <a:pt x="3747594" y="830997"/>
                </a:cubicBezTo>
                <a:cubicBezTo>
                  <a:pt x="3525807" y="854136"/>
                  <a:pt x="3389639" y="818379"/>
                  <a:pt x="3210439" y="830997"/>
                </a:cubicBezTo>
                <a:cubicBezTo>
                  <a:pt x="3031240" y="843615"/>
                  <a:pt x="2781446" y="810830"/>
                  <a:pt x="2542118" y="830997"/>
                </a:cubicBezTo>
                <a:cubicBezTo>
                  <a:pt x="2302790" y="851164"/>
                  <a:pt x="2155969" y="805233"/>
                  <a:pt x="1873797" y="830997"/>
                </a:cubicBezTo>
                <a:cubicBezTo>
                  <a:pt x="1591625" y="856761"/>
                  <a:pt x="1411416" y="807487"/>
                  <a:pt x="1161754" y="830997"/>
                </a:cubicBezTo>
                <a:cubicBezTo>
                  <a:pt x="912092" y="854507"/>
                  <a:pt x="805769" y="815431"/>
                  <a:pt x="624599" y="830997"/>
                </a:cubicBezTo>
                <a:cubicBezTo>
                  <a:pt x="443430" y="846563"/>
                  <a:pt x="178008" y="831874"/>
                  <a:pt x="0" y="830997"/>
                </a:cubicBezTo>
                <a:cubicBezTo>
                  <a:pt x="17579" y="727862"/>
                  <a:pt x="12129" y="616945"/>
                  <a:pt x="0" y="415499"/>
                </a:cubicBezTo>
                <a:cubicBezTo>
                  <a:pt x="-12129" y="214053"/>
                  <a:pt x="-19632" y="103814"/>
                  <a:pt x="0" y="0"/>
                </a:cubicBezTo>
                <a:close/>
              </a:path>
              <a:path w="4372193" h="830997" stroke="0" extrusionOk="0">
                <a:moveTo>
                  <a:pt x="0" y="0"/>
                </a:moveTo>
                <a:cubicBezTo>
                  <a:pt x="188424" y="27185"/>
                  <a:pt x="379483" y="-22378"/>
                  <a:pt x="624599" y="0"/>
                </a:cubicBezTo>
                <a:cubicBezTo>
                  <a:pt x="869715" y="22378"/>
                  <a:pt x="1157300" y="-5995"/>
                  <a:pt x="1292920" y="0"/>
                </a:cubicBezTo>
                <a:cubicBezTo>
                  <a:pt x="1428540" y="5995"/>
                  <a:pt x="1721575" y="-1422"/>
                  <a:pt x="1917519" y="0"/>
                </a:cubicBezTo>
                <a:cubicBezTo>
                  <a:pt x="2113463" y="1422"/>
                  <a:pt x="2381233" y="28004"/>
                  <a:pt x="2585840" y="0"/>
                </a:cubicBezTo>
                <a:cubicBezTo>
                  <a:pt x="2790447" y="-28004"/>
                  <a:pt x="2971938" y="-27473"/>
                  <a:pt x="3297883" y="0"/>
                </a:cubicBezTo>
                <a:cubicBezTo>
                  <a:pt x="3623828" y="27473"/>
                  <a:pt x="3950859" y="-9008"/>
                  <a:pt x="4372193" y="0"/>
                </a:cubicBezTo>
                <a:cubicBezTo>
                  <a:pt x="4382431" y="102609"/>
                  <a:pt x="4365169" y="214953"/>
                  <a:pt x="4372193" y="407189"/>
                </a:cubicBezTo>
                <a:cubicBezTo>
                  <a:pt x="4379217" y="599425"/>
                  <a:pt x="4391559" y="682613"/>
                  <a:pt x="4372193" y="830997"/>
                </a:cubicBezTo>
                <a:cubicBezTo>
                  <a:pt x="4125556" y="862623"/>
                  <a:pt x="3954635" y="812807"/>
                  <a:pt x="3703872" y="830997"/>
                </a:cubicBezTo>
                <a:cubicBezTo>
                  <a:pt x="3453109" y="849187"/>
                  <a:pt x="3263547" y="830054"/>
                  <a:pt x="2991829" y="830997"/>
                </a:cubicBezTo>
                <a:cubicBezTo>
                  <a:pt x="2720111" y="831940"/>
                  <a:pt x="2674616" y="848347"/>
                  <a:pt x="2410952" y="830997"/>
                </a:cubicBezTo>
                <a:cubicBezTo>
                  <a:pt x="2147288" y="813647"/>
                  <a:pt x="1941241" y="857809"/>
                  <a:pt x="1742631" y="830997"/>
                </a:cubicBezTo>
                <a:cubicBezTo>
                  <a:pt x="1544021" y="804185"/>
                  <a:pt x="1299171" y="847214"/>
                  <a:pt x="1030588" y="830997"/>
                </a:cubicBezTo>
                <a:cubicBezTo>
                  <a:pt x="762005" y="814780"/>
                  <a:pt x="381352" y="862232"/>
                  <a:pt x="0" y="830997"/>
                </a:cubicBezTo>
                <a:cubicBezTo>
                  <a:pt x="-19339" y="721430"/>
                  <a:pt x="-17071" y="571694"/>
                  <a:pt x="0" y="415499"/>
                </a:cubicBezTo>
                <a:cubicBezTo>
                  <a:pt x="17071" y="259304"/>
                  <a:pt x="-14980" y="158928"/>
                  <a:pt x="0" y="0"/>
                </a:cubicBezTo>
                <a:close/>
              </a:path>
            </a:pathLst>
          </a:custGeom>
          <a:solidFill>
            <a:srgbClr val="E2C2C6"/>
          </a:solidFill>
          <a:ln>
            <a:solidFill>
              <a:schemeClr val="tx1"/>
            </a:solidFill>
            <a:extLst>
              <a:ext uri="{C807C97D-BFC1-408E-A445-0C87EB9F89A2}">
                <ask:lineSketchStyleProps xmlns:ask="http://schemas.microsoft.com/office/drawing/2018/sketchyshapes" sd="399823571">
                  <a:prstGeom prst="rect">
                    <a:avLst/>
                  </a:prstGeom>
                  <ask:type>
                    <ask:lineSketchFreehand/>
                  </ask:type>
                </ask:lineSketchStyleProps>
              </a:ext>
            </a:extLst>
          </a:ln>
        </p:spPr>
        <p:txBody>
          <a:bodyPr wrap="square" rtlCol="1">
            <a:spAutoFit/>
          </a:bodyPr>
          <a:lstStyle/>
          <a:p>
            <a:pPr algn="ctr" rtl="0"/>
            <a:r>
              <a:rPr lang="he-IL" sz="2400" dirty="0"/>
              <a:t>The tools are used </a:t>
            </a:r>
            <a:r>
              <a:rPr lang="he-IL" sz="2400" dirty="0" err="1"/>
              <a:t>as</a:t>
            </a:r>
            <a:r>
              <a:rPr lang="he-IL" sz="2400" dirty="0"/>
              <a:t> </a:t>
            </a:r>
            <a:r>
              <a:rPr lang="he-IL" sz="2400" dirty="0" err="1"/>
              <a:t>aids</a:t>
            </a:r>
            <a:br>
              <a:rPr lang="en-US" sz="2400" dirty="0"/>
            </a:br>
            <a:r>
              <a:rPr lang="en-US" sz="2400" dirty="0"/>
              <a:t>f</a:t>
            </a:r>
            <a:r>
              <a:rPr lang="he-IL" sz="2400" dirty="0" err="1"/>
              <a:t>or</a:t>
            </a:r>
            <a:r>
              <a:rPr lang="he-IL" sz="2400" dirty="0"/>
              <a:t> learning and performance</a:t>
            </a:r>
          </a:p>
        </p:txBody>
      </p:sp>
      <p:sp>
        <p:nvSpPr>
          <p:cNvPr id="11" name="TextBox 10">
            <a:extLst>
              <a:ext uri="{FF2B5EF4-FFF2-40B4-BE49-F238E27FC236}">
                <a16:creationId xmlns:a16="http://schemas.microsoft.com/office/drawing/2014/main" id="{6A7753DC-8235-DD06-A9F3-6877F338D210}"/>
              </a:ext>
            </a:extLst>
          </p:cNvPr>
          <p:cNvSpPr txBox="1">
            <a:spLocks/>
          </p:cNvSpPr>
          <p:nvPr/>
        </p:nvSpPr>
        <p:spPr>
          <a:xfrm>
            <a:off x="268571" y="4071001"/>
            <a:ext cx="1896519" cy="1815882"/>
          </a:xfrm>
          <a:prstGeom prst="rect">
            <a:avLst/>
          </a:prstGeom>
          <a:noFill/>
        </p:spPr>
        <p:txBody>
          <a:bodyPr wrap="square" rtlCol="1">
            <a:spAutoFit/>
          </a:bodyPr>
          <a:lstStyle/>
          <a:p>
            <a:pPr marL="342900" indent="-342900" algn="l" rtl="0">
              <a:buFont typeface="Arial" panose="020B0604020202020204" pitchFamily="34" charset="0"/>
              <a:buChar char="•"/>
            </a:pPr>
            <a:r>
              <a:rPr lang="en-US" sz="1400" dirty="0"/>
              <a:t>Specific, narrow</a:t>
            </a:r>
            <a:endParaRPr lang="he-IL" sz="1400" dirty="0"/>
          </a:p>
          <a:p>
            <a:pPr marL="342900" indent="-342900" algn="l" rtl="0">
              <a:buFont typeface="Arial" panose="020B0604020202020204" pitchFamily="34" charset="0"/>
              <a:buChar char="•"/>
            </a:pPr>
            <a:r>
              <a:rPr lang="he-IL" sz="1400" dirty="0" err="1"/>
              <a:t>Concrete</a:t>
            </a:r>
            <a:endParaRPr lang="he-IL" sz="1400" dirty="0"/>
          </a:p>
          <a:p>
            <a:pPr marL="342900" indent="-342900" algn="l" rtl="0">
              <a:buFont typeface="Arial" panose="020B0604020202020204" pitchFamily="34" charset="0"/>
              <a:buChar char="•"/>
            </a:pPr>
            <a:r>
              <a:rPr lang="he-IL" sz="1400" dirty="0"/>
              <a:t>Multiple</a:t>
            </a:r>
          </a:p>
          <a:p>
            <a:pPr marL="342900" indent="-342900" algn="l" rtl="0">
              <a:buFont typeface="Arial" panose="020B0604020202020204" pitchFamily="34" charset="0"/>
              <a:buChar char="•"/>
            </a:pPr>
            <a:r>
              <a:rPr lang="he-IL" sz="1400" dirty="0" err="1"/>
              <a:t>Chang</a:t>
            </a:r>
            <a:r>
              <a:rPr lang="en-US" sz="1400" dirty="0"/>
              <a:t>e</a:t>
            </a:r>
            <a:r>
              <a:rPr lang="he-IL" sz="1400" dirty="0"/>
              <a:t> over time</a:t>
            </a:r>
          </a:p>
          <a:p>
            <a:pPr marL="342900" indent="-342900" algn="l" rtl="0">
              <a:buFont typeface="Arial" panose="020B0604020202020204" pitchFamily="34" charset="0"/>
              <a:buChar char="•"/>
            </a:pPr>
            <a:r>
              <a:rPr lang="he-IL" sz="1400" dirty="0"/>
              <a:t>Learnable</a:t>
            </a:r>
          </a:p>
          <a:p>
            <a:pPr marL="342900" indent="-342900" algn="l" rtl="0">
              <a:buFont typeface="Arial" panose="020B0604020202020204" pitchFamily="34" charset="0"/>
              <a:buChar char="•"/>
            </a:pPr>
            <a:r>
              <a:rPr lang="he-IL" sz="1400" dirty="0"/>
              <a:t>Measurable</a:t>
            </a:r>
          </a:p>
          <a:p>
            <a:pPr marL="342900" indent="-342900" algn="l" rtl="0">
              <a:buFont typeface="Arial" panose="020B0604020202020204" pitchFamily="34" charset="0"/>
              <a:buChar char="•"/>
            </a:pPr>
            <a:r>
              <a:rPr lang="he-IL" sz="1400" dirty="0" err="1"/>
              <a:t>Contextual</a:t>
            </a:r>
            <a:endParaRPr lang="he-IL" sz="1400" dirty="0"/>
          </a:p>
          <a:p>
            <a:pPr marL="342900" indent="-342900" algn="l" rtl="0">
              <a:buFont typeface="Arial" panose="020B0604020202020204" pitchFamily="34" charset="0"/>
              <a:buChar char="•"/>
            </a:pPr>
            <a:r>
              <a:rPr lang="he-IL" sz="1400" dirty="0"/>
              <a:t>Risk of overfitting</a:t>
            </a:r>
          </a:p>
        </p:txBody>
      </p:sp>
      <p:sp>
        <p:nvSpPr>
          <p:cNvPr id="12" name="TextBox 11">
            <a:extLst>
              <a:ext uri="{FF2B5EF4-FFF2-40B4-BE49-F238E27FC236}">
                <a16:creationId xmlns:a16="http://schemas.microsoft.com/office/drawing/2014/main" id="{EF3402F9-B760-05F4-B8EF-46E29F0F27E1}"/>
              </a:ext>
            </a:extLst>
          </p:cNvPr>
          <p:cNvSpPr txBox="1"/>
          <p:nvPr/>
        </p:nvSpPr>
        <p:spPr>
          <a:xfrm>
            <a:off x="201241" y="3429000"/>
            <a:ext cx="1988737" cy="584775"/>
          </a:xfrm>
          <a:prstGeom prst="rect">
            <a:avLst/>
          </a:prstGeom>
          <a:noFill/>
        </p:spPr>
        <p:txBody>
          <a:bodyPr wrap="square" rtlCol="1">
            <a:spAutoFit/>
          </a:bodyPr>
          <a:lstStyle/>
          <a:p>
            <a:pPr algn="l" rtl="0"/>
            <a:r>
              <a:rPr lang="en-US" sz="1600" dirty="0"/>
              <a:t>Characteristics of the lower competencies</a:t>
            </a:r>
            <a:endParaRPr lang="he-IL" sz="1600" dirty="0"/>
          </a:p>
        </p:txBody>
      </p:sp>
    </p:spTree>
    <p:custDataLst>
      <p:tags r:id="rId1"/>
    </p:custDataLst>
    <p:extLst>
      <p:ext uri="{BB962C8B-B14F-4D97-AF65-F5344CB8AC3E}">
        <p14:creationId xmlns:p14="http://schemas.microsoft.com/office/powerpoint/2010/main" val="1064472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P spid="23" grpId="0"/>
      <p:bldP spid="24" grpId="0"/>
      <p:bldP spid="25" grpId="0"/>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D35E4-02DE-9139-1BF8-07F8C337117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29FF9C-5D19-C6FD-D589-E31A51748211}"/>
              </a:ext>
            </a:extLst>
          </p:cNvPr>
          <p:cNvSpPr>
            <a:spLocks noGrp="1" noRot="1" noMove="1" noResize="1" noEditPoints="1" noAdjustHandles="1" noChangeArrowheads="1" noChangeShapeType="1"/>
          </p:cNvSpPr>
          <p:nvPr>
            <p:ph type="sldNum" sz="quarter" idx="12"/>
          </p:nvPr>
        </p:nvSpPr>
        <p:spPr/>
        <p:txBody>
          <a:bodyPr/>
          <a:lstStyle/>
          <a:p>
            <a:pPr algn="l" rtl="0"/>
            <a:fld id="{61BD36B9-D2D7-43AE-A74F-D1C823B74562}" type="slidenum">
              <a:rPr lang="he-IL" smtClean="0"/>
              <a:t>21</a:t>
            </a:fld>
            <a:endParaRPr lang="he-IL"/>
          </a:p>
        </p:txBody>
      </p:sp>
      <p:sp>
        <p:nvSpPr>
          <p:cNvPr id="17" name="TextBox 16">
            <a:extLst>
              <a:ext uri="{FF2B5EF4-FFF2-40B4-BE49-F238E27FC236}">
                <a16:creationId xmlns:a16="http://schemas.microsoft.com/office/drawing/2014/main" id="{68439808-8BD6-1D02-B15A-EF59545168B6}"/>
              </a:ext>
            </a:extLst>
          </p:cNvPr>
          <p:cNvSpPr txBox="1"/>
          <p:nvPr/>
        </p:nvSpPr>
        <p:spPr>
          <a:xfrm>
            <a:off x="8650514" y="666122"/>
            <a:ext cx="3199721" cy="707886"/>
          </a:xfrm>
          <a:prstGeom prst="rect">
            <a:avLst/>
          </a:prstGeom>
          <a:solidFill>
            <a:schemeClr val="accent1"/>
          </a:solidFill>
          <a:ln>
            <a:noFill/>
          </a:ln>
        </p:spPr>
        <p:txBody>
          <a:bodyPr wrap="square" rtlCol="1">
            <a:spAutoFit/>
          </a:bodyPr>
          <a:lstStyle/>
          <a:p>
            <a:pPr algn="l" rtl="0"/>
            <a:r>
              <a:rPr lang="en-US" sz="4000" dirty="0"/>
              <a:t>Core</a:t>
            </a:r>
            <a:r>
              <a:rPr lang="he-IL" sz="4000" dirty="0"/>
              <a:t> skills</a:t>
            </a:r>
          </a:p>
        </p:txBody>
      </p:sp>
      <p:sp>
        <p:nvSpPr>
          <p:cNvPr id="18" name="TextBox 17">
            <a:extLst>
              <a:ext uri="{FF2B5EF4-FFF2-40B4-BE49-F238E27FC236}">
                <a16:creationId xmlns:a16="http://schemas.microsoft.com/office/drawing/2014/main" id="{5627CFC0-F8C8-ED39-857E-D8812CC90950}"/>
              </a:ext>
            </a:extLst>
          </p:cNvPr>
          <p:cNvSpPr txBox="1"/>
          <p:nvPr/>
        </p:nvSpPr>
        <p:spPr>
          <a:xfrm>
            <a:off x="8650514" y="2812230"/>
            <a:ext cx="3199721" cy="707886"/>
          </a:xfrm>
          <a:prstGeom prst="rect">
            <a:avLst/>
          </a:prstGeom>
          <a:solidFill>
            <a:schemeClr val="accent1"/>
          </a:solidFill>
          <a:ln>
            <a:noFill/>
          </a:ln>
        </p:spPr>
        <p:txBody>
          <a:bodyPr wrap="square" rtlCol="1">
            <a:spAutoFit/>
          </a:bodyPr>
          <a:lstStyle/>
          <a:p>
            <a:pPr algn="l" rtl="0"/>
            <a:r>
              <a:rPr lang="he-IL" sz="4000" dirty="0" err="1"/>
              <a:t>Subskills</a:t>
            </a:r>
            <a:endParaRPr lang="he-IL" sz="4000" dirty="0"/>
          </a:p>
        </p:txBody>
      </p:sp>
      <p:sp>
        <p:nvSpPr>
          <p:cNvPr id="19" name="TextBox 18">
            <a:extLst>
              <a:ext uri="{FF2B5EF4-FFF2-40B4-BE49-F238E27FC236}">
                <a16:creationId xmlns:a16="http://schemas.microsoft.com/office/drawing/2014/main" id="{7696F3C5-A7B7-0DB6-6745-B030352916E3}"/>
              </a:ext>
            </a:extLst>
          </p:cNvPr>
          <p:cNvSpPr txBox="1"/>
          <p:nvPr/>
        </p:nvSpPr>
        <p:spPr>
          <a:xfrm>
            <a:off x="8650514" y="4962600"/>
            <a:ext cx="3199721" cy="707886"/>
          </a:xfrm>
          <a:prstGeom prst="rect">
            <a:avLst/>
          </a:prstGeom>
          <a:solidFill>
            <a:schemeClr val="accent1"/>
          </a:solidFill>
          <a:ln>
            <a:noFill/>
          </a:ln>
        </p:spPr>
        <p:txBody>
          <a:bodyPr wrap="square" rtlCol="1">
            <a:spAutoFit/>
          </a:bodyPr>
          <a:lstStyle/>
          <a:p>
            <a:pPr algn="l" rtl="0"/>
            <a:r>
              <a:rPr lang="he-IL" sz="4000" dirty="0"/>
              <a:t>Tools</a:t>
            </a:r>
          </a:p>
        </p:txBody>
      </p:sp>
      <p:sp>
        <p:nvSpPr>
          <p:cNvPr id="12" name="TextBox 11">
            <a:extLst>
              <a:ext uri="{FF2B5EF4-FFF2-40B4-BE49-F238E27FC236}">
                <a16:creationId xmlns:a16="http://schemas.microsoft.com/office/drawing/2014/main" id="{764189B4-0201-01BA-84DE-466C7C392B2C}"/>
              </a:ext>
            </a:extLst>
          </p:cNvPr>
          <p:cNvSpPr txBox="1"/>
          <p:nvPr/>
        </p:nvSpPr>
        <p:spPr>
          <a:xfrm>
            <a:off x="3267046" y="650289"/>
            <a:ext cx="3510446" cy="584775"/>
          </a:xfrm>
          <a:prstGeom prst="rect">
            <a:avLst/>
          </a:prstGeom>
          <a:noFill/>
          <a:ln>
            <a:solidFill>
              <a:schemeClr val="tx2"/>
            </a:solidFill>
          </a:ln>
        </p:spPr>
        <p:txBody>
          <a:bodyPr wrap="square" rtlCol="1">
            <a:spAutoFit/>
          </a:bodyPr>
          <a:lstStyle/>
          <a:p>
            <a:pPr algn="ctr" rtl="0"/>
            <a:r>
              <a:rPr lang="en-US" sz="3200" dirty="0"/>
              <a:t>C</a:t>
            </a:r>
            <a:r>
              <a:rPr lang="he-IL" sz="3200" dirty="0" err="1"/>
              <a:t>reativity</a:t>
            </a:r>
            <a:endParaRPr lang="he-IL" sz="3200" dirty="0"/>
          </a:p>
        </p:txBody>
      </p:sp>
      <p:sp>
        <p:nvSpPr>
          <p:cNvPr id="13" name="TextBox 12">
            <a:extLst>
              <a:ext uri="{FF2B5EF4-FFF2-40B4-BE49-F238E27FC236}">
                <a16:creationId xmlns:a16="http://schemas.microsoft.com/office/drawing/2014/main" id="{A39C49C7-F1D6-DCE9-2D08-EFFE896E3BD1}"/>
              </a:ext>
            </a:extLst>
          </p:cNvPr>
          <p:cNvSpPr txBox="1"/>
          <p:nvPr/>
        </p:nvSpPr>
        <p:spPr>
          <a:xfrm>
            <a:off x="4056744" y="2810911"/>
            <a:ext cx="1966006" cy="584775"/>
          </a:xfrm>
          <a:prstGeom prst="rect">
            <a:avLst/>
          </a:prstGeom>
          <a:noFill/>
          <a:ln>
            <a:solidFill>
              <a:schemeClr val="tx2"/>
            </a:solidFill>
          </a:ln>
        </p:spPr>
        <p:txBody>
          <a:bodyPr wrap="square" rtlCol="1">
            <a:spAutoFit/>
          </a:bodyPr>
          <a:lstStyle/>
          <a:p>
            <a:pPr algn="ctr" rtl="0"/>
            <a:r>
              <a:rPr lang="en-US" sz="3200" dirty="0"/>
              <a:t>F</a:t>
            </a:r>
            <a:r>
              <a:rPr lang="he-IL" sz="3200" dirty="0" err="1"/>
              <a:t>lexibility</a:t>
            </a:r>
            <a:endParaRPr lang="he-IL" sz="3200" dirty="0"/>
          </a:p>
        </p:txBody>
      </p:sp>
      <p:sp>
        <p:nvSpPr>
          <p:cNvPr id="14" name="TextBox 13">
            <a:extLst>
              <a:ext uri="{FF2B5EF4-FFF2-40B4-BE49-F238E27FC236}">
                <a16:creationId xmlns:a16="http://schemas.microsoft.com/office/drawing/2014/main" id="{3B43C731-32F6-1100-934D-5EB4ECFB95DE}"/>
              </a:ext>
            </a:extLst>
          </p:cNvPr>
          <p:cNvSpPr txBox="1"/>
          <p:nvPr/>
        </p:nvSpPr>
        <p:spPr>
          <a:xfrm>
            <a:off x="4056742" y="4990309"/>
            <a:ext cx="1966007" cy="400110"/>
          </a:xfrm>
          <a:prstGeom prst="rect">
            <a:avLst/>
          </a:prstGeom>
          <a:noFill/>
          <a:ln>
            <a:solidFill>
              <a:schemeClr val="tx2"/>
            </a:solidFill>
          </a:ln>
        </p:spPr>
        <p:txBody>
          <a:bodyPr wrap="square" rtlCol="1">
            <a:spAutoFit/>
          </a:bodyPr>
          <a:lstStyle/>
          <a:p>
            <a:pPr algn="ctr" rtl="0"/>
            <a:r>
              <a:rPr lang="en-US" sz="2000" dirty="0"/>
              <a:t>SIT</a:t>
            </a:r>
            <a:endParaRPr lang="he-IL" sz="2000" dirty="0"/>
          </a:p>
        </p:txBody>
      </p:sp>
      <p:sp>
        <p:nvSpPr>
          <p:cNvPr id="15" name="TextBox 14">
            <a:extLst>
              <a:ext uri="{FF2B5EF4-FFF2-40B4-BE49-F238E27FC236}">
                <a16:creationId xmlns:a16="http://schemas.microsoft.com/office/drawing/2014/main" id="{8FB1B58F-3FC9-D652-A8E0-25167087D1EB}"/>
              </a:ext>
            </a:extLst>
          </p:cNvPr>
          <p:cNvSpPr txBox="1"/>
          <p:nvPr/>
        </p:nvSpPr>
        <p:spPr>
          <a:xfrm>
            <a:off x="1708217" y="2829687"/>
            <a:ext cx="2142412" cy="584775"/>
          </a:xfrm>
          <a:prstGeom prst="rect">
            <a:avLst/>
          </a:prstGeom>
          <a:noFill/>
          <a:ln>
            <a:solidFill>
              <a:schemeClr val="tx2"/>
            </a:solidFill>
          </a:ln>
        </p:spPr>
        <p:txBody>
          <a:bodyPr wrap="square" rtlCol="1">
            <a:spAutoFit/>
          </a:bodyPr>
          <a:lstStyle/>
          <a:p>
            <a:pPr algn="ctr" rtl="0"/>
            <a:r>
              <a:rPr lang="en-US" sz="3200" dirty="0"/>
              <a:t>Elaboration</a:t>
            </a:r>
            <a:endParaRPr lang="he-IL" sz="3200" dirty="0"/>
          </a:p>
        </p:txBody>
      </p:sp>
      <p:sp>
        <p:nvSpPr>
          <p:cNvPr id="16" name="TextBox 15">
            <a:extLst>
              <a:ext uri="{FF2B5EF4-FFF2-40B4-BE49-F238E27FC236}">
                <a16:creationId xmlns:a16="http://schemas.microsoft.com/office/drawing/2014/main" id="{B11E66F8-E1E0-FBA1-43B3-5E89CAE1FEFF}"/>
              </a:ext>
            </a:extLst>
          </p:cNvPr>
          <p:cNvSpPr txBox="1"/>
          <p:nvPr/>
        </p:nvSpPr>
        <p:spPr>
          <a:xfrm>
            <a:off x="6299201" y="2810911"/>
            <a:ext cx="1966006" cy="584775"/>
          </a:xfrm>
          <a:prstGeom prst="rect">
            <a:avLst/>
          </a:prstGeom>
          <a:noFill/>
          <a:ln>
            <a:solidFill>
              <a:schemeClr val="tx2"/>
            </a:solidFill>
          </a:ln>
        </p:spPr>
        <p:txBody>
          <a:bodyPr wrap="square" rtlCol="1">
            <a:spAutoFit/>
          </a:bodyPr>
          <a:lstStyle/>
          <a:p>
            <a:pPr algn="ctr" rtl="0"/>
            <a:r>
              <a:rPr lang="en-US" sz="3200" dirty="0"/>
              <a:t>Fluency</a:t>
            </a:r>
            <a:endParaRPr lang="he-IL" sz="3200" dirty="0"/>
          </a:p>
        </p:txBody>
      </p:sp>
      <p:sp>
        <p:nvSpPr>
          <p:cNvPr id="26" name="TextBox 25">
            <a:extLst>
              <a:ext uri="{FF2B5EF4-FFF2-40B4-BE49-F238E27FC236}">
                <a16:creationId xmlns:a16="http://schemas.microsoft.com/office/drawing/2014/main" id="{EA6CE942-6CB2-12E3-D814-BA594C652D45}"/>
              </a:ext>
            </a:extLst>
          </p:cNvPr>
          <p:cNvSpPr txBox="1"/>
          <p:nvPr/>
        </p:nvSpPr>
        <p:spPr>
          <a:xfrm>
            <a:off x="6299201" y="5712540"/>
            <a:ext cx="1966007" cy="400110"/>
          </a:xfrm>
          <a:prstGeom prst="rect">
            <a:avLst/>
          </a:prstGeom>
          <a:noFill/>
          <a:ln>
            <a:solidFill>
              <a:schemeClr val="tx2"/>
            </a:solidFill>
          </a:ln>
        </p:spPr>
        <p:txBody>
          <a:bodyPr wrap="square" rtlCol="1">
            <a:spAutoFit/>
          </a:bodyPr>
          <a:lstStyle/>
          <a:p>
            <a:pPr algn="ctr" rtl="0"/>
            <a:r>
              <a:rPr lang="en-US" sz="2000" dirty="0"/>
              <a:t>Brainstorming</a:t>
            </a:r>
            <a:endParaRPr lang="he-IL" sz="2000" dirty="0"/>
          </a:p>
        </p:txBody>
      </p:sp>
      <p:sp>
        <p:nvSpPr>
          <p:cNvPr id="27" name="TextBox 26">
            <a:extLst>
              <a:ext uri="{FF2B5EF4-FFF2-40B4-BE49-F238E27FC236}">
                <a16:creationId xmlns:a16="http://schemas.microsoft.com/office/drawing/2014/main" id="{8E8F120D-7B28-F9AC-7F89-334D1852D769}"/>
              </a:ext>
            </a:extLst>
          </p:cNvPr>
          <p:cNvSpPr txBox="1"/>
          <p:nvPr/>
        </p:nvSpPr>
        <p:spPr>
          <a:xfrm>
            <a:off x="1796822" y="4981819"/>
            <a:ext cx="1966007" cy="400110"/>
          </a:xfrm>
          <a:prstGeom prst="rect">
            <a:avLst/>
          </a:prstGeom>
          <a:noFill/>
          <a:ln>
            <a:solidFill>
              <a:schemeClr val="tx2"/>
            </a:solidFill>
          </a:ln>
        </p:spPr>
        <p:txBody>
          <a:bodyPr wrap="square" rtlCol="1">
            <a:spAutoFit/>
          </a:bodyPr>
          <a:lstStyle/>
          <a:p>
            <a:pPr algn="ctr" rtl="0"/>
            <a:r>
              <a:rPr lang="he-IL" sz="2000" dirty="0"/>
              <a:t>Design thinking</a:t>
            </a:r>
          </a:p>
        </p:txBody>
      </p:sp>
      <p:cxnSp>
        <p:nvCxnSpPr>
          <p:cNvPr id="30" name="Straight Arrow Connector 29">
            <a:extLst>
              <a:ext uri="{FF2B5EF4-FFF2-40B4-BE49-F238E27FC236}">
                <a16:creationId xmlns:a16="http://schemas.microsoft.com/office/drawing/2014/main" id="{C6B99CD7-D3F2-4384-891D-EAFD804F7571}"/>
              </a:ext>
            </a:extLst>
          </p:cNvPr>
          <p:cNvCxnSpPr>
            <a:cxnSpLocks/>
            <a:stCxn id="15" idx="0"/>
          </p:cNvCxnSpPr>
          <p:nvPr/>
        </p:nvCxnSpPr>
        <p:spPr>
          <a:xfrm flipV="1">
            <a:off x="2779423" y="1520654"/>
            <a:ext cx="1891942" cy="1309033"/>
          </a:xfrm>
          <a:prstGeom prst="straightConnector1">
            <a:avLst/>
          </a:prstGeom>
          <a:ln w="38100">
            <a:solidFill>
              <a:srgbClr val="48B9A9"/>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931B1BB-6C95-E6F5-65D7-FBAB28AC626C}"/>
              </a:ext>
            </a:extLst>
          </p:cNvPr>
          <p:cNvCxnSpPr>
            <a:cxnSpLocks/>
            <a:stCxn id="13" idx="0"/>
          </p:cNvCxnSpPr>
          <p:nvPr/>
        </p:nvCxnSpPr>
        <p:spPr>
          <a:xfrm flipV="1">
            <a:off x="5039747" y="1520654"/>
            <a:ext cx="0" cy="1290257"/>
          </a:xfrm>
          <a:prstGeom prst="straightConnector1">
            <a:avLst/>
          </a:prstGeom>
          <a:ln w="38100">
            <a:solidFill>
              <a:srgbClr val="48B9A9"/>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22ED6A6-C3B4-E00B-77A5-8A19FE5BFBD1}"/>
              </a:ext>
            </a:extLst>
          </p:cNvPr>
          <p:cNvCxnSpPr>
            <a:cxnSpLocks/>
            <a:stCxn id="16" idx="0"/>
          </p:cNvCxnSpPr>
          <p:nvPr/>
        </p:nvCxnSpPr>
        <p:spPr>
          <a:xfrm flipH="1" flipV="1">
            <a:off x="5478466" y="1520654"/>
            <a:ext cx="1803738" cy="1290257"/>
          </a:xfrm>
          <a:prstGeom prst="straightConnector1">
            <a:avLst/>
          </a:prstGeom>
          <a:ln w="38100">
            <a:solidFill>
              <a:srgbClr val="48B9A9"/>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14F8BB6-286D-F541-B631-AB38DE2AE7D4}"/>
              </a:ext>
            </a:extLst>
          </p:cNvPr>
          <p:cNvCxnSpPr>
            <a:cxnSpLocks/>
            <a:stCxn id="27" idx="0"/>
            <a:endCxn id="15" idx="2"/>
          </p:cNvCxnSpPr>
          <p:nvPr/>
        </p:nvCxnSpPr>
        <p:spPr>
          <a:xfrm flipH="1" flipV="1">
            <a:off x="2779423" y="3414462"/>
            <a:ext cx="403" cy="1567357"/>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DE389A6-233B-49FC-18C0-ACA93233D659}"/>
              </a:ext>
            </a:extLst>
          </p:cNvPr>
          <p:cNvCxnSpPr>
            <a:cxnSpLocks/>
            <a:stCxn id="27" idx="0"/>
            <a:endCxn id="13" idx="2"/>
          </p:cNvCxnSpPr>
          <p:nvPr/>
        </p:nvCxnSpPr>
        <p:spPr>
          <a:xfrm flipV="1">
            <a:off x="2779826" y="3395686"/>
            <a:ext cx="2259921" cy="1586133"/>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51E4C52-AD61-FA3B-6468-3289FA58E6AF}"/>
              </a:ext>
            </a:extLst>
          </p:cNvPr>
          <p:cNvCxnSpPr>
            <a:cxnSpLocks/>
            <a:endCxn id="16" idx="2"/>
          </p:cNvCxnSpPr>
          <p:nvPr/>
        </p:nvCxnSpPr>
        <p:spPr>
          <a:xfrm flipV="1">
            <a:off x="2779826" y="3395686"/>
            <a:ext cx="4502378" cy="1567357"/>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119D87B-2600-70FF-C700-55A6C411375D}"/>
              </a:ext>
            </a:extLst>
          </p:cNvPr>
          <p:cNvCxnSpPr>
            <a:cxnSpLocks/>
            <a:stCxn id="14" idx="0"/>
            <a:endCxn id="15" idx="2"/>
          </p:cNvCxnSpPr>
          <p:nvPr/>
        </p:nvCxnSpPr>
        <p:spPr>
          <a:xfrm flipH="1" flipV="1">
            <a:off x="2779423" y="3414462"/>
            <a:ext cx="2260323" cy="1575847"/>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78F33F0-6CCF-8D76-3C74-3BBCD38340C1}"/>
              </a:ext>
            </a:extLst>
          </p:cNvPr>
          <p:cNvCxnSpPr>
            <a:cxnSpLocks/>
            <a:stCxn id="14" idx="0"/>
            <a:endCxn id="16" idx="2"/>
          </p:cNvCxnSpPr>
          <p:nvPr/>
        </p:nvCxnSpPr>
        <p:spPr>
          <a:xfrm flipV="1">
            <a:off x="5039746" y="3395686"/>
            <a:ext cx="2242458" cy="1594623"/>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EDCD5FE-86D8-3A8C-BD4D-584D2DE18686}"/>
              </a:ext>
            </a:extLst>
          </p:cNvPr>
          <p:cNvCxnSpPr>
            <a:cxnSpLocks/>
            <a:stCxn id="26" idx="0"/>
            <a:endCxn id="16" idx="2"/>
          </p:cNvCxnSpPr>
          <p:nvPr/>
        </p:nvCxnSpPr>
        <p:spPr>
          <a:xfrm flipH="1" flipV="1">
            <a:off x="7282204" y="3395686"/>
            <a:ext cx="1" cy="231685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29221E0-D978-0EBA-9C26-314231E0BE05}"/>
              </a:ext>
            </a:extLst>
          </p:cNvPr>
          <p:cNvSpPr txBox="1">
            <a:spLocks/>
          </p:cNvSpPr>
          <p:nvPr/>
        </p:nvSpPr>
        <p:spPr>
          <a:xfrm>
            <a:off x="2926782" y="5652153"/>
            <a:ext cx="1966007" cy="400110"/>
          </a:xfrm>
          <a:prstGeom prst="rect">
            <a:avLst/>
          </a:prstGeom>
          <a:solidFill>
            <a:schemeClr val="accent1"/>
          </a:solidFill>
        </p:spPr>
        <p:txBody>
          <a:bodyPr wrap="square" rtlCol="1">
            <a:spAutoFit/>
          </a:bodyPr>
          <a:lstStyle/>
          <a:p>
            <a:pPr algn="ctr" rtl="0"/>
            <a:r>
              <a:rPr lang="he-IL" sz="2000" dirty="0"/>
              <a:t>Integrative tools</a:t>
            </a:r>
          </a:p>
        </p:txBody>
      </p:sp>
      <p:sp>
        <p:nvSpPr>
          <p:cNvPr id="5" name="TextBox 4">
            <a:extLst>
              <a:ext uri="{FF2B5EF4-FFF2-40B4-BE49-F238E27FC236}">
                <a16:creationId xmlns:a16="http://schemas.microsoft.com/office/drawing/2014/main" id="{1B28AE53-B20B-E7BB-FCA8-602425F76C45}"/>
              </a:ext>
            </a:extLst>
          </p:cNvPr>
          <p:cNvSpPr txBox="1">
            <a:spLocks/>
          </p:cNvSpPr>
          <p:nvPr/>
        </p:nvSpPr>
        <p:spPr>
          <a:xfrm>
            <a:off x="6299200" y="6226207"/>
            <a:ext cx="1966007" cy="400110"/>
          </a:xfrm>
          <a:prstGeom prst="rect">
            <a:avLst/>
          </a:prstGeom>
          <a:solidFill>
            <a:schemeClr val="accent1"/>
          </a:solidFill>
        </p:spPr>
        <p:txBody>
          <a:bodyPr wrap="square" rtlCol="1">
            <a:spAutoFit/>
          </a:bodyPr>
          <a:lstStyle/>
          <a:p>
            <a:pPr algn="ctr" rtl="0"/>
            <a:r>
              <a:rPr lang="en-US" sz="2000" dirty="0"/>
              <a:t>Focus</a:t>
            </a:r>
            <a:r>
              <a:rPr lang="he-IL" sz="2000" dirty="0" err="1"/>
              <a:t>ed</a:t>
            </a:r>
            <a:r>
              <a:rPr lang="he-IL" sz="2000" dirty="0"/>
              <a:t> tools</a:t>
            </a:r>
          </a:p>
        </p:txBody>
      </p:sp>
    </p:spTree>
    <p:custDataLst>
      <p:tags r:id="rId1"/>
    </p:custDataLst>
    <p:extLst>
      <p:ext uri="{BB962C8B-B14F-4D97-AF65-F5344CB8AC3E}">
        <p14:creationId xmlns:p14="http://schemas.microsoft.com/office/powerpoint/2010/main" val="23385863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233F4-368B-E83D-09D6-EC393FE601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8DEC90-D8CC-F345-9F1C-98D4ECA7617D}"/>
              </a:ext>
            </a:extLst>
          </p:cNvPr>
          <p:cNvSpPr>
            <a:spLocks noGrp="1" noRot="1" noMove="1" noResize="1" noEditPoints="1" noAdjustHandles="1" noChangeArrowheads="1" noChangeShapeType="1"/>
          </p:cNvSpPr>
          <p:nvPr>
            <p:ph type="sldNum" sz="quarter" idx="12"/>
          </p:nvPr>
        </p:nvSpPr>
        <p:spPr/>
        <p:txBody>
          <a:bodyPr/>
          <a:lstStyle/>
          <a:p>
            <a:pPr algn="l" rtl="0"/>
            <a:fld id="{61BD36B9-D2D7-43AE-A74F-D1C823B74562}" type="slidenum">
              <a:rPr lang="he-IL" sz="1400" smtClean="0"/>
              <a:t>22</a:t>
            </a:fld>
            <a:endParaRPr lang="he-IL" sz="1400"/>
          </a:p>
        </p:txBody>
      </p:sp>
      <p:sp>
        <p:nvSpPr>
          <p:cNvPr id="17" name="TextBox 16">
            <a:extLst>
              <a:ext uri="{FF2B5EF4-FFF2-40B4-BE49-F238E27FC236}">
                <a16:creationId xmlns:a16="http://schemas.microsoft.com/office/drawing/2014/main" id="{3742F04C-FC24-9754-1A41-2EF0AE793059}"/>
              </a:ext>
            </a:extLst>
          </p:cNvPr>
          <p:cNvSpPr txBox="1"/>
          <p:nvPr/>
        </p:nvSpPr>
        <p:spPr>
          <a:xfrm>
            <a:off x="9947868" y="1279071"/>
            <a:ext cx="1902368" cy="461665"/>
          </a:xfrm>
          <a:prstGeom prst="rect">
            <a:avLst/>
          </a:prstGeom>
          <a:solidFill>
            <a:schemeClr val="accent1">
              <a:lumMod val="60000"/>
              <a:lumOff val="40000"/>
            </a:schemeClr>
          </a:solidFill>
          <a:ln>
            <a:noFill/>
          </a:ln>
        </p:spPr>
        <p:txBody>
          <a:bodyPr wrap="square" rtlCol="1">
            <a:spAutoFit/>
          </a:bodyPr>
          <a:lstStyle/>
          <a:p>
            <a:pPr algn="l" rtl="0"/>
            <a:r>
              <a:rPr lang="he-IL" sz="2400" dirty="0"/>
              <a:t>Super skills</a:t>
            </a:r>
          </a:p>
        </p:txBody>
      </p:sp>
      <p:sp>
        <p:nvSpPr>
          <p:cNvPr id="18" name="TextBox 17">
            <a:extLst>
              <a:ext uri="{FF2B5EF4-FFF2-40B4-BE49-F238E27FC236}">
                <a16:creationId xmlns:a16="http://schemas.microsoft.com/office/drawing/2014/main" id="{497F13B0-8350-D442-6EA2-1A277472C51F}"/>
              </a:ext>
            </a:extLst>
          </p:cNvPr>
          <p:cNvSpPr txBox="1"/>
          <p:nvPr/>
        </p:nvSpPr>
        <p:spPr>
          <a:xfrm>
            <a:off x="9947868" y="2761990"/>
            <a:ext cx="1902368" cy="461665"/>
          </a:xfrm>
          <a:prstGeom prst="rect">
            <a:avLst/>
          </a:prstGeom>
          <a:solidFill>
            <a:schemeClr val="accent1">
              <a:lumMod val="60000"/>
              <a:lumOff val="40000"/>
            </a:schemeClr>
          </a:solidFill>
          <a:ln>
            <a:noFill/>
          </a:ln>
        </p:spPr>
        <p:txBody>
          <a:bodyPr wrap="square" rtlCol="1">
            <a:spAutoFit/>
          </a:bodyPr>
          <a:lstStyle/>
          <a:p>
            <a:pPr algn="l" rtl="0"/>
            <a:r>
              <a:rPr lang="he-IL" sz="2400" dirty="0" err="1"/>
              <a:t>Subskills</a:t>
            </a:r>
            <a:endParaRPr lang="he-IL" sz="2400" dirty="0"/>
          </a:p>
        </p:txBody>
      </p:sp>
      <p:sp>
        <p:nvSpPr>
          <p:cNvPr id="19" name="TextBox 18">
            <a:extLst>
              <a:ext uri="{FF2B5EF4-FFF2-40B4-BE49-F238E27FC236}">
                <a16:creationId xmlns:a16="http://schemas.microsoft.com/office/drawing/2014/main" id="{838034E0-5DA4-9522-2C72-FEAF2ECCA6BA}"/>
              </a:ext>
            </a:extLst>
          </p:cNvPr>
          <p:cNvSpPr txBox="1"/>
          <p:nvPr/>
        </p:nvSpPr>
        <p:spPr>
          <a:xfrm>
            <a:off x="9947868" y="4417606"/>
            <a:ext cx="1902368" cy="461665"/>
          </a:xfrm>
          <a:prstGeom prst="rect">
            <a:avLst/>
          </a:prstGeom>
          <a:solidFill>
            <a:schemeClr val="accent1">
              <a:lumMod val="60000"/>
              <a:lumOff val="40000"/>
            </a:schemeClr>
          </a:solidFill>
          <a:ln>
            <a:noFill/>
          </a:ln>
        </p:spPr>
        <p:txBody>
          <a:bodyPr wrap="square" rtlCol="1">
            <a:spAutoFit/>
          </a:bodyPr>
          <a:lstStyle/>
          <a:p>
            <a:pPr algn="l" rtl="0"/>
            <a:r>
              <a:rPr lang="he-IL" sz="2400" dirty="0"/>
              <a:t>Tools</a:t>
            </a:r>
          </a:p>
        </p:txBody>
      </p:sp>
      <p:sp>
        <p:nvSpPr>
          <p:cNvPr id="12" name="TextBox 11">
            <a:extLst>
              <a:ext uri="{FF2B5EF4-FFF2-40B4-BE49-F238E27FC236}">
                <a16:creationId xmlns:a16="http://schemas.microsoft.com/office/drawing/2014/main" id="{640DE9D4-6088-FCDF-CCD7-4B0A57AB7118}"/>
              </a:ext>
            </a:extLst>
          </p:cNvPr>
          <p:cNvSpPr txBox="1"/>
          <p:nvPr/>
        </p:nvSpPr>
        <p:spPr>
          <a:xfrm>
            <a:off x="6558222" y="1263238"/>
            <a:ext cx="2352586" cy="461665"/>
          </a:xfrm>
          <a:prstGeom prst="rect">
            <a:avLst/>
          </a:prstGeom>
          <a:noFill/>
          <a:ln>
            <a:solidFill>
              <a:schemeClr val="tx2"/>
            </a:solidFill>
          </a:ln>
        </p:spPr>
        <p:txBody>
          <a:bodyPr wrap="square" rtlCol="1">
            <a:spAutoFit/>
          </a:bodyPr>
          <a:lstStyle/>
          <a:p>
            <a:pPr algn="ctr" rtl="0"/>
            <a:r>
              <a:rPr lang="en-US" sz="2400" dirty="0"/>
              <a:t>C</a:t>
            </a:r>
            <a:r>
              <a:rPr lang="he-IL" sz="2400" dirty="0" err="1"/>
              <a:t>reativity</a:t>
            </a:r>
            <a:endParaRPr lang="he-IL" sz="2400" dirty="0"/>
          </a:p>
        </p:txBody>
      </p:sp>
      <p:sp>
        <p:nvSpPr>
          <p:cNvPr id="13" name="TextBox 12">
            <a:extLst>
              <a:ext uri="{FF2B5EF4-FFF2-40B4-BE49-F238E27FC236}">
                <a16:creationId xmlns:a16="http://schemas.microsoft.com/office/drawing/2014/main" id="{74D133C7-2443-8FFC-51C9-59ED5E5C5C7C}"/>
              </a:ext>
            </a:extLst>
          </p:cNvPr>
          <p:cNvSpPr txBox="1"/>
          <p:nvPr/>
        </p:nvSpPr>
        <p:spPr>
          <a:xfrm>
            <a:off x="6812752" y="2737949"/>
            <a:ext cx="1478159" cy="369332"/>
          </a:xfrm>
          <a:prstGeom prst="rect">
            <a:avLst/>
          </a:prstGeom>
          <a:noFill/>
          <a:ln>
            <a:solidFill>
              <a:schemeClr val="tx2"/>
            </a:solidFill>
          </a:ln>
        </p:spPr>
        <p:txBody>
          <a:bodyPr wrap="square" rtlCol="1">
            <a:spAutoFit/>
          </a:bodyPr>
          <a:lstStyle/>
          <a:p>
            <a:pPr algn="ctr" rtl="0"/>
            <a:r>
              <a:rPr lang="en-US" dirty="0"/>
              <a:t>F</a:t>
            </a:r>
            <a:r>
              <a:rPr lang="he-IL" dirty="0" err="1"/>
              <a:t>lexibility</a:t>
            </a:r>
            <a:endParaRPr lang="he-IL" dirty="0"/>
          </a:p>
        </p:txBody>
      </p:sp>
      <p:sp>
        <p:nvSpPr>
          <p:cNvPr id="14" name="TextBox 13">
            <a:extLst>
              <a:ext uri="{FF2B5EF4-FFF2-40B4-BE49-F238E27FC236}">
                <a16:creationId xmlns:a16="http://schemas.microsoft.com/office/drawing/2014/main" id="{013884B0-C063-899D-7336-AF3C8CC02E40}"/>
              </a:ext>
            </a:extLst>
          </p:cNvPr>
          <p:cNvSpPr txBox="1"/>
          <p:nvPr/>
        </p:nvSpPr>
        <p:spPr>
          <a:xfrm>
            <a:off x="7213759" y="4940069"/>
            <a:ext cx="1574123" cy="369332"/>
          </a:xfrm>
          <a:prstGeom prst="rect">
            <a:avLst/>
          </a:prstGeom>
          <a:noFill/>
          <a:ln>
            <a:solidFill>
              <a:schemeClr val="tx2"/>
            </a:solidFill>
          </a:ln>
        </p:spPr>
        <p:txBody>
          <a:bodyPr wrap="square" rtlCol="1">
            <a:spAutoFit/>
          </a:bodyPr>
          <a:lstStyle/>
          <a:p>
            <a:pPr algn="ctr" rtl="0"/>
            <a:r>
              <a:rPr lang="en-US" dirty="0"/>
              <a:t>SIT</a:t>
            </a:r>
            <a:endParaRPr lang="he-IL" dirty="0"/>
          </a:p>
        </p:txBody>
      </p:sp>
      <p:sp>
        <p:nvSpPr>
          <p:cNvPr id="15" name="TextBox 14">
            <a:extLst>
              <a:ext uri="{FF2B5EF4-FFF2-40B4-BE49-F238E27FC236}">
                <a16:creationId xmlns:a16="http://schemas.microsoft.com/office/drawing/2014/main" id="{766A31EE-42C2-CD61-6217-0E31247AFFF4}"/>
              </a:ext>
            </a:extLst>
          </p:cNvPr>
          <p:cNvSpPr txBox="1"/>
          <p:nvPr/>
        </p:nvSpPr>
        <p:spPr>
          <a:xfrm>
            <a:off x="5476352" y="2737949"/>
            <a:ext cx="1478159" cy="369332"/>
          </a:xfrm>
          <a:prstGeom prst="rect">
            <a:avLst/>
          </a:prstGeom>
          <a:noFill/>
          <a:ln>
            <a:solidFill>
              <a:schemeClr val="tx2"/>
            </a:solidFill>
          </a:ln>
        </p:spPr>
        <p:txBody>
          <a:bodyPr wrap="square" rtlCol="1">
            <a:spAutoFit/>
          </a:bodyPr>
          <a:lstStyle/>
          <a:p>
            <a:pPr algn="ctr" rtl="0"/>
            <a:r>
              <a:rPr lang="en-US" dirty="0"/>
              <a:t>Elaboration</a:t>
            </a:r>
            <a:endParaRPr lang="he-IL" dirty="0"/>
          </a:p>
        </p:txBody>
      </p:sp>
      <p:sp>
        <p:nvSpPr>
          <p:cNvPr id="16" name="TextBox 15">
            <a:extLst>
              <a:ext uri="{FF2B5EF4-FFF2-40B4-BE49-F238E27FC236}">
                <a16:creationId xmlns:a16="http://schemas.microsoft.com/office/drawing/2014/main" id="{5C34DF81-AF0D-A3FB-FFA6-CF3823C17AF4}"/>
              </a:ext>
            </a:extLst>
          </p:cNvPr>
          <p:cNvSpPr txBox="1"/>
          <p:nvPr/>
        </p:nvSpPr>
        <p:spPr>
          <a:xfrm>
            <a:off x="8149151" y="2737949"/>
            <a:ext cx="1478159" cy="369332"/>
          </a:xfrm>
          <a:prstGeom prst="rect">
            <a:avLst/>
          </a:prstGeom>
          <a:noFill/>
          <a:ln>
            <a:solidFill>
              <a:schemeClr val="tx2"/>
            </a:solidFill>
          </a:ln>
        </p:spPr>
        <p:txBody>
          <a:bodyPr wrap="square" rtlCol="1">
            <a:spAutoFit/>
          </a:bodyPr>
          <a:lstStyle/>
          <a:p>
            <a:pPr algn="ctr" rtl="0"/>
            <a:r>
              <a:rPr lang="en-US" dirty="0"/>
              <a:t>Fluency</a:t>
            </a:r>
            <a:endParaRPr lang="he-IL" dirty="0"/>
          </a:p>
        </p:txBody>
      </p:sp>
      <p:sp>
        <p:nvSpPr>
          <p:cNvPr id="26" name="TextBox 25">
            <a:extLst>
              <a:ext uri="{FF2B5EF4-FFF2-40B4-BE49-F238E27FC236}">
                <a16:creationId xmlns:a16="http://schemas.microsoft.com/office/drawing/2014/main" id="{69F1F12B-03F7-4431-F5EE-245C559C2E9B}"/>
              </a:ext>
            </a:extLst>
          </p:cNvPr>
          <p:cNvSpPr txBox="1"/>
          <p:nvPr/>
        </p:nvSpPr>
        <p:spPr>
          <a:xfrm>
            <a:off x="8123529" y="5825143"/>
            <a:ext cx="1574123" cy="369332"/>
          </a:xfrm>
          <a:prstGeom prst="rect">
            <a:avLst/>
          </a:prstGeom>
          <a:noFill/>
          <a:ln>
            <a:solidFill>
              <a:schemeClr val="tx2"/>
            </a:solidFill>
          </a:ln>
        </p:spPr>
        <p:txBody>
          <a:bodyPr wrap="square" rtlCol="1">
            <a:spAutoFit/>
          </a:bodyPr>
          <a:lstStyle/>
          <a:p>
            <a:pPr algn="ctr" rtl="0"/>
            <a:r>
              <a:rPr lang="en-US" dirty="0"/>
              <a:t>Brainstorming</a:t>
            </a:r>
            <a:endParaRPr lang="he-IL" dirty="0"/>
          </a:p>
        </p:txBody>
      </p:sp>
      <p:sp>
        <p:nvSpPr>
          <p:cNvPr id="27" name="TextBox 26">
            <a:extLst>
              <a:ext uri="{FF2B5EF4-FFF2-40B4-BE49-F238E27FC236}">
                <a16:creationId xmlns:a16="http://schemas.microsoft.com/office/drawing/2014/main" id="{DA5FA597-052D-2A52-3A51-DC10710E8036}"/>
              </a:ext>
            </a:extLst>
          </p:cNvPr>
          <p:cNvSpPr txBox="1"/>
          <p:nvPr/>
        </p:nvSpPr>
        <p:spPr>
          <a:xfrm>
            <a:off x="5385921" y="4931579"/>
            <a:ext cx="1688388" cy="369332"/>
          </a:xfrm>
          <a:prstGeom prst="rect">
            <a:avLst/>
          </a:prstGeom>
          <a:noFill/>
          <a:ln>
            <a:solidFill>
              <a:schemeClr val="tx2"/>
            </a:solidFill>
          </a:ln>
        </p:spPr>
        <p:txBody>
          <a:bodyPr wrap="square" rtlCol="1">
            <a:spAutoFit/>
          </a:bodyPr>
          <a:lstStyle/>
          <a:p>
            <a:pPr algn="ctr" rtl="0"/>
            <a:r>
              <a:rPr lang="he-IL" dirty="0"/>
              <a:t>Design thinking</a:t>
            </a:r>
          </a:p>
        </p:txBody>
      </p:sp>
      <p:cxnSp>
        <p:nvCxnSpPr>
          <p:cNvPr id="30" name="Straight Arrow Connector 29">
            <a:extLst>
              <a:ext uri="{FF2B5EF4-FFF2-40B4-BE49-F238E27FC236}">
                <a16:creationId xmlns:a16="http://schemas.microsoft.com/office/drawing/2014/main" id="{202F7586-6FC6-CB0E-2BC7-334A9C8C9B26}"/>
              </a:ext>
            </a:extLst>
          </p:cNvPr>
          <p:cNvCxnSpPr>
            <a:cxnSpLocks/>
            <a:stCxn id="15" idx="0"/>
          </p:cNvCxnSpPr>
          <p:nvPr/>
        </p:nvCxnSpPr>
        <p:spPr>
          <a:xfrm flipV="1">
            <a:off x="6215432" y="1899138"/>
            <a:ext cx="1043626" cy="838811"/>
          </a:xfrm>
          <a:prstGeom prst="straightConnector1">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5F3EE8F-9ABF-4477-B1D0-082066ED98FE}"/>
              </a:ext>
            </a:extLst>
          </p:cNvPr>
          <p:cNvCxnSpPr>
            <a:cxnSpLocks/>
          </p:cNvCxnSpPr>
          <p:nvPr/>
        </p:nvCxnSpPr>
        <p:spPr>
          <a:xfrm flipV="1">
            <a:off x="7734515" y="1899138"/>
            <a:ext cx="0" cy="830321"/>
          </a:xfrm>
          <a:prstGeom prst="straightConnector1">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91A877C-8DF0-A4C2-1DCB-F86EFE01A787}"/>
              </a:ext>
            </a:extLst>
          </p:cNvPr>
          <p:cNvCxnSpPr>
            <a:cxnSpLocks/>
            <a:stCxn id="16" idx="0"/>
          </p:cNvCxnSpPr>
          <p:nvPr/>
        </p:nvCxnSpPr>
        <p:spPr>
          <a:xfrm flipH="1" flipV="1">
            <a:off x="8284297" y="1899138"/>
            <a:ext cx="603934" cy="838811"/>
          </a:xfrm>
          <a:prstGeom prst="straightConnector1">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9DD8560-FE28-7C29-1511-8F351D7E9D3E}"/>
              </a:ext>
            </a:extLst>
          </p:cNvPr>
          <p:cNvCxnSpPr>
            <a:cxnSpLocks/>
            <a:stCxn id="27" idx="0"/>
            <a:endCxn id="15" idx="2"/>
          </p:cNvCxnSpPr>
          <p:nvPr/>
        </p:nvCxnSpPr>
        <p:spPr>
          <a:xfrm flipH="1" flipV="1">
            <a:off x="6215432" y="3107281"/>
            <a:ext cx="14683" cy="182429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27A4C43-5E59-6AC6-F54D-C8C42A204D8A}"/>
              </a:ext>
            </a:extLst>
          </p:cNvPr>
          <p:cNvCxnSpPr>
            <a:cxnSpLocks/>
            <a:stCxn id="27" idx="0"/>
            <a:endCxn id="13" idx="2"/>
          </p:cNvCxnSpPr>
          <p:nvPr/>
        </p:nvCxnSpPr>
        <p:spPr>
          <a:xfrm flipV="1">
            <a:off x="6230115" y="3107281"/>
            <a:ext cx="1321717" cy="182429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5A2343E-AADE-268F-6E41-8AFECA775761}"/>
              </a:ext>
            </a:extLst>
          </p:cNvPr>
          <p:cNvCxnSpPr>
            <a:cxnSpLocks/>
            <a:stCxn id="27" idx="0"/>
            <a:endCxn id="16" idx="2"/>
          </p:cNvCxnSpPr>
          <p:nvPr/>
        </p:nvCxnSpPr>
        <p:spPr>
          <a:xfrm flipV="1">
            <a:off x="6230115" y="3107281"/>
            <a:ext cx="2658116" cy="182429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4BB01E-D8CA-4909-34F1-225408AE19DE}"/>
              </a:ext>
            </a:extLst>
          </p:cNvPr>
          <p:cNvCxnSpPr>
            <a:cxnSpLocks/>
            <a:stCxn id="14" idx="0"/>
            <a:endCxn id="15" idx="2"/>
          </p:cNvCxnSpPr>
          <p:nvPr/>
        </p:nvCxnSpPr>
        <p:spPr>
          <a:xfrm flipH="1" flipV="1">
            <a:off x="6215432" y="3107281"/>
            <a:ext cx="1785389" cy="183278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1D8471C-6642-EEEA-7954-CA9F7452CEDE}"/>
              </a:ext>
            </a:extLst>
          </p:cNvPr>
          <p:cNvCxnSpPr>
            <a:cxnSpLocks/>
            <a:stCxn id="14" idx="0"/>
            <a:endCxn id="16" idx="2"/>
          </p:cNvCxnSpPr>
          <p:nvPr/>
        </p:nvCxnSpPr>
        <p:spPr>
          <a:xfrm flipV="1">
            <a:off x="8000821" y="3107281"/>
            <a:ext cx="887410" cy="183278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5571D3C-1EDF-EF04-629D-68717AF63C93}"/>
              </a:ext>
            </a:extLst>
          </p:cNvPr>
          <p:cNvCxnSpPr>
            <a:cxnSpLocks/>
            <a:stCxn id="26" idx="0"/>
            <a:endCxn id="16" idx="2"/>
          </p:cNvCxnSpPr>
          <p:nvPr/>
        </p:nvCxnSpPr>
        <p:spPr>
          <a:xfrm flipH="1" flipV="1">
            <a:off x="8888231" y="3107281"/>
            <a:ext cx="22360" cy="2717862"/>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9C9DCA0-99CC-2424-9D49-389D40D54F14}"/>
              </a:ext>
            </a:extLst>
          </p:cNvPr>
          <p:cNvSpPr txBox="1">
            <a:spLocks/>
          </p:cNvSpPr>
          <p:nvPr/>
        </p:nvSpPr>
        <p:spPr>
          <a:xfrm>
            <a:off x="10628453" y="4977081"/>
            <a:ext cx="1234956" cy="338554"/>
          </a:xfrm>
          <a:prstGeom prst="rect">
            <a:avLst/>
          </a:prstGeom>
          <a:solidFill>
            <a:schemeClr val="accent1">
              <a:lumMod val="60000"/>
              <a:lumOff val="40000"/>
            </a:schemeClr>
          </a:solidFill>
        </p:spPr>
        <p:txBody>
          <a:bodyPr wrap="square" rtlCol="1">
            <a:spAutoFit/>
          </a:bodyPr>
          <a:lstStyle/>
          <a:p>
            <a:pPr algn="l" rtl="0"/>
            <a:r>
              <a:rPr lang="he-IL" sz="1600" dirty="0"/>
              <a:t>Integrative</a:t>
            </a:r>
          </a:p>
        </p:txBody>
      </p:sp>
      <p:sp>
        <p:nvSpPr>
          <p:cNvPr id="5" name="TextBox 4">
            <a:extLst>
              <a:ext uri="{FF2B5EF4-FFF2-40B4-BE49-F238E27FC236}">
                <a16:creationId xmlns:a16="http://schemas.microsoft.com/office/drawing/2014/main" id="{9FB9E379-1BFD-C97F-2DF6-961C39E1EFD2}"/>
              </a:ext>
            </a:extLst>
          </p:cNvPr>
          <p:cNvSpPr txBox="1">
            <a:spLocks/>
          </p:cNvSpPr>
          <p:nvPr/>
        </p:nvSpPr>
        <p:spPr>
          <a:xfrm>
            <a:off x="10645482" y="5803114"/>
            <a:ext cx="1204754" cy="338554"/>
          </a:xfrm>
          <a:prstGeom prst="rect">
            <a:avLst/>
          </a:prstGeom>
          <a:solidFill>
            <a:schemeClr val="accent1">
              <a:lumMod val="60000"/>
              <a:lumOff val="40000"/>
            </a:schemeClr>
          </a:solidFill>
        </p:spPr>
        <p:txBody>
          <a:bodyPr wrap="square" rtlCol="1">
            <a:spAutoFit/>
          </a:bodyPr>
          <a:lstStyle/>
          <a:p>
            <a:pPr algn="l" rtl="0"/>
            <a:r>
              <a:rPr lang="he-IL" sz="1600" dirty="0"/>
              <a:t>Focused</a:t>
            </a:r>
          </a:p>
        </p:txBody>
      </p:sp>
      <p:sp>
        <p:nvSpPr>
          <p:cNvPr id="37" name="TextBox 36">
            <a:extLst>
              <a:ext uri="{FF2B5EF4-FFF2-40B4-BE49-F238E27FC236}">
                <a16:creationId xmlns:a16="http://schemas.microsoft.com/office/drawing/2014/main" id="{D1B134A7-5E63-7466-F32F-6E582152FE65}"/>
              </a:ext>
            </a:extLst>
          </p:cNvPr>
          <p:cNvSpPr txBox="1"/>
          <p:nvPr/>
        </p:nvSpPr>
        <p:spPr>
          <a:xfrm>
            <a:off x="3557176" y="2737947"/>
            <a:ext cx="1478159" cy="923330"/>
          </a:xfrm>
          <a:prstGeom prst="rect">
            <a:avLst/>
          </a:prstGeom>
          <a:noFill/>
          <a:ln>
            <a:solidFill>
              <a:schemeClr val="tx2"/>
            </a:solidFill>
          </a:ln>
        </p:spPr>
        <p:txBody>
          <a:bodyPr wrap="square" rtlCol="1">
            <a:spAutoFit/>
          </a:bodyPr>
          <a:lstStyle/>
          <a:p>
            <a:pPr algn="ctr" rtl="0"/>
            <a:r>
              <a:rPr lang="he-IL" dirty="0"/>
              <a:t>Making knowledge accessible</a:t>
            </a:r>
          </a:p>
        </p:txBody>
      </p:sp>
      <p:sp>
        <p:nvSpPr>
          <p:cNvPr id="38" name="TextBox 37">
            <a:extLst>
              <a:ext uri="{FF2B5EF4-FFF2-40B4-BE49-F238E27FC236}">
                <a16:creationId xmlns:a16="http://schemas.microsoft.com/office/drawing/2014/main" id="{3555F5C9-94D7-20ED-224E-7F5F495F1893}"/>
              </a:ext>
            </a:extLst>
          </p:cNvPr>
          <p:cNvSpPr txBox="1"/>
          <p:nvPr/>
        </p:nvSpPr>
        <p:spPr>
          <a:xfrm>
            <a:off x="1899225" y="2737946"/>
            <a:ext cx="1478159" cy="923330"/>
          </a:xfrm>
          <a:prstGeom prst="rect">
            <a:avLst/>
          </a:prstGeom>
          <a:noFill/>
          <a:ln>
            <a:solidFill>
              <a:schemeClr val="tx2"/>
            </a:solidFill>
          </a:ln>
        </p:spPr>
        <p:txBody>
          <a:bodyPr wrap="square" rtlCol="1">
            <a:spAutoFit/>
          </a:bodyPr>
          <a:lstStyle/>
          <a:p>
            <a:pPr algn="ctr" rtl="0"/>
            <a:r>
              <a:rPr lang="he-IL" dirty="0" err="1"/>
              <a:t>Building</a:t>
            </a:r>
            <a:r>
              <a:rPr lang="he-IL" dirty="0"/>
              <a:t> </a:t>
            </a:r>
            <a:r>
              <a:rPr lang="he-IL" dirty="0" err="1"/>
              <a:t>assignments</a:t>
            </a:r>
            <a:endParaRPr lang="he-IL" dirty="0"/>
          </a:p>
          <a:p>
            <a:pPr algn="ctr" rtl="0"/>
            <a:endParaRPr lang="he-IL" dirty="0"/>
          </a:p>
        </p:txBody>
      </p:sp>
      <p:sp>
        <p:nvSpPr>
          <p:cNvPr id="39" name="TextBox 38">
            <a:extLst>
              <a:ext uri="{FF2B5EF4-FFF2-40B4-BE49-F238E27FC236}">
                <a16:creationId xmlns:a16="http://schemas.microsoft.com/office/drawing/2014/main" id="{48551396-A644-4059-6159-6B8DE27845DF}"/>
              </a:ext>
            </a:extLst>
          </p:cNvPr>
          <p:cNvSpPr txBox="1"/>
          <p:nvPr/>
        </p:nvSpPr>
        <p:spPr>
          <a:xfrm>
            <a:off x="241285" y="2737945"/>
            <a:ext cx="1478159" cy="923330"/>
          </a:xfrm>
          <a:prstGeom prst="rect">
            <a:avLst/>
          </a:prstGeom>
          <a:noFill/>
          <a:ln>
            <a:solidFill>
              <a:schemeClr val="tx2"/>
            </a:solidFill>
          </a:ln>
        </p:spPr>
        <p:txBody>
          <a:bodyPr wrap="square" rtlCol="1">
            <a:spAutoFit/>
          </a:bodyPr>
          <a:lstStyle/>
          <a:p>
            <a:pPr algn="ctr" rtl="0"/>
            <a:r>
              <a:rPr lang="he-IL" dirty="0" err="1"/>
              <a:t>Classroom</a:t>
            </a:r>
            <a:r>
              <a:rPr lang="he-IL" dirty="0"/>
              <a:t> </a:t>
            </a:r>
            <a:r>
              <a:rPr lang="he-IL" dirty="0" err="1"/>
              <a:t>management</a:t>
            </a:r>
            <a:endParaRPr lang="he-IL" dirty="0"/>
          </a:p>
          <a:p>
            <a:pPr algn="ctr" rtl="0"/>
            <a:endParaRPr lang="he-IL" dirty="0"/>
          </a:p>
        </p:txBody>
      </p:sp>
      <p:sp>
        <p:nvSpPr>
          <p:cNvPr id="3" name="TextBox 2">
            <a:extLst>
              <a:ext uri="{FF2B5EF4-FFF2-40B4-BE49-F238E27FC236}">
                <a16:creationId xmlns:a16="http://schemas.microsoft.com/office/drawing/2014/main" id="{B5444863-87D7-D5D9-0420-2EDB0DAB42C5}"/>
              </a:ext>
            </a:extLst>
          </p:cNvPr>
          <p:cNvSpPr txBox="1"/>
          <p:nvPr/>
        </p:nvSpPr>
        <p:spPr>
          <a:xfrm>
            <a:off x="1328071" y="1279071"/>
            <a:ext cx="2352586" cy="461665"/>
          </a:xfrm>
          <a:prstGeom prst="rect">
            <a:avLst/>
          </a:prstGeom>
          <a:noFill/>
          <a:ln>
            <a:solidFill>
              <a:schemeClr val="tx2"/>
            </a:solidFill>
          </a:ln>
        </p:spPr>
        <p:txBody>
          <a:bodyPr wrap="square" rtlCol="1">
            <a:spAutoFit/>
          </a:bodyPr>
          <a:lstStyle/>
          <a:p>
            <a:pPr algn="ctr" rtl="0"/>
            <a:r>
              <a:rPr lang="en-US" sz="2400" dirty="0"/>
              <a:t>T</a:t>
            </a:r>
            <a:r>
              <a:rPr lang="he-IL" sz="2400" dirty="0" err="1"/>
              <a:t>eaching</a:t>
            </a:r>
            <a:endParaRPr lang="he-IL" sz="2400" dirty="0"/>
          </a:p>
        </p:txBody>
      </p:sp>
      <p:sp>
        <p:nvSpPr>
          <p:cNvPr id="11" name="TextBox 10">
            <a:extLst>
              <a:ext uri="{FF2B5EF4-FFF2-40B4-BE49-F238E27FC236}">
                <a16:creationId xmlns:a16="http://schemas.microsoft.com/office/drawing/2014/main" id="{AC2BC1E4-00C1-B678-B7A9-4B12E05FF2A5}"/>
              </a:ext>
            </a:extLst>
          </p:cNvPr>
          <p:cNvSpPr txBox="1"/>
          <p:nvPr/>
        </p:nvSpPr>
        <p:spPr>
          <a:xfrm>
            <a:off x="6558222" y="563987"/>
            <a:ext cx="2343924" cy="461665"/>
          </a:xfrm>
          <a:prstGeom prst="rect">
            <a:avLst/>
          </a:prstGeom>
          <a:solidFill>
            <a:schemeClr val="accent1"/>
          </a:solidFill>
          <a:ln>
            <a:noFill/>
          </a:ln>
        </p:spPr>
        <p:txBody>
          <a:bodyPr wrap="square" rtlCol="1">
            <a:spAutoFit/>
          </a:bodyPr>
          <a:lstStyle/>
          <a:p>
            <a:pPr algn="ctr" rtl="0"/>
            <a:r>
              <a:rPr lang="he-IL" sz="2400" dirty="0"/>
              <a:t>Generic skills</a:t>
            </a:r>
          </a:p>
        </p:txBody>
      </p:sp>
      <p:sp>
        <p:nvSpPr>
          <p:cNvPr id="20" name="TextBox 19">
            <a:extLst>
              <a:ext uri="{FF2B5EF4-FFF2-40B4-BE49-F238E27FC236}">
                <a16:creationId xmlns:a16="http://schemas.microsoft.com/office/drawing/2014/main" id="{040DA68C-B797-8288-49D6-6E9FBD21CB96}"/>
              </a:ext>
            </a:extLst>
          </p:cNvPr>
          <p:cNvSpPr txBox="1"/>
          <p:nvPr/>
        </p:nvSpPr>
        <p:spPr>
          <a:xfrm>
            <a:off x="1098439" y="563986"/>
            <a:ext cx="2811850" cy="461665"/>
          </a:xfrm>
          <a:prstGeom prst="rect">
            <a:avLst/>
          </a:prstGeom>
          <a:solidFill>
            <a:schemeClr val="accent1"/>
          </a:solidFill>
          <a:ln>
            <a:noFill/>
          </a:ln>
        </p:spPr>
        <p:txBody>
          <a:bodyPr wrap="square" rtlCol="1">
            <a:spAutoFit/>
          </a:bodyPr>
          <a:lstStyle/>
          <a:p>
            <a:pPr algn="ctr" rtl="0"/>
            <a:r>
              <a:rPr lang="he-IL" sz="2400" dirty="0"/>
              <a:t>Disciplinary skills</a:t>
            </a:r>
          </a:p>
        </p:txBody>
      </p:sp>
      <p:cxnSp>
        <p:nvCxnSpPr>
          <p:cNvPr id="21" name="Straight Arrow Connector 20">
            <a:extLst>
              <a:ext uri="{FF2B5EF4-FFF2-40B4-BE49-F238E27FC236}">
                <a16:creationId xmlns:a16="http://schemas.microsoft.com/office/drawing/2014/main" id="{BB8BEE7F-D3BD-2C72-DDE3-4399744C74D5}"/>
              </a:ext>
            </a:extLst>
          </p:cNvPr>
          <p:cNvCxnSpPr>
            <a:cxnSpLocks/>
            <a:stCxn id="39" idx="0"/>
          </p:cNvCxnSpPr>
          <p:nvPr/>
        </p:nvCxnSpPr>
        <p:spPr>
          <a:xfrm flipV="1">
            <a:off x="980365" y="1899138"/>
            <a:ext cx="1043625" cy="838807"/>
          </a:xfrm>
          <a:prstGeom prst="straightConnector1">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F8599F1-4F17-47E2-382F-F8E8ED420535}"/>
              </a:ext>
            </a:extLst>
          </p:cNvPr>
          <p:cNvCxnSpPr>
            <a:cxnSpLocks/>
          </p:cNvCxnSpPr>
          <p:nvPr/>
        </p:nvCxnSpPr>
        <p:spPr>
          <a:xfrm flipV="1">
            <a:off x="2499447" y="1899137"/>
            <a:ext cx="0" cy="830322"/>
          </a:xfrm>
          <a:prstGeom prst="straightConnector1">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AD9B028-2407-7A95-DAF7-1AD8156248C2}"/>
              </a:ext>
            </a:extLst>
          </p:cNvPr>
          <p:cNvCxnSpPr>
            <a:cxnSpLocks/>
            <a:stCxn id="37" idx="0"/>
          </p:cNvCxnSpPr>
          <p:nvPr/>
        </p:nvCxnSpPr>
        <p:spPr>
          <a:xfrm flipH="1" flipV="1">
            <a:off x="2961409" y="1899137"/>
            <a:ext cx="1334847" cy="838810"/>
          </a:xfrm>
          <a:prstGeom prst="straightConnector1">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248B29F-7102-E648-C557-94E1D485F59D}"/>
              </a:ext>
            </a:extLst>
          </p:cNvPr>
          <p:cNvSpPr txBox="1"/>
          <p:nvPr/>
        </p:nvSpPr>
        <p:spPr>
          <a:xfrm>
            <a:off x="252114" y="4882490"/>
            <a:ext cx="1902122" cy="369332"/>
          </a:xfrm>
          <a:prstGeom prst="rect">
            <a:avLst/>
          </a:prstGeom>
          <a:noFill/>
          <a:ln>
            <a:solidFill>
              <a:schemeClr val="tx2"/>
            </a:solidFill>
          </a:ln>
        </p:spPr>
        <p:txBody>
          <a:bodyPr wrap="square" rtlCol="1">
            <a:spAutoFit/>
          </a:bodyPr>
          <a:lstStyle/>
          <a:p>
            <a:pPr algn="ctr" rtl="0"/>
            <a:r>
              <a:rPr lang="en-US" dirty="0"/>
              <a:t>Backward Design</a:t>
            </a:r>
            <a:endParaRPr lang="he-IL" dirty="0"/>
          </a:p>
        </p:txBody>
      </p:sp>
      <p:cxnSp>
        <p:nvCxnSpPr>
          <p:cNvPr id="29" name="Straight Connector 28">
            <a:extLst>
              <a:ext uri="{FF2B5EF4-FFF2-40B4-BE49-F238E27FC236}">
                <a16:creationId xmlns:a16="http://schemas.microsoft.com/office/drawing/2014/main" id="{B390930E-77EE-19E1-3FD9-5ECD542DDA12}"/>
              </a:ext>
            </a:extLst>
          </p:cNvPr>
          <p:cNvCxnSpPr>
            <a:cxnSpLocks/>
            <a:stCxn id="28" idx="0"/>
            <a:endCxn id="38" idx="2"/>
          </p:cNvCxnSpPr>
          <p:nvPr/>
        </p:nvCxnSpPr>
        <p:spPr>
          <a:xfrm flipV="1">
            <a:off x="1203175" y="3661276"/>
            <a:ext cx="1435130" cy="122121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297ED8-0AEE-051B-A5A0-849D6390197E}"/>
              </a:ext>
            </a:extLst>
          </p:cNvPr>
          <p:cNvCxnSpPr>
            <a:cxnSpLocks/>
            <a:stCxn id="28" idx="0"/>
            <a:endCxn id="37" idx="2"/>
          </p:cNvCxnSpPr>
          <p:nvPr/>
        </p:nvCxnSpPr>
        <p:spPr>
          <a:xfrm flipV="1">
            <a:off x="1203175" y="3661277"/>
            <a:ext cx="3093081" cy="1221213"/>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6F4B4D1-F878-587B-F7CD-4997B9938753}"/>
              </a:ext>
            </a:extLst>
          </p:cNvPr>
          <p:cNvSpPr txBox="1"/>
          <p:nvPr/>
        </p:nvSpPr>
        <p:spPr>
          <a:xfrm>
            <a:off x="1697610" y="5803114"/>
            <a:ext cx="1902122" cy="369332"/>
          </a:xfrm>
          <a:prstGeom prst="rect">
            <a:avLst/>
          </a:prstGeom>
          <a:noFill/>
          <a:ln>
            <a:solidFill>
              <a:schemeClr val="tx2"/>
            </a:solidFill>
          </a:ln>
        </p:spPr>
        <p:txBody>
          <a:bodyPr wrap="square" rtlCol="1">
            <a:spAutoFit/>
          </a:bodyPr>
          <a:lstStyle/>
          <a:p>
            <a:pPr algn="ctr" rtl="0"/>
            <a:r>
              <a:rPr lang="en-US" dirty="0"/>
              <a:t>Bloom</a:t>
            </a:r>
            <a:endParaRPr lang="he-IL" dirty="0"/>
          </a:p>
        </p:txBody>
      </p:sp>
      <p:cxnSp>
        <p:nvCxnSpPr>
          <p:cNvPr id="50" name="Straight Connector 49">
            <a:extLst>
              <a:ext uri="{FF2B5EF4-FFF2-40B4-BE49-F238E27FC236}">
                <a16:creationId xmlns:a16="http://schemas.microsoft.com/office/drawing/2014/main" id="{2587ADA4-2CA8-9ACE-D49B-C2701D4A3A85}"/>
              </a:ext>
            </a:extLst>
          </p:cNvPr>
          <p:cNvCxnSpPr>
            <a:cxnSpLocks/>
            <a:stCxn id="48" idx="0"/>
            <a:endCxn id="38" idx="2"/>
          </p:cNvCxnSpPr>
          <p:nvPr/>
        </p:nvCxnSpPr>
        <p:spPr>
          <a:xfrm flipH="1" flipV="1">
            <a:off x="2638305" y="3661276"/>
            <a:ext cx="10366" cy="214183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843383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7" grpId="0" animBg="1"/>
      <p:bldP spid="38" grpId="0" animBg="1"/>
      <p:bldP spid="39" grpId="0" animBg="1"/>
      <p:bldP spid="3" grpId="0" animBg="1"/>
      <p:bldP spid="20" grpId="0" animBg="1"/>
      <p:bldP spid="28" grpId="0" animBg="1"/>
      <p:bldP spid="4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4CBEA-901E-4E1F-D815-10419F442EC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59267C-CFA6-28BD-FB5D-E65B09E266E9}"/>
              </a:ext>
            </a:extLst>
          </p:cNvPr>
          <p:cNvSpPr>
            <a:spLocks noGrp="1" noRot="1" noMove="1" noResize="1" noEditPoints="1" noAdjustHandles="1" noChangeArrowheads="1" noChangeShapeType="1"/>
          </p:cNvSpPr>
          <p:nvPr>
            <p:ph type="sldNum" sz="quarter" idx="12"/>
          </p:nvPr>
        </p:nvSpPr>
        <p:spPr/>
        <p:txBody>
          <a:bodyPr/>
          <a:lstStyle/>
          <a:p>
            <a:pPr algn="l" rtl="0"/>
            <a:fld id="{61BD36B9-D2D7-43AE-A74F-D1C823B74562}" type="slidenum">
              <a:rPr lang="he-IL" sz="1400" smtClean="0"/>
              <a:t>23</a:t>
            </a:fld>
            <a:endParaRPr lang="he-IL" sz="1400"/>
          </a:p>
        </p:txBody>
      </p:sp>
      <p:sp>
        <p:nvSpPr>
          <p:cNvPr id="17" name="TextBox 16">
            <a:extLst>
              <a:ext uri="{FF2B5EF4-FFF2-40B4-BE49-F238E27FC236}">
                <a16:creationId xmlns:a16="http://schemas.microsoft.com/office/drawing/2014/main" id="{7BCDCA58-C3B4-BD71-2455-FC8F70DAACC7}"/>
              </a:ext>
            </a:extLst>
          </p:cNvPr>
          <p:cNvSpPr txBox="1"/>
          <p:nvPr/>
        </p:nvSpPr>
        <p:spPr>
          <a:xfrm>
            <a:off x="9947868" y="1279071"/>
            <a:ext cx="1902368" cy="461665"/>
          </a:xfrm>
          <a:prstGeom prst="rect">
            <a:avLst/>
          </a:prstGeom>
          <a:solidFill>
            <a:schemeClr val="accent1">
              <a:lumMod val="60000"/>
              <a:lumOff val="40000"/>
            </a:schemeClr>
          </a:solidFill>
          <a:ln>
            <a:noFill/>
          </a:ln>
        </p:spPr>
        <p:txBody>
          <a:bodyPr wrap="square" rtlCol="1">
            <a:spAutoFit/>
          </a:bodyPr>
          <a:lstStyle/>
          <a:p>
            <a:pPr algn="l" rtl="0"/>
            <a:r>
              <a:rPr lang="en-US" sz="2400" dirty="0"/>
              <a:t>Core</a:t>
            </a:r>
            <a:r>
              <a:rPr lang="he-IL" sz="2400" dirty="0"/>
              <a:t> skills</a:t>
            </a:r>
          </a:p>
        </p:txBody>
      </p:sp>
      <p:sp>
        <p:nvSpPr>
          <p:cNvPr id="18" name="TextBox 17">
            <a:extLst>
              <a:ext uri="{FF2B5EF4-FFF2-40B4-BE49-F238E27FC236}">
                <a16:creationId xmlns:a16="http://schemas.microsoft.com/office/drawing/2014/main" id="{F41E79BF-F3E4-9FE4-000F-81D998722DA2}"/>
              </a:ext>
            </a:extLst>
          </p:cNvPr>
          <p:cNvSpPr txBox="1"/>
          <p:nvPr/>
        </p:nvSpPr>
        <p:spPr>
          <a:xfrm>
            <a:off x="9947868" y="2761990"/>
            <a:ext cx="1902368" cy="461665"/>
          </a:xfrm>
          <a:prstGeom prst="rect">
            <a:avLst/>
          </a:prstGeom>
          <a:solidFill>
            <a:schemeClr val="accent1">
              <a:lumMod val="60000"/>
              <a:lumOff val="40000"/>
            </a:schemeClr>
          </a:solidFill>
          <a:ln>
            <a:noFill/>
          </a:ln>
        </p:spPr>
        <p:txBody>
          <a:bodyPr wrap="square" rtlCol="1">
            <a:spAutoFit/>
          </a:bodyPr>
          <a:lstStyle/>
          <a:p>
            <a:pPr algn="l" rtl="0"/>
            <a:r>
              <a:rPr lang="he-IL" sz="2400" dirty="0" err="1"/>
              <a:t>Subskills</a:t>
            </a:r>
            <a:endParaRPr lang="he-IL" sz="2400" dirty="0"/>
          </a:p>
        </p:txBody>
      </p:sp>
      <p:sp>
        <p:nvSpPr>
          <p:cNvPr id="19" name="TextBox 18">
            <a:extLst>
              <a:ext uri="{FF2B5EF4-FFF2-40B4-BE49-F238E27FC236}">
                <a16:creationId xmlns:a16="http://schemas.microsoft.com/office/drawing/2014/main" id="{A938EC6B-3A19-6484-A42A-517358AC0901}"/>
              </a:ext>
            </a:extLst>
          </p:cNvPr>
          <p:cNvSpPr txBox="1"/>
          <p:nvPr/>
        </p:nvSpPr>
        <p:spPr>
          <a:xfrm>
            <a:off x="9947868" y="4417606"/>
            <a:ext cx="1902368" cy="461665"/>
          </a:xfrm>
          <a:prstGeom prst="rect">
            <a:avLst/>
          </a:prstGeom>
          <a:solidFill>
            <a:schemeClr val="accent1">
              <a:lumMod val="60000"/>
              <a:lumOff val="40000"/>
            </a:schemeClr>
          </a:solidFill>
          <a:ln>
            <a:noFill/>
          </a:ln>
        </p:spPr>
        <p:txBody>
          <a:bodyPr wrap="square" rtlCol="1">
            <a:spAutoFit/>
          </a:bodyPr>
          <a:lstStyle/>
          <a:p>
            <a:pPr algn="l" rtl="0"/>
            <a:r>
              <a:rPr lang="he-IL" sz="2400" dirty="0"/>
              <a:t>Tools</a:t>
            </a:r>
          </a:p>
        </p:txBody>
      </p:sp>
      <p:sp>
        <p:nvSpPr>
          <p:cNvPr id="12" name="TextBox 11">
            <a:extLst>
              <a:ext uri="{FF2B5EF4-FFF2-40B4-BE49-F238E27FC236}">
                <a16:creationId xmlns:a16="http://schemas.microsoft.com/office/drawing/2014/main" id="{BB8D9069-9069-2898-4A42-A1F8CFE25947}"/>
              </a:ext>
            </a:extLst>
          </p:cNvPr>
          <p:cNvSpPr txBox="1"/>
          <p:nvPr/>
        </p:nvSpPr>
        <p:spPr>
          <a:xfrm>
            <a:off x="6558222" y="1263238"/>
            <a:ext cx="2352586" cy="461665"/>
          </a:xfrm>
          <a:prstGeom prst="rect">
            <a:avLst/>
          </a:prstGeom>
          <a:noFill/>
          <a:ln>
            <a:solidFill>
              <a:schemeClr val="tx2"/>
            </a:solidFill>
          </a:ln>
        </p:spPr>
        <p:txBody>
          <a:bodyPr wrap="square" rtlCol="1">
            <a:spAutoFit/>
          </a:bodyPr>
          <a:lstStyle/>
          <a:p>
            <a:pPr algn="ctr" rtl="0"/>
            <a:r>
              <a:rPr lang="en-US" sz="2400" dirty="0"/>
              <a:t>C</a:t>
            </a:r>
            <a:r>
              <a:rPr lang="he-IL" sz="2400" dirty="0" err="1"/>
              <a:t>reativity</a:t>
            </a:r>
            <a:endParaRPr lang="he-IL" sz="2400" dirty="0"/>
          </a:p>
        </p:txBody>
      </p:sp>
      <p:sp>
        <p:nvSpPr>
          <p:cNvPr id="13" name="TextBox 12">
            <a:extLst>
              <a:ext uri="{FF2B5EF4-FFF2-40B4-BE49-F238E27FC236}">
                <a16:creationId xmlns:a16="http://schemas.microsoft.com/office/drawing/2014/main" id="{CAFDB70C-B36B-34E0-FC4B-237C09BCC2AD}"/>
              </a:ext>
            </a:extLst>
          </p:cNvPr>
          <p:cNvSpPr txBox="1"/>
          <p:nvPr/>
        </p:nvSpPr>
        <p:spPr>
          <a:xfrm>
            <a:off x="7187952" y="2737949"/>
            <a:ext cx="1102959" cy="369332"/>
          </a:xfrm>
          <a:prstGeom prst="rect">
            <a:avLst/>
          </a:prstGeom>
          <a:noFill/>
          <a:ln>
            <a:solidFill>
              <a:schemeClr val="tx2"/>
            </a:solidFill>
          </a:ln>
        </p:spPr>
        <p:txBody>
          <a:bodyPr wrap="square" rtlCol="1">
            <a:spAutoFit/>
          </a:bodyPr>
          <a:lstStyle/>
          <a:p>
            <a:pPr algn="ctr" rtl="0"/>
            <a:r>
              <a:rPr lang="en-US" dirty="0"/>
              <a:t>F</a:t>
            </a:r>
            <a:r>
              <a:rPr lang="he-IL" dirty="0" err="1"/>
              <a:t>lexibility</a:t>
            </a:r>
            <a:endParaRPr lang="he-IL" dirty="0"/>
          </a:p>
        </p:txBody>
      </p:sp>
      <p:sp>
        <p:nvSpPr>
          <p:cNvPr id="14" name="TextBox 13">
            <a:extLst>
              <a:ext uri="{FF2B5EF4-FFF2-40B4-BE49-F238E27FC236}">
                <a16:creationId xmlns:a16="http://schemas.microsoft.com/office/drawing/2014/main" id="{913D4884-18D7-3953-6C1B-FA2458D46730}"/>
              </a:ext>
            </a:extLst>
          </p:cNvPr>
          <p:cNvSpPr txBox="1"/>
          <p:nvPr/>
        </p:nvSpPr>
        <p:spPr>
          <a:xfrm>
            <a:off x="7582965" y="4940069"/>
            <a:ext cx="1319181" cy="646331"/>
          </a:xfrm>
          <a:prstGeom prst="rect">
            <a:avLst/>
          </a:prstGeom>
          <a:noFill/>
          <a:ln>
            <a:solidFill>
              <a:schemeClr val="tx2"/>
            </a:solidFill>
          </a:ln>
        </p:spPr>
        <p:txBody>
          <a:bodyPr wrap="square" rtlCol="1">
            <a:spAutoFit/>
          </a:bodyPr>
          <a:lstStyle/>
          <a:p>
            <a:pPr algn="ctr" rtl="0"/>
            <a:r>
              <a:rPr lang="en-US" dirty="0"/>
              <a:t>SIT</a:t>
            </a:r>
          </a:p>
          <a:p>
            <a:pPr algn="ctr" rtl="0"/>
            <a:endParaRPr lang="he-IL" dirty="0"/>
          </a:p>
        </p:txBody>
      </p:sp>
      <p:sp>
        <p:nvSpPr>
          <p:cNvPr id="15" name="TextBox 14">
            <a:extLst>
              <a:ext uri="{FF2B5EF4-FFF2-40B4-BE49-F238E27FC236}">
                <a16:creationId xmlns:a16="http://schemas.microsoft.com/office/drawing/2014/main" id="{DC68A06A-856E-E239-505D-E52475A0C86C}"/>
              </a:ext>
            </a:extLst>
          </p:cNvPr>
          <p:cNvSpPr txBox="1"/>
          <p:nvPr/>
        </p:nvSpPr>
        <p:spPr>
          <a:xfrm>
            <a:off x="5635330" y="2737949"/>
            <a:ext cx="1319181" cy="369332"/>
          </a:xfrm>
          <a:prstGeom prst="rect">
            <a:avLst/>
          </a:prstGeom>
          <a:noFill/>
          <a:ln>
            <a:solidFill>
              <a:schemeClr val="tx2"/>
            </a:solidFill>
          </a:ln>
        </p:spPr>
        <p:txBody>
          <a:bodyPr wrap="square" rtlCol="1">
            <a:spAutoFit/>
          </a:bodyPr>
          <a:lstStyle/>
          <a:p>
            <a:pPr algn="ctr" rtl="0"/>
            <a:r>
              <a:rPr lang="en-US" dirty="0"/>
              <a:t>Elaboration</a:t>
            </a:r>
            <a:endParaRPr lang="he-IL" dirty="0"/>
          </a:p>
        </p:txBody>
      </p:sp>
      <p:sp>
        <p:nvSpPr>
          <p:cNvPr id="16" name="TextBox 15">
            <a:extLst>
              <a:ext uri="{FF2B5EF4-FFF2-40B4-BE49-F238E27FC236}">
                <a16:creationId xmlns:a16="http://schemas.microsoft.com/office/drawing/2014/main" id="{E50AFECC-E44D-0244-9CA4-7A0B0479D26B}"/>
              </a:ext>
            </a:extLst>
          </p:cNvPr>
          <p:cNvSpPr txBox="1"/>
          <p:nvPr/>
        </p:nvSpPr>
        <p:spPr>
          <a:xfrm>
            <a:off x="8524351" y="2737949"/>
            <a:ext cx="1102959" cy="369332"/>
          </a:xfrm>
          <a:prstGeom prst="rect">
            <a:avLst/>
          </a:prstGeom>
          <a:noFill/>
          <a:ln>
            <a:solidFill>
              <a:schemeClr val="tx2"/>
            </a:solidFill>
          </a:ln>
        </p:spPr>
        <p:txBody>
          <a:bodyPr wrap="square" rtlCol="1">
            <a:spAutoFit/>
          </a:bodyPr>
          <a:lstStyle/>
          <a:p>
            <a:pPr algn="ctr" rtl="0"/>
            <a:r>
              <a:rPr lang="en-US" dirty="0"/>
              <a:t>Fluency</a:t>
            </a:r>
            <a:endParaRPr lang="he-IL" dirty="0"/>
          </a:p>
        </p:txBody>
      </p:sp>
      <p:sp>
        <p:nvSpPr>
          <p:cNvPr id="26" name="TextBox 25">
            <a:extLst>
              <a:ext uri="{FF2B5EF4-FFF2-40B4-BE49-F238E27FC236}">
                <a16:creationId xmlns:a16="http://schemas.microsoft.com/office/drawing/2014/main" id="{12ED4A36-BDA8-369C-4C07-C1C99E3CCD1F}"/>
              </a:ext>
            </a:extLst>
          </p:cNvPr>
          <p:cNvSpPr txBox="1"/>
          <p:nvPr/>
        </p:nvSpPr>
        <p:spPr>
          <a:xfrm>
            <a:off x="8284297" y="5825143"/>
            <a:ext cx="1574123" cy="369332"/>
          </a:xfrm>
          <a:prstGeom prst="rect">
            <a:avLst/>
          </a:prstGeom>
          <a:noFill/>
          <a:ln>
            <a:solidFill>
              <a:schemeClr val="tx2"/>
            </a:solidFill>
          </a:ln>
        </p:spPr>
        <p:txBody>
          <a:bodyPr wrap="square" rtlCol="1">
            <a:spAutoFit/>
          </a:bodyPr>
          <a:lstStyle/>
          <a:p>
            <a:pPr algn="ctr" rtl="0"/>
            <a:r>
              <a:rPr lang="en-US" dirty="0"/>
              <a:t>Brainstorming</a:t>
            </a:r>
            <a:endParaRPr lang="he-IL" dirty="0"/>
          </a:p>
        </p:txBody>
      </p:sp>
      <p:sp>
        <p:nvSpPr>
          <p:cNvPr id="27" name="TextBox 26">
            <a:extLst>
              <a:ext uri="{FF2B5EF4-FFF2-40B4-BE49-F238E27FC236}">
                <a16:creationId xmlns:a16="http://schemas.microsoft.com/office/drawing/2014/main" id="{47EEC11D-3FC3-D79E-C078-F3B322571D69}"/>
              </a:ext>
            </a:extLst>
          </p:cNvPr>
          <p:cNvSpPr txBox="1"/>
          <p:nvPr/>
        </p:nvSpPr>
        <p:spPr>
          <a:xfrm>
            <a:off x="5621673" y="4931579"/>
            <a:ext cx="1319181" cy="646331"/>
          </a:xfrm>
          <a:prstGeom prst="rect">
            <a:avLst/>
          </a:prstGeom>
          <a:noFill/>
          <a:ln>
            <a:solidFill>
              <a:schemeClr val="tx2"/>
            </a:solidFill>
          </a:ln>
        </p:spPr>
        <p:txBody>
          <a:bodyPr wrap="square" rtlCol="1">
            <a:spAutoFit/>
          </a:bodyPr>
          <a:lstStyle/>
          <a:p>
            <a:pPr algn="ctr" rtl="0"/>
            <a:r>
              <a:rPr lang="he-IL" dirty="0" err="1"/>
              <a:t>Design</a:t>
            </a:r>
            <a:endParaRPr lang="en-US" dirty="0"/>
          </a:p>
          <a:p>
            <a:pPr algn="ctr" rtl="0"/>
            <a:r>
              <a:rPr lang="he-IL" dirty="0"/>
              <a:t> thinking</a:t>
            </a:r>
          </a:p>
        </p:txBody>
      </p:sp>
      <p:cxnSp>
        <p:nvCxnSpPr>
          <p:cNvPr id="30" name="Straight Arrow Connector 29">
            <a:extLst>
              <a:ext uri="{FF2B5EF4-FFF2-40B4-BE49-F238E27FC236}">
                <a16:creationId xmlns:a16="http://schemas.microsoft.com/office/drawing/2014/main" id="{2038D610-4B3A-9E94-E4BE-87EAB54F62DF}"/>
              </a:ext>
            </a:extLst>
          </p:cNvPr>
          <p:cNvCxnSpPr>
            <a:cxnSpLocks/>
            <a:stCxn id="15" idx="0"/>
          </p:cNvCxnSpPr>
          <p:nvPr/>
        </p:nvCxnSpPr>
        <p:spPr>
          <a:xfrm flipV="1">
            <a:off x="6294921" y="1899138"/>
            <a:ext cx="964137" cy="838811"/>
          </a:xfrm>
          <a:prstGeom prst="straightConnector1">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54C55F0-DD2E-9852-7597-B41CCF35AF5E}"/>
              </a:ext>
            </a:extLst>
          </p:cNvPr>
          <p:cNvCxnSpPr>
            <a:cxnSpLocks/>
          </p:cNvCxnSpPr>
          <p:nvPr/>
        </p:nvCxnSpPr>
        <p:spPr>
          <a:xfrm flipV="1">
            <a:off x="7734515" y="1899138"/>
            <a:ext cx="0" cy="830321"/>
          </a:xfrm>
          <a:prstGeom prst="straightConnector1">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7C25C0D-E5FA-94DB-5377-8D06320C78DD}"/>
              </a:ext>
            </a:extLst>
          </p:cNvPr>
          <p:cNvCxnSpPr>
            <a:cxnSpLocks/>
            <a:stCxn id="16" idx="0"/>
          </p:cNvCxnSpPr>
          <p:nvPr/>
        </p:nvCxnSpPr>
        <p:spPr>
          <a:xfrm flipH="1" flipV="1">
            <a:off x="8284297" y="1899138"/>
            <a:ext cx="791534" cy="838811"/>
          </a:xfrm>
          <a:prstGeom prst="straightConnector1">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DE9C135-CED3-30FC-2FAB-45891A962CD1}"/>
              </a:ext>
            </a:extLst>
          </p:cNvPr>
          <p:cNvCxnSpPr>
            <a:cxnSpLocks/>
            <a:stCxn id="27" idx="0"/>
            <a:endCxn id="15" idx="2"/>
          </p:cNvCxnSpPr>
          <p:nvPr/>
        </p:nvCxnSpPr>
        <p:spPr>
          <a:xfrm flipV="1">
            <a:off x="6281264" y="3107281"/>
            <a:ext cx="13657" cy="182429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942425D-C681-4A69-ED47-69BFD6C0FD46}"/>
              </a:ext>
            </a:extLst>
          </p:cNvPr>
          <p:cNvCxnSpPr>
            <a:cxnSpLocks/>
            <a:stCxn id="27" idx="0"/>
            <a:endCxn id="13" idx="2"/>
          </p:cNvCxnSpPr>
          <p:nvPr/>
        </p:nvCxnSpPr>
        <p:spPr>
          <a:xfrm flipV="1">
            <a:off x="6281264" y="3107281"/>
            <a:ext cx="1458168" cy="182429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1A9599D-CBFF-BE47-12D4-4218931CAC92}"/>
              </a:ext>
            </a:extLst>
          </p:cNvPr>
          <p:cNvCxnSpPr>
            <a:cxnSpLocks/>
            <a:stCxn id="27" idx="0"/>
            <a:endCxn id="16" idx="2"/>
          </p:cNvCxnSpPr>
          <p:nvPr/>
        </p:nvCxnSpPr>
        <p:spPr>
          <a:xfrm flipV="1">
            <a:off x="6281264" y="3107281"/>
            <a:ext cx="2794567" cy="182429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E3B8A19-69C9-4D3D-849B-11EC20E6BEFC}"/>
              </a:ext>
            </a:extLst>
          </p:cNvPr>
          <p:cNvCxnSpPr>
            <a:cxnSpLocks/>
            <a:stCxn id="14" idx="0"/>
            <a:endCxn id="15" idx="2"/>
          </p:cNvCxnSpPr>
          <p:nvPr/>
        </p:nvCxnSpPr>
        <p:spPr>
          <a:xfrm flipH="1" flipV="1">
            <a:off x="6294921" y="3107281"/>
            <a:ext cx="1947635" cy="183278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608BA84-28CA-5463-6912-246E4550A614}"/>
              </a:ext>
            </a:extLst>
          </p:cNvPr>
          <p:cNvCxnSpPr>
            <a:cxnSpLocks/>
            <a:stCxn id="14" idx="0"/>
            <a:endCxn id="16" idx="2"/>
          </p:cNvCxnSpPr>
          <p:nvPr/>
        </p:nvCxnSpPr>
        <p:spPr>
          <a:xfrm flipV="1">
            <a:off x="8242556" y="3107281"/>
            <a:ext cx="833275" cy="1832788"/>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2C933C1-459B-A1EC-E323-1135A7AA9E39}"/>
              </a:ext>
            </a:extLst>
          </p:cNvPr>
          <p:cNvCxnSpPr>
            <a:cxnSpLocks/>
            <a:stCxn id="26" idx="0"/>
            <a:endCxn id="16" idx="2"/>
          </p:cNvCxnSpPr>
          <p:nvPr/>
        </p:nvCxnSpPr>
        <p:spPr>
          <a:xfrm flipV="1">
            <a:off x="9071359" y="3107281"/>
            <a:ext cx="4472" cy="2717862"/>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A5E0C94-1427-FEF5-8106-339119D66435}"/>
              </a:ext>
            </a:extLst>
          </p:cNvPr>
          <p:cNvSpPr txBox="1">
            <a:spLocks/>
          </p:cNvSpPr>
          <p:nvPr/>
        </p:nvSpPr>
        <p:spPr>
          <a:xfrm>
            <a:off x="10628453" y="4977081"/>
            <a:ext cx="1234956" cy="338554"/>
          </a:xfrm>
          <a:prstGeom prst="rect">
            <a:avLst/>
          </a:prstGeom>
          <a:solidFill>
            <a:schemeClr val="accent1">
              <a:lumMod val="60000"/>
              <a:lumOff val="40000"/>
            </a:schemeClr>
          </a:solidFill>
        </p:spPr>
        <p:txBody>
          <a:bodyPr wrap="square" rtlCol="1">
            <a:spAutoFit/>
          </a:bodyPr>
          <a:lstStyle/>
          <a:p>
            <a:pPr algn="l" rtl="0"/>
            <a:r>
              <a:rPr lang="he-IL" sz="1600" dirty="0"/>
              <a:t>Integrative</a:t>
            </a:r>
          </a:p>
        </p:txBody>
      </p:sp>
      <p:sp>
        <p:nvSpPr>
          <p:cNvPr id="5" name="TextBox 4">
            <a:extLst>
              <a:ext uri="{FF2B5EF4-FFF2-40B4-BE49-F238E27FC236}">
                <a16:creationId xmlns:a16="http://schemas.microsoft.com/office/drawing/2014/main" id="{1D4BE5BF-82D6-53B0-BC41-E3FB93FA797C}"/>
              </a:ext>
            </a:extLst>
          </p:cNvPr>
          <p:cNvSpPr txBox="1">
            <a:spLocks/>
          </p:cNvSpPr>
          <p:nvPr/>
        </p:nvSpPr>
        <p:spPr>
          <a:xfrm>
            <a:off x="10645482" y="5803114"/>
            <a:ext cx="1204754" cy="338554"/>
          </a:xfrm>
          <a:prstGeom prst="rect">
            <a:avLst/>
          </a:prstGeom>
          <a:solidFill>
            <a:schemeClr val="accent1">
              <a:lumMod val="60000"/>
              <a:lumOff val="40000"/>
            </a:schemeClr>
          </a:solidFill>
        </p:spPr>
        <p:txBody>
          <a:bodyPr wrap="square" rtlCol="1">
            <a:spAutoFit/>
          </a:bodyPr>
          <a:lstStyle/>
          <a:p>
            <a:pPr algn="l" rtl="0"/>
            <a:r>
              <a:rPr lang="he-IL" sz="1600" dirty="0"/>
              <a:t>Focused</a:t>
            </a:r>
          </a:p>
        </p:txBody>
      </p:sp>
      <p:sp>
        <p:nvSpPr>
          <p:cNvPr id="11" name="TextBox 10">
            <a:extLst>
              <a:ext uri="{FF2B5EF4-FFF2-40B4-BE49-F238E27FC236}">
                <a16:creationId xmlns:a16="http://schemas.microsoft.com/office/drawing/2014/main" id="{BBC9129F-3965-BCF1-8FC5-750FC5AE9984}"/>
              </a:ext>
            </a:extLst>
          </p:cNvPr>
          <p:cNvSpPr txBox="1"/>
          <p:nvPr/>
        </p:nvSpPr>
        <p:spPr>
          <a:xfrm>
            <a:off x="6558222" y="563987"/>
            <a:ext cx="2343924" cy="461665"/>
          </a:xfrm>
          <a:prstGeom prst="rect">
            <a:avLst/>
          </a:prstGeom>
          <a:solidFill>
            <a:schemeClr val="accent1"/>
          </a:solidFill>
          <a:ln>
            <a:noFill/>
          </a:ln>
        </p:spPr>
        <p:txBody>
          <a:bodyPr wrap="square" rtlCol="1">
            <a:spAutoFit/>
          </a:bodyPr>
          <a:lstStyle/>
          <a:p>
            <a:pPr algn="ctr" rtl="0"/>
            <a:r>
              <a:rPr lang="he-IL" sz="2400" dirty="0"/>
              <a:t>Generic skills</a:t>
            </a:r>
          </a:p>
        </p:txBody>
      </p:sp>
      <p:sp>
        <p:nvSpPr>
          <p:cNvPr id="6" name="Rectangle 5">
            <a:extLst>
              <a:ext uri="{FF2B5EF4-FFF2-40B4-BE49-F238E27FC236}">
                <a16:creationId xmlns:a16="http://schemas.microsoft.com/office/drawing/2014/main" id="{2DABADC1-1EAD-D972-D5BC-20F795E02A88}"/>
              </a:ext>
            </a:extLst>
          </p:cNvPr>
          <p:cNvSpPr/>
          <p:nvPr/>
        </p:nvSpPr>
        <p:spPr>
          <a:xfrm>
            <a:off x="945323" y="4270549"/>
            <a:ext cx="3899336" cy="1629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285750" indent="-285750" algn="l" rtl="0">
              <a:buFont typeface="Arial" panose="020B0604020202020204" pitchFamily="34" charset="0"/>
              <a:buChar char="•"/>
            </a:pPr>
            <a:r>
              <a:rPr lang="he-IL" dirty="0">
                <a:solidFill>
                  <a:schemeClr val="tx1"/>
                </a:solidFill>
              </a:rPr>
              <a:t>Beginner learners</a:t>
            </a:r>
          </a:p>
          <a:p>
            <a:pPr marL="285750" indent="-285750" algn="l" rtl="0">
              <a:buFont typeface="Arial" panose="020B0604020202020204" pitchFamily="34" charset="0"/>
              <a:buChar char="•"/>
            </a:pPr>
            <a:r>
              <a:rPr lang="he-IL" dirty="0">
                <a:solidFill>
                  <a:schemeClr val="tx1"/>
                </a:solidFill>
              </a:rPr>
              <a:t>Less experienced teachers</a:t>
            </a:r>
          </a:p>
          <a:p>
            <a:pPr marL="285750" indent="-285750" algn="l" rtl="0">
              <a:buFont typeface="Arial" panose="020B0604020202020204" pitchFamily="34" charset="0"/>
              <a:buChar char="•"/>
            </a:pPr>
            <a:r>
              <a:rPr lang="he-IL" dirty="0">
                <a:solidFill>
                  <a:schemeClr val="tx1"/>
                </a:solidFill>
              </a:rPr>
              <a:t>Structured and explicit teaching</a:t>
            </a:r>
          </a:p>
          <a:p>
            <a:pPr marL="285750" indent="-285750" algn="l" rtl="0">
              <a:buFont typeface="Arial" panose="020B0604020202020204" pitchFamily="34" charset="0"/>
              <a:buChar char="•"/>
            </a:pPr>
            <a:r>
              <a:rPr lang="he-IL" dirty="0">
                <a:solidFill>
                  <a:schemeClr val="tx1"/>
                </a:solidFill>
              </a:rPr>
              <a:t>Short-term execution required</a:t>
            </a:r>
          </a:p>
          <a:p>
            <a:pPr marL="285750" indent="-285750" algn="l" rtl="0">
              <a:buFont typeface="Arial" panose="020B0604020202020204" pitchFamily="34" charset="0"/>
              <a:buChar char="•"/>
            </a:pPr>
            <a:r>
              <a:rPr lang="he-IL" dirty="0">
                <a:solidFill>
                  <a:schemeClr val="tx1"/>
                </a:solidFill>
              </a:rPr>
              <a:t>A sense of success</a:t>
            </a:r>
          </a:p>
        </p:txBody>
      </p:sp>
      <p:sp>
        <p:nvSpPr>
          <p:cNvPr id="7" name="Rectangle 6">
            <a:extLst>
              <a:ext uri="{FF2B5EF4-FFF2-40B4-BE49-F238E27FC236}">
                <a16:creationId xmlns:a16="http://schemas.microsoft.com/office/drawing/2014/main" id="{BF68C4D1-7535-4543-69EA-00C15864ECBE}"/>
              </a:ext>
            </a:extLst>
          </p:cNvPr>
          <p:cNvSpPr/>
          <p:nvPr/>
        </p:nvSpPr>
        <p:spPr>
          <a:xfrm>
            <a:off x="964642" y="1607736"/>
            <a:ext cx="3899336" cy="22106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285750" indent="-285750" algn="l" rtl="0">
              <a:buFont typeface="Arial" panose="020B0604020202020204" pitchFamily="34" charset="0"/>
              <a:buChar char="•"/>
            </a:pPr>
            <a:r>
              <a:rPr lang="he-IL" dirty="0">
                <a:solidFill>
                  <a:schemeClr val="tx1"/>
                </a:solidFill>
              </a:rPr>
              <a:t>Experienced learners</a:t>
            </a:r>
          </a:p>
          <a:p>
            <a:pPr marL="285750" indent="-285750" algn="l" rtl="0">
              <a:buFont typeface="Arial" panose="020B0604020202020204" pitchFamily="34" charset="0"/>
              <a:buChar char="•"/>
            </a:pPr>
            <a:r>
              <a:rPr lang="he-IL" dirty="0">
                <a:solidFill>
                  <a:schemeClr val="tx1"/>
                </a:solidFill>
              </a:rPr>
              <a:t>Experienced teachers</a:t>
            </a:r>
          </a:p>
          <a:p>
            <a:pPr marL="285750" indent="-285750" algn="l" rtl="0">
              <a:buFont typeface="Arial" panose="020B0604020202020204" pitchFamily="34" charset="0"/>
              <a:buChar char="•"/>
            </a:pPr>
            <a:r>
              <a:rPr lang="he-IL" dirty="0">
                <a:solidFill>
                  <a:schemeClr val="tx1"/>
                </a:solidFill>
              </a:rPr>
              <a:t>Complex task</a:t>
            </a:r>
          </a:p>
          <a:p>
            <a:pPr marL="285750" indent="-285750" algn="l" rtl="0">
              <a:buFont typeface="Arial" panose="020B0604020202020204" pitchFamily="34" charset="0"/>
              <a:buChar char="•"/>
            </a:pPr>
            <a:r>
              <a:rPr lang="he-IL" dirty="0">
                <a:solidFill>
                  <a:schemeClr val="tx1"/>
                </a:solidFill>
              </a:rPr>
              <a:t>Project-based teaching</a:t>
            </a:r>
          </a:p>
          <a:p>
            <a:pPr marL="285750" indent="-285750" algn="l" rtl="0">
              <a:buFont typeface="Arial" panose="020B0604020202020204" pitchFamily="34" charset="0"/>
              <a:buChar char="•"/>
            </a:pPr>
            <a:r>
              <a:rPr lang="he-IL" dirty="0">
                <a:solidFill>
                  <a:schemeClr val="tx1"/>
                </a:solidFill>
              </a:rPr>
              <a:t>Flexible execution is required, in different contexts, while </a:t>
            </a:r>
            <a:r>
              <a:rPr lang="he-IL" dirty="0" err="1">
                <a:solidFill>
                  <a:schemeClr val="tx1"/>
                </a:solidFill>
              </a:rPr>
              <a:t>exercising</a:t>
            </a:r>
            <a:r>
              <a:rPr lang="he-IL" dirty="0">
                <a:solidFill>
                  <a:schemeClr val="tx1"/>
                </a:solidFill>
              </a:rPr>
              <a:t> </a:t>
            </a:r>
            <a:r>
              <a:rPr lang="he-IL" dirty="0" err="1">
                <a:solidFill>
                  <a:schemeClr val="tx1"/>
                </a:solidFill>
              </a:rPr>
              <a:t>discretion</a:t>
            </a:r>
            <a:endParaRPr lang="he-IL" dirty="0">
              <a:solidFill>
                <a:schemeClr val="tx1"/>
              </a:solidFill>
            </a:endParaRPr>
          </a:p>
        </p:txBody>
      </p:sp>
      <p:sp>
        <p:nvSpPr>
          <p:cNvPr id="8" name="TextBox 7">
            <a:extLst>
              <a:ext uri="{FF2B5EF4-FFF2-40B4-BE49-F238E27FC236}">
                <a16:creationId xmlns:a16="http://schemas.microsoft.com/office/drawing/2014/main" id="{8D17DA79-F5DC-2152-C5DA-6C21AF01989E}"/>
              </a:ext>
            </a:extLst>
          </p:cNvPr>
          <p:cNvSpPr txBox="1"/>
          <p:nvPr/>
        </p:nvSpPr>
        <p:spPr>
          <a:xfrm>
            <a:off x="964642" y="563986"/>
            <a:ext cx="3899336" cy="830997"/>
          </a:xfrm>
          <a:prstGeom prst="rect">
            <a:avLst/>
          </a:prstGeom>
          <a:noFill/>
          <a:ln>
            <a:noFill/>
          </a:ln>
        </p:spPr>
        <p:txBody>
          <a:bodyPr wrap="square" rtlCol="1">
            <a:spAutoFit/>
          </a:bodyPr>
          <a:lstStyle/>
          <a:p>
            <a:pPr algn="ctr" rtl="0"/>
            <a:r>
              <a:rPr lang="en-US" sz="2400" dirty="0"/>
              <a:t>How to choose </a:t>
            </a:r>
            <a:br>
              <a:rPr lang="en-US" sz="2400" dirty="0"/>
            </a:br>
            <a:r>
              <a:rPr lang="en-US" sz="2400" dirty="0"/>
              <a:t>the </a:t>
            </a:r>
            <a:r>
              <a:rPr lang="he-IL" sz="2400" dirty="0" err="1"/>
              <a:t>level</a:t>
            </a:r>
            <a:r>
              <a:rPr lang="he-IL" sz="2400" dirty="0"/>
              <a:t> of abstraction?</a:t>
            </a:r>
          </a:p>
        </p:txBody>
      </p:sp>
    </p:spTree>
    <p:custDataLst>
      <p:tags r:id="rId1"/>
    </p:custDataLst>
    <p:extLst>
      <p:ext uri="{BB962C8B-B14F-4D97-AF65-F5344CB8AC3E}">
        <p14:creationId xmlns:p14="http://schemas.microsoft.com/office/powerpoint/2010/main" val="3194599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40656-1E3C-2B15-237A-6F286D882DE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0F44279-69CC-957B-65B6-A616F0E4A56A}"/>
              </a:ext>
            </a:extLst>
          </p:cNvPr>
          <p:cNvPicPr>
            <a:picLocks noChangeAspect="1"/>
          </p:cNvPicPr>
          <p:nvPr/>
        </p:nvPicPr>
        <p:blipFill>
          <a:blip r:embed="rId2"/>
          <a:stretch>
            <a:fillRect/>
          </a:stretch>
        </p:blipFill>
        <p:spPr>
          <a:xfrm>
            <a:off x="39786" y="0"/>
            <a:ext cx="12112427" cy="6858000"/>
          </a:xfrm>
          <a:prstGeom prst="rect">
            <a:avLst/>
          </a:prstGeom>
        </p:spPr>
      </p:pic>
      <p:sp>
        <p:nvSpPr>
          <p:cNvPr id="2" name="Slide Number Placeholder 1">
            <a:extLst>
              <a:ext uri="{FF2B5EF4-FFF2-40B4-BE49-F238E27FC236}">
                <a16:creationId xmlns:a16="http://schemas.microsoft.com/office/drawing/2014/main" id="{25E8DB1B-9218-7DE5-747B-B32F6E2E156D}"/>
              </a:ext>
            </a:extLst>
          </p:cNvPr>
          <p:cNvSpPr>
            <a:spLocks noGrp="1"/>
          </p:cNvSpPr>
          <p:nvPr>
            <p:ph type="sldNum" sz="quarter" idx="12"/>
          </p:nvPr>
        </p:nvSpPr>
        <p:spPr/>
        <p:txBody>
          <a:bodyPr/>
          <a:lstStyle/>
          <a:p>
            <a:pPr algn="l" rtl="0"/>
            <a:fld id="{61BD36B9-D2D7-43AE-A74F-D1C823B74562}" type="slidenum">
              <a:rPr lang="he-IL" smtClean="0"/>
              <a:t>24</a:t>
            </a:fld>
            <a:endParaRPr lang="he-IL"/>
          </a:p>
        </p:txBody>
      </p:sp>
      <p:pic>
        <p:nvPicPr>
          <p:cNvPr id="5" name="Graphic 4" descr="Link outline">
            <a:hlinkClick r:id="rId3"/>
            <a:extLst>
              <a:ext uri="{FF2B5EF4-FFF2-40B4-BE49-F238E27FC236}">
                <a16:creationId xmlns:a16="http://schemas.microsoft.com/office/drawing/2014/main" id="{DCC5E379-1D23-0E22-E304-1D7847E512C3}"/>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516032" y="6182523"/>
            <a:ext cx="669338" cy="669338"/>
          </a:xfrm>
          <a:prstGeom prst="rect">
            <a:avLst/>
          </a:prstGeom>
        </p:spPr>
      </p:pic>
    </p:spTree>
    <p:extLst>
      <p:ext uri="{BB962C8B-B14F-4D97-AF65-F5344CB8AC3E}">
        <p14:creationId xmlns:p14="http://schemas.microsoft.com/office/powerpoint/2010/main" val="745121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0D27D-0AAE-CEA3-33CF-6363DDD7FB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5AAE58-4A4B-4733-6C54-6919DCE299CD}"/>
              </a:ext>
            </a:extLst>
          </p:cNvPr>
          <p:cNvSpPr>
            <a:spLocks noGrp="1"/>
          </p:cNvSpPr>
          <p:nvPr>
            <p:ph type="sldNum" sz="quarter" idx="12"/>
          </p:nvPr>
        </p:nvSpPr>
        <p:spPr/>
        <p:txBody>
          <a:bodyPr/>
          <a:lstStyle/>
          <a:p>
            <a:pPr algn="l" rtl="0"/>
            <a:fld id="{61BD36B9-D2D7-43AE-A74F-D1C823B74562}" type="slidenum">
              <a:rPr lang="he-IL" sz="1600" smtClean="0"/>
              <a:t>25</a:t>
            </a:fld>
            <a:endParaRPr lang="he-IL" sz="1600"/>
          </a:p>
        </p:txBody>
      </p:sp>
      <p:graphicFrame>
        <p:nvGraphicFramePr>
          <p:cNvPr id="5" name="Diagram 4">
            <a:extLst>
              <a:ext uri="{FF2B5EF4-FFF2-40B4-BE49-F238E27FC236}">
                <a16:creationId xmlns:a16="http://schemas.microsoft.com/office/drawing/2014/main" id="{9EF065EF-0B60-8050-50E1-78B28756B72C}"/>
              </a:ext>
            </a:extLst>
          </p:cNvPr>
          <p:cNvGraphicFramePr/>
          <p:nvPr>
            <p:extLst>
              <p:ext uri="{D42A27DB-BD31-4B8C-83A1-F6EECF244321}">
                <p14:modId xmlns:p14="http://schemas.microsoft.com/office/powerpoint/2010/main" val="1720113517"/>
              </p:ext>
            </p:extLst>
          </p:nvPr>
        </p:nvGraphicFramePr>
        <p:xfrm>
          <a:off x="2280768" y="1017395"/>
          <a:ext cx="7630465" cy="48232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4870078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BFA7D-02A1-1E7D-C3BB-082A02AC9E4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72D204-F8C2-B3EF-8FF8-0867E9362519}"/>
              </a:ext>
            </a:extLst>
          </p:cNvPr>
          <p:cNvSpPr>
            <a:spLocks noGrp="1"/>
          </p:cNvSpPr>
          <p:nvPr>
            <p:ph type="sldNum" sz="quarter" idx="12"/>
          </p:nvPr>
        </p:nvSpPr>
        <p:spPr/>
        <p:txBody>
          <a:bodyPr/>
          <a:lstStyle/>
          <a:p>
            <a:pPr algn="l" rtl="0"/>
            <a:fld id="{61BD36B9-D2D7-43AE-A74F-D1C823B74562}" type="slidenum">
              <a:rPr lang="he-IL" smtClean="0"/>
              <a:t>26</a:t>
            </a:fld>
            <a:endParaRPr lang="he-IL"/>
          </a:p>
        </p:txBody>
      </p:sp>
      <p:graphicFrame>
        <p:nvGraphicFramePr>
          <p:cNvPr id="6" name="Diagram 5">
            <a:extLst>
              <a:ext uri="{FF2B5EF4-FFF2-40B4-BE49-F238E27FC236}">
                <a16:creationId xmlns:a16="http://schemas.microsoft.com/office/drawing/2014/main" id="{DDF65E2B-F49B-3866-B665-8A6F5CB148B5}"/>
              </a:ext>
            </a:extLst>
          </p:cNvPr>
          <p:cNvGraphicFramePr/>
          <p:nvPr>
            <p:extLst>
              <p:ext uri="{D42A27DB-BD31-4B8C-83A1-F6EECF244321}">
                <p14:modId xmlns:p14="http://schemas.microsoft.com/office/powerpoint/2010/main" val="2234203611"/>
              </p:ext>
            </p:extLst>
          </p:nvPr>
        </p:nvGraphicFramePr>
        <p:xfrm>
          <a:off x="465483" y="438441"/>
          <a:ext cx="10447028" cy="21037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DDC8C855-3C0E-D90F-9C9F-AE8A2F99B6CE}"/>
              </a:ext>
            </a:extLst>
          </p:cNvPr>
          <p:cNvSpPr txBox="1"/>
          <p:nvPr/>
        </p:nvSpPr>
        <p:spPr>
          <a:xfrm rot="5400000">
            <a:off x="10443786" y="1136398"/>
            <a:ext cx="2103796" cy="707886"/>
          </a:xfrm>
          <a:prstGeom prst="rect">
            <a:avLst/>
          </a:prstGeom>
          <a:noFill/>
        </p:spPr>
        <p:txBody>
          <a:bodyPr wrap="square" rtlCol="1">
            <a:spAutoFit/>
          </a:bodyPr>
          <a:lstStyle/>
          <a:p>
            <a:pPr algn="ctr" rtl="0"/>
            <a:r>
              <a:rPr lang="he-IL" sz="2000" dirty="0">
                <a:solidFill>
                  <a:schemeClr val="accent2"/>
                </a:solidFill>
              </a:rPr>
              <a:t>Planning and teaching</a:t>
            </a:r>
          </a:p>
        </p:txBody>
      </p:sp>
    </p:spTree>
    <p:extLst>
      <p:ext uri="{BB962C8B-B14F-4D97-AF65-F5344CB8AC3E}">
        <p14:creationId xmlns:p14="http://schemas.microsoft.com/office/powerpoint/2010/main" val="3791726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2FC2948E-FA52-4ABB-A7A4-D50D8AE84E0E}"/>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E423AE67-4A20-4D94-855C-716966481B4E}"/>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52C5B473-D782-48EA-8EA5-D9EBCA15D659}"/>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34C4419A-1AC8-480D-A960-052B3C85943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D743AF73-F1C9-48E2-BB56-9A87AC4B481F}"/>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F2E3C018-7134-4939-9E2E-ADB3D54C108D}"/>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98DFBF-B431-106F-5C7D-4274A648B279}"/>
              </a:ext>
            </a:extLst>
          </p:cNvPr>
          <p:cNvSpPr>
            <a:spLocks noGrp="1"/>
          </p:cNvSpPr>
          <p:nvPr>
            <p:ph type="title"/>
          </p:nvPr>
        </p:nvSpPr>
        <p:spPr>
          <a:xfrm>
            <a:off x="1131384" y="1320211"/>
            <a:ext cx="10154194" cy="2251581"/>
          </a:xfrm>
        </p:spPr>
        <p:txBody>
          <a:bodyPr>
            <a:noAutofit/>
          </a:bodyPr>
          <a:lstStyle/>
          <a:p>
            <a:pPr rtl="0">
              <a:lnSpc>
                <a:spcPct val="100000"/>
              </a:lnSpc>
            </a:pPr>
            <a:r>
              <a:rPr lang="en-US" sz="5400" i="0" dirty="0">
                <a:solidFill>
                  <a:schemeClr val="accent6"/>
                </a:solidFill>
                <a:latin typeface="Impact" panose="020B0806030902050204" pitchFamily="34" charset="0"/>
              </a:rPr>
              <a:t>Social and Emotional Learning (SEL) is </a:t>
            </a:r>
            <a:r>
              <a:rPr lang="en-US" sz="5400" i="0" dirty="0">
                <a:solidFill>
                  <a:schemeClr val="accent2"/>
                </a:solidFill>
                <a:latin typeface="Impact" panose="020B0806030902050204" pitchFamily="34" charset="0"/>
              </a:rPr>
              <a:t>more than content</a:t>
            </a:r>
            <a:r>
              <a:rPr lang="en-US" sz="5400" i="0" dirty="0">
                <a:solidFill>
                  <a:schemeClr val="accent6"/>
                </a:solidFill>
                <a:latin typeface="Impact" panose="020B0806030902050204" pitchFamily="34" charset="0"/>
              </a:rPr>
              <a:t>; how SEL is taught also has powerful influences on its effectiveness</a:t>
            </a:r>
            <a:endParaRPr lang="en-GB" sz="5400" i="0" dirty="0">
              <a:solidFill>
                <a:schemeClr val="accent6"/>
              </a:solidFill>
              <a:latin typeface="Impact" panose="020B0806030902050204" pitchFamily="34" charset="0"/>
            </a:endParaRPr>
          </a:p>
        </p:txBody>
      </p:sp>
      <p:sp>
        <p:nvSpPr>
          <p:cNvPr id="5" name="TextBox 4">
            <a:extLst>
              <a:ext uri="{FF2B5EF4-FFF2-40B4-BE49-F238E27FC236}">
                <a16:creationId xmlns:a16="http://schemas.microsoft.com/office/drawing/2014/main" id="{E77E5930-9A9C-F049-13EC-FAE5EC7020F7}"/>
              </a:ext>
            </a:extLst>
          </p:cNvPr>
          <p:cNvSpPr txBox="1"/>
          <p:nvPr/>
        </p:nvSpPr>
        <p:spPr>
          <a:xfrm>
            <a:off x="3048000" y="5823574"/>
            <a:ext cx="6096000" cy="461665"/>
          </a:xfrm>
          <a:prstGeom prst="rect">
            <a:avLst/>
          </a:prstGeom>
          <a:solidFill>
            <a:schemeClr val="bg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err="1">
                <a:ln>
                  <a:noFill/>
                </a:ln>
                <a:solidFill>
                  <a:srgbClr val="262626"/>
                </a:solidFill>
                <a:effectLst/>
                <a:uLnTx/>
                <a:uFillTx/>
                <a:latin typeface="Calibri"/>
                <a:ea typeface="+mn-ea"/>
                <a:cs typeface="Calibri"/>
              </a:rPr>
              <a:t>Zieher</a:t>
            </a:r>
            <a:r>
              <a:rPr kumimoji="0" lang="en-GB" sz="2400" b="0" i="0" u="none" strike="noStrike" kern="1200" cap="none" spc="0" normalizeH="0" baseline="0" noProof="0" dirty="0">
                <a:ln>
                  <a:noFill/>
                </a:ln>
                <a:solidFill>
                  <a:srgbClr val="262626"/>
                </a:solidFill>
                <a:effectLst/>
                <a:uLnTx/>
                <a:uFillTx/>
                <a:latin typeface="Calibri"/>
                <a:ea typeface="+mn-ea"/>
                <a:cs typeface="Calibri"/>
              </a:rPr>
              <a:t>et al., 2024, p. 4</a:t>
            </a:r>
            <a:endParaRPr kumimoji="0" lang="he-IL" sz="2400" b="0" i="0" u="none" strike="noStrike" kern="1200" cap="none" spc="0" normalizeH="0" baseline="0" noProof="0" dirty="0">
              <a:ln>
                <a:noFill/>
              </a:ln>
              <a:solidFill>
                <a:srgbClr val="262626"/>
              </a:solidFill>
              <a:effectLst/>
              <a:uLnTx/>
              <a:uFillTx/>
              <a:latin typeface="Calibri"/>
              <a:ea typeface="+mn-ea"/>
              <a:cs typeface="Calibri"/>
            </a:endParaRPr>
          </a:p>
        </p:txBody>
      </p:sp>
    </p:spTree>
    <p:custDataLst>
      <p:tags r:id="rId1"/>
    </p:custDataLst>
    <p:extLst>
      <p:ext uri="{BB962C8B-B14F-4D97-AF65-F5344CB8AC3E}">
        <p14:creationId xmlns:p14="http://schemas.microsoft.com/office/powerpoint/2010/main" val="1467055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25F0BCE-B439-161B-F0D6-FEA0BBEA056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1BD36B9-D2D7-43AE-A74F-D1C823B74562}" type="slidenum">
              <a:rPr kumimoji="0" lang="he-IL" sz="1800" b="0" i="0" u="none" strike="noStrike" kern="1200" cap="none" spc="0" normalizeH="0" baseline="0" noProof="0" smtClean="0">
                <a:ln>
                  <a:noFill/>
                </a:ln>
                <a:solidFill>
                  <a:srgbClr val="262626"/>
                </a:solidFill>
                <a:effectLst/>
                <a:uLnTx/>
                <a:uFillTx/>
                <a:latin typeface="Calibri"/>
                <a:ea typeface="+mn-ea"/>
                <a:cs typeface="Calibri"/>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he-IL" sz="1800" b="0" i="0" u="none" strike="noStrike" kern="1200" cap="none" spc="0" normalizeH="0" baseline="0" noProof="0">
              <a:ln>
                <a:noFill/>
              </a:ln>
              <a:solidFill>
                <a:srgbClr val="262626"/>
              </a:solidFill>
              <a:effectLst/>
              <a:uLnTx/>
              <a:uFillTx/>
              <a:latin typeface="Calibri"/>
              <a:ea typeface="+mn-ea"/>
              <a:cs typeface="Calibri"/>
            </a:endParaRPr>
          </a:p>
        </p:txBody>
      </p:sp>
      <p:sp>
        <p:nvSpPr>
          <p:cNvPr id="5" name="Title 4">
            <a:extLst>
              <a:ext uri="{FF2B5EF4-FFF2-40B4-BE49-F238E27FC236}">
                <a16:creationId xmlns:a16="http://schemas.microsoft.com/office/drawing/2014/main" id="{2813045F-9FEA-1222-1FA6-160234034E9E}"/>
              </a:ext>
            </a:extLst>
          </p:cNvPr>
          <p:cNvSpPr>
            <a:spLocks noGrp="1"/>
          </p:cNvSpPr>
          <p:nvPr>
            <p:ph type="title"/>
          </p:nvPr>
        </p:nvSpPr>
        <p:spPr>
          <a:xfrm>
            <a:off x="7887956" y="681037"/>
            <a:ext cx="2510580" cy="715993"/>
          </a:xfrm>
        </p:spPr>
        <p:txBody>
          <a:bodyPr>
            <a:normAutofit/>
          </a:bodyPr>
          <a:lstStyle/>
          <a:p>
            <a:pPr algn="l" rtl="0"/>
            <a:r>
              <a:rPr lang="en-US" dirty="0"/>
              <a:t>Modeling</a:t>
            </a:r>
            <a:endParaRPr lang="he-IL" dirty="0"/>
          </a:p>
        </p:txBody>
      </p:sp>
      <p:sp>
        <p:nvSpPr>
          <p:cNvPr id="6" name="Content Placeholder 1">
            <a:extLst>
              <a:ext uri="{FF2B5EF4-FFF2-40B4-BE49-F238E27FC236}">
                <a16:creationId xmlns:a16="http://schemas.microsoft.com/office/drawing/2014/main" id="{107DCF92-DAE3-0D03-162B-3AE33C87F1E2}"/>
              </a:ext>
            </a:extLst>
          </p:cNvPr>
          <p:cNvSpPr>
            <a:spLocks noGrp="1"/>
          </p:cNvSpPr>
          <p:nvPr>
            <p:ph idx="1"/>
          </p:nvPr>
        </p:nvSpPr>
        <p:spPr>
          <a:xfrm>
            <a:off x="5406013" y="1825625"/>
            <a:ext cx="6266724" cy="4351338"/>
          </a:xfrm>
        </p:spPr>
        <p:txBody>
          <a:bodyPr>
            <a:normAutofit/>
          </a:bodyPr>
          <a:lstStyle/>
          <a:p>
            <a:pPr algn="l" rtl="0"/>
            <a:endParaRPr lang="he-IL" sz="2400" dirty="0"/>
          </a:p>
          <a:p>
            <a:pPr algn="l" rtl="0"/>
            <a:r>
              <a:rPr lang="en-US" sz="2400" dirty="0"/>
              <a:t>Teachers should model the skills they aim to develop</a:t>
            </a:r>
            <a:endParaRPr lang="he-IL" sz="2400" dirty="0"/>
          </a:p>
          <a:p>
            <a:pPr algn="l" rtl="0"/>
            <a:r>
              <a:rPr lang="en-US" sz="2400" dirty="0"/>
              <a:t>This is particularly important for skills that are expressed through classroom behavior</a:t>
            </a:r>
            <a:endParaRPr lang="he-IL" sz="2400" dirty="0"/>
          </a:p>
          <a:p>
            <a:pPr algn="l" rtl="0"/>
            <a:r>
              <a:rPr lang="en-US" sz="2400" dirty="0"/>
              <a:t>Examples include curiosity, critical thinking, and social–emotional skills</a:t>
            </a:r>
            <a:endParaRPr lang="he-IL" sz="2400" dirty="0"/>
          </a:p>
          <a:p>
            <a:pPr algn="l" rtl="0"/>
            <a:r>
              <a:rPr lang="en-US" sz="2400" dirty="0"/>
              <a:t>When teachers promote a skill but behave in ways that contradict it, the instruction loses credibility and may be counterproductive</a:t>
            </a:r>
            <a:endParaRPr lang="he-IL" sz="2400" dirty="0"/>
          </a:p>
        </p:txBody>
      </p:sp>
      <p:pic>
        <p:nvPicPr>
          <p:cNvPr id="2" name="Picture Placeholder 10">
            <a:extLst>
              <a:ext uri="{FF2B5EF4-FFF2-40B4-BE49-F238E27FC236}">
                <a16:creationId xmlns:a16="http://schemas.microsoft.com/office/drawing/2014/main" id="{C240FEB3-E349-3F59-FC39-1023B627623B}"/>
              </a:ext>
            </a:extLst>
          </p:cNvPr>
          <p:cNvPicPr>
            <a:picLocks noChangeAspect="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4183" t="-42" r="29180" b="42"/>
          <a:stretch>
            <a:fillRect/>
          </a:stretch>
        </p:blipFill>
        <p:spPr>
          <a:xfrm>
            <a:off x="952186" y="2097088"/>
            <a:ext cx="3803650" cy="3805237"/>
          </a:xfrm>
          <a:prstGeom prst="ellipse">
            <a:avLst/>
          </a:prstGeom>
          <a:ln>
            <a:solidFill>
              <a:schemeClr val="tx1"/>
            </a:solidFill>
          </a:ln>
        </p:spPr>
      </p:pic>
    </p:spTree>
    <p:extLst>
      <p:ext uri="{BB962C8B-B14F-4D97-AF65-F5344CB8AC3E}">
        <p14:creationId xmlns:p14="http://schemas.microsoft.com/office/powerpoint/2010/main" val="229439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E518B-4822-5AF6-9D8B-82F74F02AD5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8C4D63-8B9F-E768-56B4-77F8C48ADD58}"/>
              </a:ext>
            </a:extLst>
          </p:cNvPr>
          <p:cNvSpPr>
            <a:spLocks noGrp="1"/>
          </p:cNvSpPr>
          <p:nvPr>
            <p:ph type="sldNum" sz="quarter" idx="12"/>
          </p:nvPr>
        </p:nvSpPr>
        <p:spPr/>
        <p:txBody>
          <a:bodyPr/>
          <a:lstStyle/>
          <a:p>
            <a:pPr algn="l" rtl="0"/>
            <a:fld id="{61BD36B9-D2D7-43AE-A74F-D1C823B74562}" type="slidenum">
              <a:rPr lang="he-IL" smtClean="0"/>
              <a:t>29</a:t>
            </a:fld>
            <a:endParaRPr lang="he-IL"/>
          </a:p>
        </p:txBody>
      </p:sp>
      <p:graphicFrame>
        <p:nvGraphicFramePr>
          <p:cNvPr id="8" name="Diagram 7">
            <a:extLst>
              <a:ext uri="{FF2B5EF4-FFF2-40B4-BE49-F238E27FC236}">
                <a16:creationId xmlns:a16="http://schemas.microsoft.com/office/drawing/2014/main" id="{5326463A-CA9B-84CC-D8FC-736D8E23E513}"/>
              </a:ext>
            </a:extLst>
          </p:cNvPr>
          <p:cNvGraphicFramePr/>
          <p:nvPr>
            <p:extLst>
              <p:ext uri="{D42A27DB-BD31-4B8C-83A1-F6EECF244321}">
                <p14:modId xmlns:p14="http://schemas.microsoft.com/office/powerpoint/2010/main" val="3933593268"/>
              </p:ext>
            </p:extLst>
          </p:nvPr>
        </p:nvGraphicFramePr>
        <p:xfrm>
          <a:off x="465483" y="438441"/>
          <a:ext cx="10447028" cy="21037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3563F4E9-5658-A357-7AF8-2727566B7575}"/>
              </a:ext>
            </a:extLst>
          </p:cNvPr>
          <p:cNvGraphicFramePr/>
          <p:nvPr>
            <p:extLst>
              <p:ext uri="{D42A27DB-BD31-4B8C-83A1-F6EECF244321}">
                <p14:modId xmlns:p14="http://schemas.microsoft.com/office/powerpoint/2010/main" val="2058945431"/>
              </p:ext>
            </p:extLst>
          </p:nvPr>
        </p:nvGraphicFramePr>
        <p:xfrm>
          <a:off x="465482" y="2711044"/>
          <a:ext cx="10447029" cy="180067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Diagram 6">
            <a:extLst>
              <a:ext uri="{FF2B5EF4-FFF2-40B4-BE49-F238E27FC236}">
                <a16:creationId xmlns:a16="http://schemas.microsoft.com/office/drawing/2014/main" id="{CA4CBE9A-6355-7D40-3682-AFC60BE547D3}"/>
              </a:ext>
            </a:extLst>
          </p:cNvPr>
          <p:cNvGraphicFramePr/>
          <p:nvPr>
            <p:extLst>
              <p:ext uri="{D42A27DB-BD31-4B8C-83A1-F6EECF244321}">
                <p14:modId xmlns:p14="http://schemas.microsoft.com/office/powerpoint/2010/main" val="184599037"/>
              </p:ext>
            </p:extLst>
          </p:nvPr>
        </p:nvGraphicFramePr>
        <p:xfrm>
          <a:off x="465481" y="4680521"/>
          <a:ext cx="10447029" cy="180067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9" name="TextBox 8">
            <a:extLst>
              <a:ext uri="{FF2B5EF4-FFF2-40B4-BE49-F238E27FC236}">
                <a16:creationId xmlns:a16="http://schemas.microsoft.com/office/drawing/2014/main" id="{EF85D952-E308-64B9-D04C-286776552142}"/>
              </a:ext>
            </a:extLst>
          </p:cNvPr>
          <p:cNvSpPr txBox="1"/>
          <p:nvPr/>
        </p:nvSpPr>
        <p:spPr>
          <a:xfrm rot="5400000">
            <a:off x="10443786" y="1136398"/>
            <a:ext cx="2103796" cy="707886"/>
          </a:xfrm>
          <a:prstGeom prst="rect">
            <a:avLst/>
          </a:prstGeom>
          <a:noFill/>
        </p:spPr>
        <p:txBody>
          <a:bodyPr wrap="square" rtlCol="1">
            <a:spAutoFit/>
          </a:bodyPr>
          <a:lstStyle/>
          <a:p>
            <a:pPr algn="ctr" rtl="0"/>
            <a:r>
              <a:rPr lang="he-IL" sz="2000" dirty="0">
                <a:solidFill>
                  <a:schemeClr val="accent2"/>
                </a:solidFill>
              </a:rPr>
              <a:t>Planning and teaching</a:t>
            </a:r>
          </a:p>
        </p:txBody>
      </p:sp>
      <p:sp>
        <p:nvSpPr>
          <p:cNvPr id="10" name="TextBox 9">
            <a:extLst>
              <a:ext uri="{FF2B5EF4-FFF2-40B4-BE49-F238E27FC236}">
                <a16:creationId xmlns:a16="http://schemas.microsoft.com/office/drawing/2014/main" id="{0F5AE098-485A-8A7B-8780-19BFA83723DD}"/>
              </a:ext>
            </a:extLst>
          </p:cNvPr>
          <p:cNvSpPr txBox="1"/>
          <p:nvPr/>
        </p:nvSpPr>
        <p:spPr>
          <a:xfrm rot="5400000">
            <a:off x="10606352" y="3268442"/>
            <a:ext cx="1778663" cy="707886"/>
          </a:xfrm>
          <a:prstGeom prst="rect">
            <a:avLst/>
          </a:prstGeom>
          <a:noFill/>
        </p:spPr>
        <p:txBody>
          <a:bodyPr wrap="square" rtlCol="1">
            <a:spAutoFit/>
          </a:bodyPr>
          <a:lstStyle/>
          <a:p>
            <a:pPr algn="ctr" rtl="0"/>
            <a:r>
              <a:rPr lang="he-IL" sz="2000" dirty="0">
                <a:solidFill>
                  <a:schemeClr val="accent2"/>
                </a:solidFill>
              </a:rPr>
              <a:t>Skill and practice</a:t>
            </a:r>
          </a:p>
        </p:txBody>
      </p:sp>
      <p:sp>
        <p:nvSpPr>
          <p:cNvPr id="11" name="TextBox 10">
            <a:extLst>
              <a:ext uri="{FF2B5EF4-FFF2-40B4-BE49-F238E27FC236}">
                <a16:creationId xmlns:a16="http://schemas.microsoft.com/office/drawing/2014/main" id="{7D17BE81-0A9A-AA77-B1EC-CB317986642D}"/>
              </a:ext>
            </a:extLst>
          </p:cNvPr>
          <p:cNvSpPr txBox="1"/>
          <p:nvPr/>
        </p:nvSpPr>
        <p:spPr>
          <a:xfrm rot="5400000">
            <a:off x="10609265" y="5376509"/>
            <a:ext cx="1792084" cy="400110"/>
          </a:xfrm>
          <a:prstGeom prst="rect">
            <a:avLst/>
          </a:prstGeom>
          <a:noFill/>
        </p:spPr>
        <p:txBody>
          <a:bodyPr wrap="square" rtlCol="1">
            <a:spAutoFit/>
          </a:bodyPr>
          <a:lstStyle/>
          <a:p>
            <a:pPr algn="ctr" rtl="0"/>
            <a:r>
              <a:rPr lang="en-US" sz="2000" dirty="0">
                <a:solidFill>
                  <a:schemeClr val="accent2"/>
                </a:solidFill>
              </a:rPr>
              <a:t>Evaluation</a:t>
            </a:r>
            <a:endParaRPr lang="he-IL" sz="2000" dirty="0">
              <a:solidFill>
                <a:schemeClr val="accent2"/>
              </a:solidFill>
            </a:endParaRPr>
          </a:p>
        </p:txBody>
      </p:sp>
    </p:spTree>
    <p:extLst>
      <p:ext uri="{BB962C8B-B14F-4D97-AF65-F5344CB8AC3E}">
        <p14:creationId xmlns:p14="http://schemas.microsoft.com/office/powerpoint/2010/main" val="145392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2FC2948E-FA52-4ABB-A7A4-D50D8AE84E0E}"/>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E423AE67-4A20-4D94-855C-716966481B4E}"/>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4EC5E4C5-37C6-4E6E-8233-03817CD6E4A5}"/>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4DD9C474-A601-46A4-866A-A9AFD4266BC1}"/>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D743AF73-F1C9-48E2-BB56-9A87AC4B481F}"/>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F2E3C018-7134-4939-9E2E-ADB3D54C108D}"/>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graphicEl>
                                              <a:dgm id="{2FC2948E-FA52-4ABB-A7A4-D50D8AE84E0E}"/>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graphicEl>
                                              <a:dgm id="{E423AE67-4A20-4D94-855C-716966481B4E}"/>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graphicEl>
                                              <a:dgm id="{DF01D04A-EA33-4363-88CA-1D65F6469888}"/>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graphicEl>
                                              <a:dgm id="{89C92C59-D8A0-48A1-87EF-B4559DFEAEC2}"/>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graphicEl>
                                              <a:dgm id="{D743AF73-F1C9-48E2-BB56-9A87AC4B481F}"/>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graphicEl>
                                              <a:dgm id="{F2E3C018-7134-4939-9E2E-ADB3D54C108D}"/>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Graphic spid="7" grpId="0" uiExpand="1">
        <p:bldSub>
          <a:bldDgm bld="one"/>
        </p:bldSub>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2360B7-A24F-C6A3-89D7-65DB55B345AA}"/>
              </a:ext>
            </a:extLst>
          </p:cNvPr>
          <p:cNvSpPr>
            <a:spLocks noGrp="1"/>
          </p:cNvSpPr>
          <p:nvPr>
            <p:ph type="sldNum" sz="quarter" idx="12"/>
          </p:nvPr>
        </p:nvSpPr>
        <p:spPr/>
        <p:txBody>
          <a:bodyPr/>
          <a:lstStyle/>
          <a:p>
            <a:pPr algn="l" rtl="0"/>
            <a:fld id="{61BD36B9-D2D7-43AE-A74F-D1C823B74562}" type="slidenum">
              <a:rPr lang="he-IL" smtClean="0"/>
              <a:t>30</a:t>
            </a:fld>
            <a:endParaRPr lang="he-IL"/>
          </a:p>
        </p:txBody>
      </p:sp>
      <p:sp>
        <p:nvSpPr>
          <p:cNvPr id="4" name="TextBox 3">
            <a:extLst>
              <a:ext uri="{FF2B5EF4-FFF2-40B4-BE49-F238E27FC236}">
                <a16:creationId xmlns:a16="http://schemas.microsoft.com/office/drawing/2014/main" id="{EDD28A9F-82CD-AECB-C78A-8DB3C8953336}"/>
              </a:ext>
            </a:extLst>
          </p:cNvPr>
          <p:cNvSpPr txBox="1"/>
          <p:nvPr/>
        </p:nvSpPr>
        <p:spPr>
          <a:xfrm>
            <a:off x="691551" y="444005"/>
            <a:ext cx="11297264" cy="4278094"/>
          </a:xfrm>
          <a:prstGeom prst="rect">
            <a:avLst/>
          </a:prstGeom>
          <a:noFill/>
        </p:spPr>
        <p:txBody>
          <a:bodyPr wrap="square">
            <a:spAutoFit/>
          </a:bodyPr>
          <a:lstStyle/>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Abrami, PC, Bernard, RM,</a:t>
            </a:r>
            <a:r>
              <a:rPr lang="en-US" sz="1200" dirty="0" err="1">
                <a:effectLst/>
                <a:latin typeface="Calibri" panose="020F0502020204030204" pitchFamily="34" charset="0"/>
                <a:ea typeface="Times New Roman" panose="02020603050405020304" pitchFamily="18" charset="0"/>
                <a:cs typeface="Aptos" panose="020B0004020202020204" pitchFamily="34" charset="0"/>
              </a:rPr>
              <a:t>Borokhovsky</a:t>
            </a:r>
            <a:r>
              <a:rPr lang="en-US" sz="1200" dirty="0">
                <a:effectLst/>
                <a:latin typeface="Calibri" panose="020F0502020204030204" pitchFamily="34" charset="0"/>
                <a:ea typeface="Times New Roman" panose="02020603050405020304" pitchFamily="18" charset="0"/>
                <a:cs typeface="Aptos" panose="020B0004020202020204" pitchFamily="34" charset="0"/>
              </a:rPr>
              <a:t>, E., Waddington, DI, Wade, CA, &amp; Persson, T. (2014). Strategies for Teaching Students to Think Critically: A Meta-Analysis.</a:t>
            </a:r>
            <a:r>
              <a:rPr lang="en-US" sz="1200" i="1" dirty="0">
                <a:effectLst/>
                <a:latin typeface="Calibri" panose="020F0502020204030204" pitchFamily="34" charset="0"/>
                <a:ea typeface="Times New Roman" panose="02020603050405020304" pitchFamily="18" charset="0"/>
                <a:cs typeface="Aptos" panose="020B0004020202020204" pitchFamily="34" charset="0"/>
              </a:rPr>
              <a:t>Review of Educational Research</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85</a:t>
            </a:r>
            <a:r>
              <a:rPr lang="en-US" sz="1200" dirty="0">
                <a:effectLst/>
                <a:latin typeface="Calibri" panose="020F0502020204030204" pitchFamily="34" charset="0"/>
                <a:ea typeface="Times New Roman" panose="02020603050405020304" pitchFamily="18" charset="0"/>
                <a:cs typeface="Aptos" panose="020B0004020202020204" pitchFamily="34" charset="0"/>
              </a:rPr>
              <a:t>(2), 275–314. https://doi.org/10.3102/0034654314551063</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Barbieri, CA, Miller-Cotto, D., Clerjuste, SN, &amp; Chawla, K. (2023). A Meta-analysis of the Worked Examples Effect on Mathematics Performance.</a:t>
            </a:r>
            <a:r>
              <a:rPr lang="en-US" sz="1200" i="1" dirty="0">
                <a:effectLst/>
                <a:latin typeface="Calibri" panose="020F0502020204030204" pitchFamily="34" charset="0"/>
                <a:ea typeface="Times New Roman" panose="02020603050405020304" pitchFamily="18" charset="0"/>
                <a:cs typeface="Aptos" panose="020B0004020202020204" pitchFamily="34" charset="0"/>
              </a:rPr>
              <a:t>Educational Psychology Review</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35</a:t>
            </a:r>
            <a:r>
              <a:rPr lang="en-US" sz="1200" dirty="0">
                <a:effectLst/>
                <a:latin typeface="Calibri" panose="020F0502020204030204" pitchFamily="34" charset="0"/>
                <a:ea typeface="Times New Roman" panose="02020603050405020304" pitchFamily="18" charset="0"/>
                <a:cs typeface="Aptos" panose="020B0004020202020204" pitchFamily="34" charset="0"/>
              </a:rPr>
              <a:t>(1), 11. https://doi.org/10.1007/s10648-023-09745-1</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Barnett, SM, &amp; Ceci, SJ (2002). When and where do we apply what we learn?: A taxonomy for far transfer.</a:t>
            </a:r>
            <a:r>
              <a:rPr lang="en-US" sz="1200" i="1" dirty="0">
                <a:effectLst/>
                <a:latin typeface="Calibri" panose="020F0502020204030204" pitchFamily="34" charset="0"/>
                <a:ea typeface="Times New Roman" panose="02020603050405020304" pitchFamily="18" charset="0"/>
                <a:cs typeface="Aptos" panose="020B0004020202020204" pitchFamily="34" charset="0"/>
              </a:rPr>
              <a:t>Psychological Bulletin</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128</a:t>
            </a:r>
            <a:r>
              <a:rPr lang="en-US" sz="1200" dirty="0">
                <a:effectLst/>
                <a:latin typeface="Calibri" panose="020F0502020204030204" pitchFamily="34" charset="0"/>
                <a:ea typeface="Times New Roman" panose="02020603050405020304" pitchFamily="18" charset="0"/>
                <a:cs typeface="Aptos" panose="020B0004020202020204" pitchFamily="34" charset="0"/>
              </a:rPr>
              <a:t>(4), 612–637.</a:t>
            </a:r>
            <a:r>
              <a:rPr lang="en-US" sz="1200" dirty="0">
                <a:effectLst/>
                <a:latin typeface="Calibri" panose="020F0502020204030204" pitchFamily="34" charset="0"/>
                <a:ea typeface="Times New Roman" panose="02020603050405020304" pitchFamily="18" charset="0"/>
                <a:cs typeface="Aptos" panose="020B0004020202020204" pitchFamily="34" charset="0"/>
                <a:hlinkClick r:id="rId2"/>
              </a:rPr>
              <a:t>https://doi.org/10.1037/0033-2909.128.4.612</a:t>
            </a:r>
            <a:endParaRPr lang="en-US" sz="1200" dirty="0">
              <a:effectLst/>
              <a:latin typeface="Calibri" panose="020F0502020204030204" pitchFamily="34" charset="0"/>
              <a:ea typeface="Times New Roman" panose="02020603050405020304" pitchFamily="18" charset="0"/>
              <a:cs typeface="Aptos" panose="020B0004020202020204" pitchFamily="34" charset="0"/>
            </a:endParaRPr>
          </a:p>
          <a:p>
            <a:pPr algn="l" rtl="0">
              <a:spcAft>
                <a:spcPts val="1200"/>
              </a:spcAft>
            </a:pPr>
            <a:r>
              <a:rPr lang="en-US" sz="1200" dirty="0"/>
              <a:t>Blume, BD, Ford, JK, Baldwin, TT, &amp; Huang, JL (2010). Transfer of Training: A Meta-Analytic Review.</a:t>
            </a:r>
            <a:r>
              <a:rPr lang="en-US" sz="1200" i="1" dirty="0"/>
              <a:t>Journal of Management</a:t>
            </a:r>
            <a:r>
              <a:rPr lang="en-US" sz="1200" dirty="0"/>
              <a:t>,</a:t>
            </a:r>
            <a:r>
              <a:rPr lang="en-US" sz="1200" i="1" dirty="0"/>
              <a:t>36</a:t>
            </a:r>
            <a:r>
              <a:rPr lang="en-US" sz="1200" dirty="0"/>
              <a:t>(4), 1065–1105.</a:t>
            </a:r>
            <a:r>
              <a:rPr lang="en-US" sz="1200" dirty="0">
                <a:hlinkClick r:id="rId3"/>
              </a:rPr>
              <a:t>https://doi.org/10.1177/0149206309352880</a:t>
            </a:r>
            <a:endParaRPr lang="en-US" sz="1200" dirty="0"/>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Chadha, D. (2006). A curriculum model for transferable skills development.</a:t>
            </a:r>
            <a:r>
              <a:rPr lang="en-US" sz="1200" i="1" dirty="0">
                <a:effectLst/>
                <a:latin typeface="Calibri" panose="020F0502020204030204" pitchFamily="34" charset="0"/>
                <a:ea typeface="Times New Roman" panose="02020603050405020304" pitchFamily="18" charset="0"/>
                <a:cs typeface="Aptos" panose="020B0004020202020204" pitchFamily="34" charset="0"/>
              </a:rPr>
              <a:t>Engineering Education</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1</a:t>
            </a:r>
            <a:r>
              <a:rPr lang="en-US" sz="1200" dirty="0">
                <a:effectLst/>
                <a:latin typeface="Calibri" panose="020F0502020204030204" pitchFamily="34" charset="0"/>
                <a:ea typeface="Times New Roman" panose="02020603050405020304" pitchFamily="18" charset="0"/>
                <a:cs typeface="Aptos" panose="020B0004020202020204" pitchFamily="34" charset="0"/>
              </a:rPr>
              <a:t>(1), 19–24.</a:t>
            </a:r>
            <a:r>
              <a:rPr lang="en-US" sz="1200" dirty="0">
                <a:effectLst/>
                <a:latin typeface="Calibri" panose="020F0502020204030204" pitchFamily="34" charset="0"/>
                <a:ea typeface="Times New Roman" panose="02020603050405020304" pitchFamily="18" charset="0"/>
                <a:cs typeface="Aptos" panose="020B0004020202020204" pitchFamily="34" charset="0"/>
                <a:hlinkClick r:id="rId4"/>
              </a:rPr>
              <a:t>https://doi.org/10.11120/ened.2006.01010019</a:t>
            </a:r>
            <a:endParaRPr lang="en-US" sz="1200" dirty="0">
              <a:effectLst/>
              <a:latin typeface="Calibri" panose="020F0502020204030204" pitchFamily="34" charset="0"/>
              <a:ea typeface="Times New Roman" panose="02020603050405020304" pitchFamily="18" charset="0"/>
              <a:cs typeface="Aptos" panose="020B0004020202020204" pitchFamily="34" charset="0"/>
            </a:endParaRPr>
          </a:p>
          <a:p>
            <a:pPr algn="l" rtl="0">
              <a:spcAft>
                <a:spcPts val="1200"/>
              </a:spcAft>
            </a:pPr>
            <a:r>
              <a:rPr lang="en-US" sz="1200" dirty="0" err="1"/>
              <a:t>Ciarocco</a:t>
            </a:r>
            <a:r>
              <a:rPr lang="en-US" sz="1200" dirty="0"/>
              <a:t>, NJ, &amp;</a:t>
            </a:r>
            <a:r>
              <a:rPr lang="en-US" sz="1200" dirty="0" err="1"/>
              <a:t>Strohmetz</a:t>
            </a:r>
            <a:r>
              <a:rPr lang="en-US" sz="1200" dirty="0"/>
              <a:t>, DB (2018). The Employable Skills Self-Efficacy Survey: An assessment of skill confidence for psychology undergraduates.</a:t>
            </a:r>
            <a:r>
              <a:rPr lang="en-US" sz="1200" i="1" dirty="0"/>
              <a:t>Scholarship of Teaching and Learning in Psychology</a:t>
            </a:r>
            <a:r>
              <a:rPr lang="en-US" sz="1200" dirty="0"/>
              <a:t>,</a:t>
            </a:r>
            <a:r>
              <a:rPr lang="en-US" sz="1200" i="1" dirty="0"/>
              <a:t>4</a:t>
            </a:r>
            <a:r>
              <a:rPr lang="en-US" sz="1200" dirty="0"/>
              <a:t>(1), 1–15.</a:t>
            </a:r>
            <a:r>
              <a:rPr lang="en-US" sz="1200" dirty="0">
                <a:hlinkClick r:id="rId5"/>
              </a:rPr>
              <a:t>https://doi.org/10.1037/stl0000102</a:t>
            </a:r>
            <a:endParaRPr lang="en-US" sz="1200" dirty="0"/>
          </a:p>
          <a:p>
            <a:pPr algn="l" rtl="0">
              <a:spcAft>
                <a:spcPts val="1200"/>
              </a:spcAft>
            </a:pPr>
            <a:r>
              <a:rPr lang="en-US" sz="1200" dirty="0"/>
              <a:t>Darling-Hammond, L., Hyler, M., &amp; Gardner, M. (2017).</a:t>
            </a:r>
            <a:r>
              <a:rPr lang="en-US" sz="1200" i="1" dirty="0"/>
              <a:t>Effective Teacher Professional Development</a:t>
            </a:r>
            <a:r>
              <a:rPr lang="en-US" sz="1200" dirty="0"/>
              <a:t>Learning Policy Institute.</a:t>
            </a:r>
            <a:r>
              <a:rPr lang="en-US" sz="1200" dirty="0">
                <a:hlinkClick r:id="rId6"/>
              </a:rPr>
              <a:t>https://doi.org/10.54300/122.311</a:t>
            </a:r>
            <a:endParaRPr lang="en-US" sz="1200" dirty="0"/>
          </a:p>
          <a:p>
            <a:pPr algn="l" rtl="0">
              <a:spcAft>
                <a:spcPts val="1200"/>
              </a:spcAft>
            </a:pPr>
            <a:r>
              <a:rPr lang="en-US" sz="1200" dirty="0"/>
              <a:t>Desimone, LM (2009). Improving Impact Studies of Teachers' Professional Development: Toward Better Conceptualizations and Measures.</a:t>
            </a:r>
            <a:r>
              <a:rPr lang="en-US" sz="1200" i="1" dirty="0"/>
              <a:t>Educational Researcher</a:t>
            </a:r>
            <a:r>
              <a:rPr lang="en-US" sz="1200" dirty="0"/>
              <a:t>,</a:t>
            </a:r>
            <a:r>
              <a:rPr lang="en-US" sz="1200" i="1" dirty="0"/>
              <a:t>38</a:t>
            </a:r>
            <a:r>
              <a:rPr lang="en-US" sz="1200" dirty="0"/>
              <a:t>(3), 181–199.</a:t>
            </a:r>
            <a:r>
              <a:rPr lang="en-US" sz="1200" dirty="0">
                <a:hlinkClick r:id="rId7"/>
              </a:rPr>
              <a:t>https://doi.org/10.3102/0013189X08331140</a:t>
            </a:r>
            <a:endParaRPr lang="en-US" sz="1200" dirty="0"/>
          </a:p>
          <a:p>
            <a:pPr algn="l" rtl="0">
              <a:spcAft>
                <a:spcPts val="1200"/>
              </a:spcAft>
              <a:buNone/>
            </a:pPr>
            <a:r>
              <a:rPr lang="en-US" sz="1200" dirty="0" err="1">
                <a:effectLst/>
                <a:latin typeface="Calibri" panose="020F0502020204030204" pitchFamily="34" charset="0"/>
                <a:ea typeface="Times New Roman" panose="02020603050405020304" pitchFamily="18" charset="0"/>
                <a:cs typeface="Aptos" panose="020B0004020202020204" pitchFamily="34" charset="0"/>
              </a:rPr>
              <a:t>Dignath</a:t>
            </a:r>
            <a:r>
              <a:rPr lang="en-US" sz="1200" dirty="0">
                <a:effectLst/>
                <a:latin typeface="Calibri" panose="020F0502020204030204" pitchFamily="34" charset="0"/>
                <a:ea typeface="Times New Roman" panose="02020603050405020304" pitchFamily="18" charset="0"/>
                <a:cs typeface="Aptos" panose="020B0004020202020204" pitchFamily="34" charset="0"/>
              </a:rPr>
              <a:t>, C., &amp;</a:t>
            </a:r>
            <a:r>
              <a:rPr lang="en-US" sz="1200" dirty="0" err="1">
                <a:effectLst/>
                <a:latin typeface="Calibri" panose="020F0502020204030204" pitchFamily="34" charset="0"/>
                <a:ea typeface="Times New Roman" panose="02020603050405020304" pitchFamily="18" charset="0"/>
                <a:cs typeface="Aptos" panose="020B0004020202020204" pitchFamily="34" charset="0"/>
              </a:rPr>
              <a:t>Veenman</a:t>
            </a:r>
            <a:r>
              <a:rPr lang="en-US" sz="1200" dirty="0">
                <a:effectLst/>
                <a:latin typeface="Calibri" panose="020F0502020204030204" pitchFamily="34" charset="0"/>
                <a:ea typeface="Times New Roman" panose="02020603050405020304" pitchFamily="18" charset="0"/>
                <a:cs typeface="Aptos" panose="020B0004020202020204" pitchFamily="34" charset="0"/>
              </a:rPr>
              <a:t>, MVJ (2021). The Role of Direct Strategy Instruction and Indirect Activation of Self-Regulated Learning—Evidence from Classroom Observation Studies.</a:t>
            </a:r>
            <a:r>
              <a:rPr lang="en-US" sz="1200" i="1" dirty="0">
                <a:effectLst/>
                <a:latin typeface="Calibri" panose="020F0502020204030204" pitchFamily="34" charset="0"/>
                <a:ea typeface="Times New Roman" panose="02020603050405020304" pitchFamily="18" charset="0"/>
                <a:cs typeface="Aptos" panose="020B0004020202020204" pitchFamily="34" charset="0"/>
              </a:rPr>
              <a:t>Educational Psychology Review</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33</a:t>
            </a:r>
            <a:r>
              <a:rPr lang="en-US" sz="1200" dirty="0">
                <a:effectLst/>
                <a:latin typeface="Calibri" panose="020F0502020204030204" pitchFamily="34" charset="0"/>
                <a:ea typeface="Times New Roman" panose="02020603050405020304" pitchFamily="18" charset="0"/>
                <a:cs typeface="Aptos" panose="020B0004020202020204" pitchFamily="34" charset="0"/>
              </a:rPr>
              <a:t>(2), 489–533. https://doi.org/10.1007/s10648-020-09534-0</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p:txBody>
      </p:sp>
    </p:spTree>
    <p:extLst>
      <p:ext uri="{BB962C8B-B14F-4D97-AF65-F5344CB8AC3E}">
        <p14:creationId xmlns:p14="http://schemas.microsoft.com/office/powerpoint/2010/main" val="2146364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27242-857E-468F-BACD-F08E8961AA7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1B18AA-6337-2708-680E-39D6E376E268}"/>
              </a:ext>
            </a:extLst>
          </p:cNvPr>
          <p:cNvSpPr>
            <a:spLocks noGrp="1"/>
          </p:cNvSpPr>
          <p:nvPr>
            <p:ph type="sldNum" sz="quarter" idx="12"/>
          </p:nvPr>
        </p:nvSpPr>
        <p:spPr/>
        <p:txBody>
          <a:bodyPr/>
          <a:lstStyle/>
          <a:p>
            <a:pPr algn="l" rtl="0"/>
            <a:fld id="{61BD36B9-D2D7-43AE-A74F-D1C823B74562}" type="slidenum">
              <a:rPr lang="he-IL" smtClean="0"/>
              <a:t>31</a:t>
            </a:fld>
            <a:endParaRPr lang="he-IL"/>
          </a:p>
        </p:txBody>
      </p:sp>
      <p:sp>
        <p:nvSpPr>
          <p:cNvPr id="4" name="TextBox 3">
            <a:extLst>
              <a:ext uri="{FF2B5EF4-FFF2-40B4-BE49-F238E27FC236}">
                <a16:creationId xmlns:a16="http://schemas.microsoft.com/office/drawing/2014/main" id="{D146D57C-E9BD-61A0-F52B-D0DC551251FB}"/>
              </a:ext>
            </a:extLst>
          </p:cNvPr>
          <p:cNvSpPr txBox="1"/>
          <p:nvPr/>
        </p:nvSpPr>
        <p:spPr>
          <a:xfrm>
            <a:off x="691551" y="444005"/>
            <a:ext cx="11297264" cy="3939540"/>
          </a:xfrm>
          <a:prstGeom prst="rect">
            <a:avLst/>
          </a:prstGeom>
          <a:noFill/>
        </p:spPr>
        <p:txBody>
          <a:bodyPr wrap="square">
            <a:spAutoFit/>
          </a:bodyPr>
          <a:lstStyle/>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El Soufi, N., &amp; See, BH (2019). Does explicit teaching of critical thinking improve critical thinking skills of English language learners in higher education? A critical review of causal evidence.</a:t>
            </a:r>
            <a:r>
              <a:rPr lang="en-US" sz="1200" i="1" dirty="0">
                <a:effectLst/>
                <a:latin typeface="Calibri" panose="020F0502020204030204" pitchFamily="34" charset="0"/>
                <a:ea typeface="Times New Roman" panose="02020603050405020304" pitchFamily="18" charset="0"/>
                <a:cs typeface="Aptos" panose="020B0004020202020204" pitchFamily="34" charset="0"/>
              </a:rPr>
              <a:t>Studies in Educational Evaluation</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60</a:t>
            </a:r>
            <a:r>
              <a:rPr lang="en-US" sz="1200" dirty="0">
                <a:effectLst/>
                <a:latin typeface="Calibri" panose="020F0502020204030204" pitchFamily="34" charset="0"/>
                <a:ea typeface="Times New Roman" panose="02020603050405020304" pitchFamily="18" charset="0"/>
                <a:cs typeface="Aptos" panose="020B0004020202020204" pitchFamily="34" charset="0"/>
              </a:rPr>
              <a:t>, 140–162.</a:t>
            </a:r>
            <a:r>
              <a:rPr lang="en-US" sz="1200" dirty="0">
                <a:effectLst/>
                <a:latin typeface="Calibri" panose="020F0502020204030204" pitchFamily="34" charset="0"/>
                <a:ea typeface="Times New Roman" panose="02020603050405020304" pitchFamily="18" charset="0"/>
                <a:cs typeface="Aptos" panose="020B0004020202020204" pitchFamily="34" charset="0"/>
                <a:hlinkClick r:id="rId3"/>
              </a:rPr>
              <a:t>https://doi.org/10.1016/j.stueduc.2018.12.006</a:t>
            </a:r>
            <a:endParaRPr lang="en-US" sz="1200" dirty="0">
              <a:effectLst/>
              <a:latin typeface="Calibri" panose="020F0502020204030204" pitchFamily="34" charset="0"/>
              <a:ea typeface="Times New Roman" panose="02020603050405020304" pitchFamily="18" charset="0"/>
              <a:cs typeface="Aptos" panose="020B0004020202020204" pitchFamily="34" charset="0"/>
            </a:endParaRPr>
          </a:p>
          <a:p>
            <a:pPr algn="l" rtl="0">
              <a:spcAft>
                <a:spcPts val="1200"/>
              </a:spcAft>
            </a:pPr>
            <a:r>
              <a:rPr lang="en-US" sz="1200" dirty="0"/>
              <a:t>Fabian, A., Backfisch, I., Kirchner, K., &amp; Lachner, A. (2024). A systematic review and meta-analysis on TPACK-based interventions from a perspective of knowledge integration.</a:t>
            </a:r>
            <a:r>
              <a:rPr lang="en-US" sz="1200" i="1" dirty="0"/>
              <a:t>Computers and Education Open</a:t>
            </a:r>
            <a:r>
              <a:rPr lang="en-US" sz="1200" dirty="0"/>
              <a:t>,</a:t>
            </a:r>
            <a:r>
              <a:rPr lang="en-US" sz="1200" i="1" dirty="0"/>
              <a:t>7</a:t>
            </a:r>
            <a:r>
              <a:rPr lang="en-US" sz="1200" dirty="0"/>
              <a:t>, 100200.</a:t>
            </a:r>
            <a:r>
              <a:rPr lang="en-US" sz="1200" dirty="0">
                <a:hlinkClick r:id="rId4"/>
              </a:rPr>
              <a:t>https://doi.org/10.1016/j.caeo.2024.100200</a:t>
            </a:r>
            <a:endParaRPr lang="en-US" sz="1200" dirty="0"/>
          </a:p>
          <a:p>
            <a:pPr algn="l" rtl="0">
              <a:spcAft>
                <a:spcPts val="1200"/>
              </a:spcAft>
            </a:pPr>
            <a:r>
              <a:rPr lang="en-US" sz="1200" dirty="0" err="1"/>
              <a:t>Ghielen</a:t>
            </a:r>
            <a:r>
              <a:rPr lang="en-US" sz="1200" dirty="0"/>
              <a:t>, STS, Van</a:t>
            </a:r>
            <a:r>
              <a:rPr lang="en-US" sz="1200" dirty="0" err="1"/>
              <a:t>Woerkom</a:t>
            </a:r>
            <a:r>
              <a:rPr lang="en-US" sz="1200" dirty="0"/>
              <a:t>, M., &amp; Christina Meyers, M. (2017). Promoting positive outcomes through strengths interventions: A literature review.</a:t>
            </a:r>
            <a:r>
              <a:rPr lang="en-US" sz="1200" i="1" dirty="0"/>
              <a:t>The Journal of Positive Psychology</a:t>
            </a:r>
            <a:r>
              <a:rPr lang="en-US" sz="1200" dirty="0"/>
              <a:t>, 1–13.</a:t>
            </a:r>
            <a:r>
              <a:rPr lang="en-US" sz="1200" dirty="0">
                <a:hlinkClick r:id="rId5"/>
              </a:rPr>
              <a:t>https://doi.org/10.1080/17439760.2017.1365164</a:t>
            </a:r>
            <a:endParaRPr lang="en-US" sz="1200" dirty="0"/>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Gobet, F., &amp; Sala, G. (2023). Cognitive Training: A Field in Search of a Phenomenon.</a:t>
            </a:r>
            <a:r>
              <a:rPr lang="en-US" sz="1200" i="1" dirty="0">
                <a:effectLst/>
                <a:latin typeface="Calibri" panose="020F0502020204030204" pitchFamily="34" charset="0"/>
                <a:ea typeface="Times New Roman" panose="02020603050405020304" pitchFamily="18" charset="0"/>
                <a:cs typeface="Aptos" panose="020B0004020202020204" pitchFamily="34" charset="0"/>
              </a:rPr>
              <a:t>Perspectives on Psychological Science</a:t>
            </a:r>
            <a:r>
              <a:rPr lang="en-US" sz="1200" i="1" dirty="0">
                <a:latin typeface="Calibri" panose="020F0502020204030204" pitchFamily="34" charset="0"/>
                <a:ea typeface="Times New Roman" panose="02020603050405020304" pitchFamily="18" charset="0"/>
                <a:cs typeface="Aptos" panose="020B0004020202020204" pitchFamily="34" charset="0"/>
              </a:rPr>
              <a:t>, 18,</a:t>
            </a:r>
            <a:r>
              <a:rPr lang="en-US" sz="1200" dirty="0">
                <a:latin typeface="Calibri" panose="020F0502020204030204" pitchFamily="34" charset="0"/>
                <a:ea typeface="Times New Roman" panose="02020603050405020304" pitchFamily="18" charset="0"/>
                <a:cs typeface="Aptos" panose="020B0004020202020204" pitchFamily="34" charset="0"/>
              </a:rPr>
              <a:t>125-141. https://doi.org/10.1177/17456916221091830</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Hamzah, HA, Marcinko, AJ, Stephens, B., &amp; Weick, M. (2025). Making soft skills 'stick': A systematic scoping review and integrated training transfer framework grounded in</a:t>
            </a:r>
            <a:r>
              <a:rPr lang="en-US" sz="1200" dirty="0" err="1">
                <a:effectLst/>
                <a:latin typeface="Calibri" panose="020F0502020204030204" pitchFamily="34" charset="0"/>
                <a:ea typeface="Times New Roman" panose="02020603050405020304" pitchFamily="18" charset="0"/>
                <a:cs typeface="Aptos" panose="020B0004020202020204" pitchFamily="34" charset="0"/>
              </a:rPr>
              <a:t>behavioral</a:t>
            </a:r>
            <a:r>
              <a:rPr lang="en-US" sz="1200" dirty="0">
                <a:effectLst/>
                <a:latin typeface="Calibri" panose="020F0502020204030204" pitchFamily="34" charset="0"/>
                <a:ea typeface="Times New Roman" panose="02020603050405020304" pitchFamily="18" charset="0"/>
                <a:cs typeface="Aptos" panose="020B0004020202020204" pitchFamily="34" charset="0"/>
              </a:rPr>
              <a:t>science.</a:t>
            </a:r>
            <a:r>
              <a:rPr lang="en-US" sz="1200" i="1" dirty="0">
                <a:effectLst/>
                <a:latin typeface="Calibri" panose="020F0502020204030204" pitchFamily="34" charset="0"/>
                <a:ea typeface="Times New Roman" panose="02020603050405020304" pitchFamily="18" charset="0"/>
                <a:cs typeface="Aptos" panose="020B0004020202020204" pitchFamily="34" charset="0"/>
              </a:rPr>
              <a:t>European Journal of Work and Organizational Psychology</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34</a:t>
            </a:r>
            <a:r>
              <a:rPr lang="en-US" sz="1200" dirty="0">
                <a:effectLst/>
                <a:latin typeface="Calibri" panose="020F0502020204030204" pitchFamily="34" charset="0"/>
                <a:ea typeface="Times New Roman" panose="02020603050405020304" pitchFamily="18" charset="0"/>
                <a:cs typeface="Aptos" panose="020B0004020202020204" pitchFamily="34" charset="0"/>
              </a:rPr>
              <a:t>(2), 237–250.</a:t>
            </a:r>
            <a:r>
              <a:rPr lang="en-US" sz="1200" dirty="0">
                <a:effectLst/>
                <a:latin typeface="Calibri" panose="020F0502020204030204" pitchFamily="34" charset="0"/>
                <a:ea typeface="Times New Roman" panose="02020603050405020304" pitchFamily="18" charset="0"/>
                <a:cs typeface="Aptos" panose="020B0004020202020204" pitchFamily="34" charset="0"/>
                <a:hlinkClick r:id="rId6"/>
              </a:rPr>
              <a:t>https://doi.org/10.1080/1359432X.2024.2376909</a:t>
            </a:r>
            <a:endParaRPr lang="en-US" sz="1200" dirty="0">
              <a:effectLst/>
              <a:latin typeface="Calibri" panose="020F0502020204030204" pitchFamily="34" charset="0"/>
              <a:ea typeface="Times New Roman" panose="02020603050405020304" pitchFamily="18" charset="0"/>
              <a:cs typeface="Aptos" panose="020B0004020202020204" pitchFamily="34" charset="0"/>
            </a:endParaRPr>
          </a:p>
          <a:p>
            <a:pPr algn="l" rtl="0">
              <a:spcAft>
                <a:spcPts val="1200"/>
              </a:spcAft>
            </a:pPr>
            <a:r>
              <a:rPr lang="en-US" sz="1200" dirty="0"/>
              <a:t>Hiemstra, D., &amp; Van</a:t>
            </a:r>
            <a:r>
              <a:rPr lang="en-US" sz="1200" dirty="0" err="1"/>
              <a:t>Ypres</a:t>
            </a:r>
            <a:r>
              <a:rPr lang="en-US" sz="1200" dirty="0"/>
              <a:t>, NW (2015). The effects of strength-based versus deficit-based self-regulated learning strategies on students' effort intentions.</a:t>
            </a:r>
            <a:r>
              <a:rPr lang="en-US" sz="1200" i="1" dirty="0"/>
              <a:t>Motivation and Emotion</a:t>
            </a:r>
            <a:r>
              <a:rPr lang="en-US" sz="1200" dirty="0"/>
              <a:t>,</a:t>
            </a:r>
            <a:r>
              <a:rPr lang="en-US" sz="1200" i="1" dirty="0"/>
              <a:t>39</a:t>
            </a:r>
            <a:r>
              <a:rPr lang="en-US" sz="1200" dirty="0"/>
              <a:t>(5), 656–668.</a:t>
            </a:r>
            <a:r>
              <a:rPr lang="en-US" sz="1200" dirty="0">
                <a:hlinkClick r:id="rId7"/>
              </a:rPr>
              <a:t>https://doi.org/10.1007/s11031-015-9488-8</a:t>
            </a:r>
            <a:endParaRPr lang="en-US" sz="1200" dirty="0"/>
          </a:p>
          <a:p>
            <a:pPr algn="l" rtl="0">
              <a:spcAft>
                <a:spcPts val="1200"/>
              </a:spcAft>
            </a:pPr>
            <a:r>
              <a:rPr lang="en-US" sz="1200" dirty="0"/>
              <a:t>Hughes, AM, Zajac, S., Woods, AL, &amp; Salas, E. (2020). The Role of Work Environment in Training Sustainment: A Meta-Analysis.</a:t>
            </a:r>
            <a:r>
              <a:rPr lang="en-US" sz="1200" i="1" dirty="0"/>
              <a:t>Human Factors: The Journal of the Human Factors and Ergonomics Society</a:t>
            </a:r>
            <a:r>
              <a:rPr lang="en-US" sz="1200" dirty="0"/>
              <a:t>,</a:t>
            </a:r>
            <a:r>
              <a:rPr lang="en-US" sz="1200" i="1" dirty="0"/>
              <a:t>62</a:t>
            </a:r>
            <a:r>
              <a:rPr lang="en-US" sz="1200" dirty="0"/>
              <a:t>(1), 166–183.</a:t>
            </a:r>
            <a:r>
              <a:rPr lang="en-US" sz="1200" dirty="0">
                <a:hlinkClick r:id="rId8"/>
              </a:rPr>
              <a:t>https://doi.org/10.1177/0018720819845988</a:t>
            </a:r>
            <a:endParaRPr lang="en-US" sz="1200" dirty="0"/>
          </a:p>
          <a:p>
            <a:pPr algn="l" rtl="0">
              <a:spcAft>
                <a:spcPts val="1200"/>
              </a:spcAft>
            </a:pPr>
            <a:endParaRPr lang="en-US" sz="1200" dirty="0"/>
          </a:p>
        </p:txBody>
      </p:sp>
    </p:spTree>
    <p:extLst>
      <p:ext uri="{BB962C8B-B14F-4D97-AF65-F5344CB8AC3E}">
        <p14:creationId xmlns:p14="http://schemas.microsoft.com/office/powerpoint/2010/main" val="2453141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7993C-15DA-41D9-472A-36F01FFBDE8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A77A7C-0AE0-DC78-4E3C-CC76D3F98A4A}"/>
              </a:ext>
            </a:extLst>
          </p:cNvPr>
          <p:cNvSpPr>
            <a:spLocks noGrp="1"/>
          </p:cNvSpPr>
          <p:nvPr>
            <p:ph type="sldNum" sz="quarter" idx="12"/>
          </p:nvPr>
        </p:nvSpPr>
        <p:spPr/>
        <p:txBody>
          <a:bodyPr/>
          <a:lstStyle/>
          <a:p>
            <a:pPr algn="l" rtl="0"/>
            <a:fld id="{61BD36B9-D2D7-43AE-A74F-D1C823B74562}" type="slidenum">
              <a:rPr lang="he-IL" smtClean="0"/>
              <a:t>32</a:t>
            </a:fld>
            <a:endParaRPr lang="he-IL"/>
          </a:p>
        </p:txBody>
      </p:sp>
      <p:sp>
        <p:nvSpPr>
          <p:cNvPr id="4" name="TextBox 3">
            <a:extLst>
              <a:ext uri="{FF2B5EF4-FFF2-40B4-BE49-F238E27FC236}">
                <a16:creationId xmlns:a16="http://schemas.microsoft.com/office/drawing/2014/main" id="{FDD51C41-2F85-8300-1BE2-B34D3F571518}"/>
              </a:ext>
            </a:extLst>
          </p:cNvPr>
          <p:cNvSpPr txBox="1"/>
          <p:nvPr/>
        </p:nvSpPr>
        <p:spPr>
          <a:xfrm>
            <a:off x="691551" y="211442"/>
            <a:ext cx="11297264" cy="6370975"/>
          </a:xfrm>
          <a:prstGeom prst="rect">
            <a:avLst/>
          </a:prstGeom>
          <a:noFill/>
        </p:spPr>
        <p:txBody>
          <a:bodyPr wrap="square">
            <a:spAutoFit/>
          </a:bodyPr>
          <a:lstStyle/>
          <a:p>
            <a:pPr algn="l" rtl="0">
              <a:spcAft>
                <a:spcPts val="1200"/>
              </a:spcAft>
              <a:buNone/>
            </a:pPr>
            <a:r>
              <a:rPr lang="en-US" sz="1200" dirty="0" err="1">
                <a:effectLst/>
                <a:latin typeface="Calibri" panose="020F0502020204030204" pitchFamily="34" charset="0"/>
                <a:ea typeface="Times New Roman" panose="02020603050405020304" pitchFamily="18" charset="0"/>
                <a:cs typeface="Aptos" panose="020B0004020202020204" pitchFamily="34" charset="0"/>
              </a:rPr>
              <a:t>Kalen</a:t>
            </a:r>
            <a:r>
              <a:rPr lang="en-US" sz="1200" dirty="0">
                <a:effectLst/>
                <a:latin typeface="Calibri" panose="020F0502020204030204" pitchFamily="34" charset="0"/>
                <a:ea typeface="Times New Roman" panose="02020603050405020304" pitchFamily="18" charset="0"/>
                <a:cs typeface="Aptos" panose="020B0004020202020204" pitchFamily="34" charset="0"/>
              </a:rPr>
              <a:t>, A.,</a:t>
            </a:r>
            <a:r>
              <a:rPr lang="en-US" sz="1200" dirty="0" err="1">
                <a:effectLst/>
                <a:latin typeface="Calibri" panose="020F0502020204030204" pitchFamily="34" charset="0"/>
                <a:ea typeface="Times New Roman" panose="02020603050405020304" pitchFamily="18" charset="0"/>
                <a:cs typeface="Aptos" panose="020B0004020202020204" pitchFamily="34" charset="0"/>
              </a:rPr>
              <a:t>Bisagno</a:t>
            </a:r>
            <a:r>
              <a:rPr lang="en-US" sz="1200" dirty="0">
                <a:effectLst/>
                <a:latin typeface="Calibri" panose="020F0502020204030204" pitchFamily="34" charset="0"/>
                <a:ea typeface="Times New Roman" panose="02020603050405020304" pitchFamily="18" charset="0"/>
                <a:cs typeface="Aptos" panose="020B0004020202020204" pitchFamily="34" charset="0"/>
              </a:rPr>
              <a:t>, E., Musculus, L., Raab, M., Pérez-</a:t>
            </a:r>
            <a:r>
              <a:rPr lang="en-US" sz="1200" dirty="0" err="1">
                <a:effectLst/>
                <a:latin typeface="Calibri" panose="020F0502020204030204" pitchFamily="34" charset="0"/>
                <a:ea typeface="Times New Roman" panose="02020603050405020304" pitchFamily="18" charset="0"/>
                <a:cs typeface="Aptos" panose="020B0004020202020204" pitchFamily="34" charset="0"/>
              </a:rPr>
              <a:t>Ferreiros</a:t>
            </a:r>
            <a:r>
              <a:rPr lang="en-US" sz="1200" dirty="0">
                <a:effectLst/>
                <a:latin typeface="Calibri" panose="020F0502020204030204" pitchFamily="34" charset="0"/>
                <a:ea typeface="Times New Roman" panose="02020603050405020304" pitchFamily="18" charset="0"/>
                <a:cs typeface="Aptos" panose="020B0004020202020204" pitchFamily="34" charset="0"/>
              </a:rPr>
              <a:t>, A., Williams, A.M., Araújo, D., Lindwall, M., &amp; Ivarsson, A. (2021). The role of domain-specific and domain-general cognitive functions and skills in sports performance: A meta-analysis.</a:t>
            </a:r>
            <a:r>
              <a:rPr lang="en-US" sz="1200" i="1" dirty="0">
                <a:effectLst/>
                <a:latin typeface="Calibri" panose="020F0502020204030204" pitchFamily="34" charset="0"/>
                <a:ea typeface="Times New Roman" panose="02020603050405020304" pitchFamily="18" charset="0"/>
                <a:cs typeface="Aptos" panose="020B0004020202020204" pitchFamily="34" charset="0"/>
              </a:rPr>
              <a:t>Psychological Bulletin</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147</a:t>
            </a:r>
            <a:r>
              <a:rPr lang="en-US" sz="1200" dirty="0">
                <a:effectLst/>
                <a:latin typeface="Calibri" panose="020F0502020204030204" pitchFamily="34" charset="0"/>
                <a:ea typeface="Times New Roman" panose="02020603050405020304" pitchFamily="18" charset="0"/>
                <a:cs typeface="Aptos" panose="020B0004020202020204" pitchFamily="34" charset="0"/>
              </a:rPr>
              <a:t>(12), 1290–1308. https://doi.org/10.1037/bul0000355</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Kaminske, AN, Kuepper-Tetzel, CE, Nebel, CL,</a:t>
            </a:r>
            <a:r>
              <a:rPr lang="en-US" sz="1200" dirty="0" err="1">
                <a:effectLst/>
                <a:latin typeface="Calibri" panose="020F0502020204030204" pitchFamily="34" charset="0"/>
                <a:ea typeface="Times New Roman" panose="02020603050405020304" pitchFamily="18" charset="0"/>
                <a:cs typeface="Aptos" panose="020B0004020202020204" pitchFamily="34" charset="0"/>
              </a:rPr>
              <a:t>Sumeracki</a:t>
            </a:r>
            <a:r>
              <a:rPr lang="en-US" sz="1200" dirty="0">
                <a:effectLst/>
                <a:latin typeface="Calibri" panose="020F0502020204030204" pitchFamily="34" charset="0"/>
                <a:ea typeface="Times New Roman" panose="02020603050405020304" pitchFamily="18" charset="0"/>
                <a:cs typeface="Aptos" panose="020B0004020202020204" pitchFamily="34" charset="0"/>
              </a:rPr>
              <a:t>, MA, &amp; Ryan, SP (2020). Transfer: A Review for Biology and the Life Sciences.</a:t>
            </a:r>
            <a:r>
              <a:rPr lang="en-US" sz="1200" i="1" dirty="0">
                <a:effectLst/>
                <a:latin typeface="Calibri" panose="020F0502020204030204" pitchFamily="34" charset="0"/>
                <a:ea typeface="Times New Roman" panose="02020603050405020304" pitchFamily="18" charset="0"/>
                <a:cs typeface="Aptos" panose="020B0004020202020204" pitchFamily="34" charset="0"/>
              </a:rPr>
              <a:t>CBE—Life Sciences Education</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19</a:t>
            </a:r>
            <a:r>
              <a:rPr lang="en-US" sz="1200" dirty="0">
                <a:effectLst/>
                <a:latin typeface="Calibri" panose="020F0502020204030204" pitchFamily="34" charset="0"/>
                <a:ea typeface="Times New Roman" panose="02020603050405020304" pitchFamily="18" charset="0"/>
                <a:cs typeface="Aptos" panose="020B0004020202020204" pitchFamily="34" charset="0"/>
              </a:rPr>
              <a:t>(3), es9. https://doi.org/10.1187/cbe.19-11-0227</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err="1">
                <a:effectLst/>
                <a:latin typeface="Calibri" panose="020F0502020204030204" pitchFamily="34" charset="0"/>
                <a:ea typeface="Times New Roman" panose="02020603050405020304" pitchFamily="18" charset="0"/>
                <a:cs typeface="Aptos" panose="020B0004020202020204" pitchFamily="34" charset="0"/>
              </a:rPr>
              <a:t>Kraiger</a:t>
            </a:r>
            <a:r>
              <a:rPr lang="en-US" sz="1200" dirty="0">
                <a:effectLst/>
                <a:latin typeface="Calibri" panose="020F0502020204030204" pitchFamily="34" charset="0"/>
                <a:ea typeface="Times New Roman" panose="02020603050405020304" pitchFamily="18" charset="0"/>
                <a:cs typeface="Aptos" panose="020B0004020202020204" pitchFamily="34" charset="0"/>
              </a:rPr>
              <a:t>, K., &amp; Ford, JK (2021). The Science of Workplace Instruction: Learning and Development Applied to Work.</a:t>
            </a:r>
            <a:r>
              <a:rPr lang="en-US" sz="1200" i="1" dirty="0">
                <a:effectLst/>
                <a:latin typeface="Calibri" panose="020F0502020204030204" pitchFamily="34" charset="0"/>
                <a:ea typeface="Times New Roman" panose="02020603050405020304" pitchFamily="18" charset="0"/>
                <a:cs typeface="Aptos" panose="020B0004020202020204" pitchFamily="34" charset="0"/>
              </a:rPr>
              <a:t>Annual Review of Organizational Psychology and Organizational Behavior</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Li, Z., &amp; Oon, PT (2024). The transfer effect of computational thinking (CT)-STEM: A systematic literature review and meta-analysis.</a:t>
            </a:r>
            <a:r>
              <a:rPr lang="en-US" sz="1200" i="1" dirty="0">
                <a:effectLst/>
                <a:latin typeface="Calibri" panose="020F0502020204030204" pitchFamily="34" charset="0"/>
                <a:ea typeface="Times New Roman" panose="02020603050405020304" pitchFamily="18" charset="0"/>
                <a:cs typeface="Aptos" panose="020B0004020202020204" pitchFamily="34" charset="0"/>
              </a:rPr>
              <a:t>International Journal of STEM Education</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11</a:t>
            </a:r>
            <a:r>
              <a:rPr lang="en-US" sz="1200" dirty="0">
                <a:effectLst/>
                <a:latin typeface="Calibri" panose="020F0502020204030204" pitchFamily="34" charset="0"/>
                <a:ea typeface="Times New Roman" panose="02020603050405020304" pitchFamily="18" charset="0"/>
                <a:cs typeface="Aptos" panose="020B0004020202020204" pitchFamily="34" charset="0"/>
              </a:rPr>
              <a:t>(1), 44.</a:t>
            </a:r>
            <a:r>
              <a:rPr lang="en-US" sz="1200" dirty="0">
                <a:effectLst/>
                <a:latin typeface="Calibri" panose="020F0502020204030204" pitchFamily="34" charset="0"/>
                <a:ea typeface="Times New Roman" panose="02020603050405020304" pitchFamily="18" charset="0"/>
                <a:cs typeface="Aptos" panose="020B0004020202020204" pitchFamily="34" charset="0"/>
                <a:hlinkClick r:id="rId2"/>
              </a:rPr>
              <a:t>https://doi.org/10.1186/s40594-024-00498-z</a:t>
            </a:r>
            <a:endParaRPr lang="en-US" sz="1200" dirty="0">
              <a:effectLst/>
              <a:latin typeface="Calibri" panose="020F0502020204030204" pitchFamily="34" charset="0"/>
              <a:ea typeface="Times New Roman" panose="02020603050405020304" pitchFamily="18" charset="0"/>
              <a:cs typeface="Aptos" panose="020B0004020202020204" pitchFamily="34" charset="0"/>
            </a:endParaRPr>
          </a:p>
          <a:p>
            <a:pPr algn="l" rtl="0">
              <a:spcAft>
                <a:spcPts val="1200"/>
              </a:spcAft>
            </a:pPr>
            <a:r>
              <a:rPr lang="en-US" sz="1200" dirty="0"/>
              <a:t>Lindvall, J., Kirsten, N.,</a:t>
            </a:r>
            <a:r>
              <a:rPr lang="en-US" sz="1200" dirty="0" err="1"/>
              <a:t>Ryve</a:t>
            </a:r>
            <a:r>
              <a:rPr lang="en-US" sz="1200" dirty="0"/>
              <a:t>, A., &amp; Gustafsson, J.-E. (2025). A critical review and meta-analysis of studies investigating the effects of the professional development teachers typically receive.</a:t>
            </a:r>
            <a:r>
              <a:rPr lang="en-US" sz="1200" i="1" dirty="0"/>
              <a:t>Studies in Educational Evaluation</a:t>
            </a:r>
            <a:r>
              <a:rPr lang="en-US" sz="1200" dirty="0"/>
              <a:t>,</a:t>
            </a:r>
            <a:r>
              <a:rPr lang="en-US" sz="1200" i="1" dirty="0"/>
              <a:t>86</a:t>
            </a:r>
            <a:r>
              <a:rPr lang="en-US" sz="1200" dirty="0"/>
              <a:t>, 101482.</a:t>
            </a:r>
            <a:r>
              <a:rPr lang="en-US" sz="1200" dirty="0">
                <a:hlinkClick r:id="rId3"/>
              </a:rPr>
              <a:t>https://doi.org/10.1016/j.stueduc.2025.101482</a:t>
            </a:r>
            <a:endParaRPr lang="en-US" sz="1200" dirty="0"/>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Marin-Zapata, SI, Román-Calderón, JP, Robledo-Ardila, C., &amp; Jaramillo-Serna, MA (2022). Soft skills, do we know what we are talking about?</a:t>
            </a:r>
            <a:r>
              <a:rPr lang="en-US" sz="1200" i="1" dirty="0">
                <a:effectLst/>
                <a:latin typeface="Calibri" panose="020F0502020204030204" pitchFamily="34" charset="0"/>
                <a:ea typeface="Times New Roman" panose="02020603050405020304" pitchFamily="18" charset="0"/>
                <a:cs typeface="Aptos" panose="020B0004020202020204" pitchFamily="34" charset="0"/>
              </a:rPr>
              <a:t>Review of Managerial Science</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16</a:t>
            </a:r>
            <a:r>
              <a:rPr lang="en-US" sz="1200" dirty="0">
                <a:effectLst/>
                <a:latin typeface="Calibri" panose="020F0502020204030204" pitchFamily="34" charset="0"/>
                <a:ea typeface="Times New Roman" panose="02020603050405020304" pitchFamily="18" charset="0"/>
                <a:cs typeface="Aptos" panose="020B0004020202020204" pitchFamily="34" charset="0"/>
              </a:rPr>
              <a:t>(4), 969–1000. https://doi.org/10.1007/s11846-021-00474-9</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Mello, L.V., &amp;</a:t>
            </a:r>
            <a:r>
              <a:rPr lang="en-US" sz="1200" dirty="0" err="1">
                <a:effectLst/>
                <a:latin typeface="Calibri" panose="020F0502020204030204" pitchFamily="34" charset="0"/>
                <a:ea typeface="Times New Roman" panose="02020603050405020304" pitchFamily="18" charset="0"/>
                <a:cs typeface="Aptos" panose="020B0004020202020204" pitchFamily="34" charset="0"/>
              </a:rPr>
              <a:t>Wattret</a:t>
            </a:r>
            <a:r>
              <a:rPr lang="en-US" sz="1200" dirty="0">
                <a:effectLst/>
                <a:latin typeface="Calibri" panose="020F0502020204030204" pitchFamily="34" charset="0"/>
                <a:ea typeface="Times New Roman" panose="02020603050405020304" pitchFamily="18" charset="0"/>
                <a:cs typeface="Aptos" panose="020B0004020202020204" pitchFamily="34" charset="0"/>
              </a:rPr>
              <a:t>, G. (2021). Developing transferable skills through embedding reflection in the science curriculum.</a:t>
            </a:r>
            <a:r>
              <a:rPr lang="en-US" sz="1200" i="1" dirty="0">
                <a:effectLst/>
                <a:latin typeface="Calibri" panose="020F0502020204030204" pitchFamily="34" charset="0"/>
                <a:ea typeface="Times New Roman" panose="02020603050405020304" pitchFamily="18" charset="0"/>
                <a:cs typeface="Aptos" panose="020B0004020202020204" pitchFamily="34" charset="0"/>
              </a:rPr>
              <a:t>Biophysical Reviews</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13</a:t>
            </a:r>
            <a:r>
              <a:rPr lang="en-US" sz="1200" dirty="0">
                <a:effectLst/>
                <a:latin typeface="Calibri" panose="020F0502020204030204" pitchFamily="34" charset="0"/>
                <a:ea typeface="Times New Roman" panose="02020603050405020304" pitchFamily="18" charset="0"/>
                <a:cs typeface="Aptos" panose="020B0004020202020204" pitchFamily="34" charset="0"/>
              </a:rPr>
              <a:t>(6), 897–903. https://doi.org/10.1007/s12551-021-00852-3</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Metcalfe, J. (2017). Learning from Errors.</a:t>
            </a:r>
            <a:r>
              <a:rPr lang="en-US" sz="1200" i="1" dirty="0">
                <a:effectLst/>
                <a:latin typeface="Calibri" panose="020F0502020204030204" pitchFamily="34" charset="0"/>
                <a:ea typeface="Times New Roman" panose="02020603050405020304" pitchFamily="18" charset="0"/>
                <a:cs typeface="Aptos" panose="020B0004020202020204" pitchFamily="34" charset="0"/>
              </a:rPr>
              <a:t>Annual Review of Psychology</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68</a:t>
            </a:r>
            <a:r>
              <a:rPr lang="en-US" sz="1200" dirty="0">
                <a:effectLst/>
                <a:latin typeface="Calibri" panose="020F0502020204030204" pitchFamily="34" charset="0"/>
                <a:ea typeface="Times New Roman" panose="02020603050405020304" pitchFamily="18" charset="0"/>
                <a:cs typeface="Aptos" panose="020B0004020202020204" pitchFamily="34" charset="0"/>
              </a:rPr>
              <a:t>(1), 465–489. https://doi.org/10.1146/annurev-psych-010416-044022</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National Center for O*NET Development. (2025).</a:t>
            </a:r>
            <a:r>
              <a:rPr lang="en-US" sz="1200" i="1" dirty="0">
                <a:effectLst/>
                <a:latin typeface="Calibri" panose="020F0502020204030204" pitchFamily="34" charset="0"/>
                <a:ea typeface="Times New Roman" panose="02020603050405020304" pitchFamily="18" charset="0"/>
                <a:cs typeface="Aptos" panose="020B0004020202020204" pitchFamily="34" charset="0"/>
              </a:rPr>
              <a:t>The O*NET Content Model</a:t>
            </a:r>
            <a:r>
              <a:rPr lang="en-US" sz="1200" dirty="0">
                <a:effectLst/>
                <a:latin typeface="Calibri" panose="020F0502020204030204" pitchFamily="34" charset="0"/>
                <a:ea typeface="Times New Roman" panose="02020603050405020304" pitchFamily="18" charset="0"/>
                <a:cs typeface="Aptos" panose="020B0004020202020204" pitchFamily="34" charset="0"/>
              </a:rPr>
              <a:t>https://www.onetcenter.org/content.html#cm2</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Olesen, KB, Christensen, MK, &amp; O'Neill, LD (2021). What do we mean by "transferable skills"? A literature review of how the concept is conceptualized in undergraduate health sciences education.</a:t>
            </a:r>
            <a:r>
              <a:rPr lang="en-US" sz="1200" i="1" dirty="0">
                <a:effectLst/>
                <a:latin typeface="Calibri" panose="020F0502020204030204" pitchFamily="34" charset="0"/>
                <a:ea typeface="Times New Roman" panose="02020603050405020304" pitchFamily="18" charset="0"/>
                <a:cs typeface="Aptos" panose="020B0004020202020204" pitchFamily="34" charset="0"/>
              </a:rPr>
              <a:t>Higher Education, Skills and Work-Based Learning</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11</a:t>
            </a:r>
            <a:r>
              <a:rPr lang="en-US" sz="1200" dirty="0">
                <a:effectLst/>
                <a:latin typeface="Calibri" panose="020F0502020204030204" pitchFamily="34" charset="0"/>
                <a:ea typeface="Times New Roman" panose="02020603050405020304" pitchFamily="18" charset="0"/>
                <a:cs typeface="Aptos" panose="020B0004020202020204" pitchFamily="34" charset="0"/>
              </a:rPr>
              <a:t>(3), 616–634. https://doi.org/10.1108/HESWBL-01-2020-0012</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Ren, J., Wang, M., &amp; Conway, CM (2024). Can explicit instruction boost statistical learning? A meta-analytical review.</a:t>
            </a:r>
            <a:r>
              <a:rPr lang="en-US" sz="1200" i="1" dirty="0">
                <a:effectLst/>
                <a:latin typeface="Calibri" panose="020F0502020204030204" pitchFamily="34" charset="0"/>
                <a:ea typeface="Times New Roman" panose="02020603050405020304" pitchFamily="18" charset="0"/>
                <a:cs typeface="Aptos" panose="020B0004020202020204" pitchFamily="34" charset="0"/>
              </a:rPr>
              <a:t>Journal of Educational Psychology</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116</a:t>
            </a:r>
            <a:r>
              <a:rPr lang="en-US" sz="1200" dirty="0">
                <a:effectLst/>
                <a:latin typeface="Calibri" panose="020F0502020204030204" pitchFamily="34" charset="0"/>
                <a:ea typeface="Times New Roman" panose="02020603050405020304" pitchFamily="18" charset="0"/>
                <a:cs typeface="Aptos" panose="020B0004020202020204" pitchFamily="34" charset="0"/>
              </a:rPr>
              <a:t>(7), 1215–1237. https://doi.org/10.1037/edu0000897</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Sala, G., &amp; Gobet, F. (2017). Does Far Transfer Exist? Negative Evidence From Chess, Music, and Working Memory Training.</a:t>
            </a:r>
            <a:r>
              <a:rPr lang="en-US" sz="1200" i="1" dirty="0">
                <a:effectLst/>
                <a:latin typeface="Calibri" panose="020F0502020204030204" pitchFamily="34" charset="0"/>
                <a:ea typeface="Times New Roman" panose="02020603050405020304" pitchFamily="18" charset="0"/>
                <a:cs typeface="Aptos" panose="020B0004020202020204" pitchFamily="34" charset="0"/>
              </a:rPr>
              <a:t>Current Directions in Psychological Science</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26</a:t>
            </a:r>
            <a:r>
              <a:rPr lang="en-US" sz="1200" dirty="0">
                <a:effectLst/>
                <a:latin typeface="Calibri" panose="020F0502020204030204" pitchFamily="34" charset="0"/>
                <a:ea typeface="Times New Roman" panose="02020603050405020304" pitchFamily="18" charset="0"/>
                <a:cs typeface="Aptos" panose="020B0004020202020204" pitchFamily="34" charset="0"/>
              </a:rPr>
              <a:t>(6), 515–520.</a:t>
            </a:r>
            <a:r>
              <a:rPr lang="en-US" sz="1200" dirty="0">
                <a:effectLst/>
                <a:latin typeface="Calibri" panose="020F0502020204030204" pitchFamily="34" charset="0"/>
                <a:ea typeface="Times New Roman" panose="02020603050405020304" pitchFamily="18" charset="0"/>
                <a:cs typeface="Aptos" panose="020B0004020202020204" pitchFamily="34" charset="0"/>
                <a:hlinkClick r:id="rId4"/>
              </a:rPr>
              <a:t>https://doi.org/10.1177/0963721417712760</a:t>
            </a:r>
            <a:endParaRPr lang="en-US" sz="1200" dirty="0">
              <a:effectLst/>
              <a:latin typeface="Calibri" panose="020F0502020204030204" pitchFamily="34" charset="0"/>
              <a:ea typeface="Times New Roman" panose="02020603050405020304" pitchFamily="18" charset="0"/>
              <a:cs typeface="Aptos" panose="020B0004020202020204" pitchFamily="34" charset="0"/>
            </a:endParaRPr>
          </a:p>
          <a:p>
            <a:pPr algn="l" rtl="0">
              <a:spcAft>
                <a:spcPts val="1200"/>
              </a:spcAft>
            </a:pPr>
            <a:r>
              <a:rPr lang="en-US" sz="1200" dirty="0"/>
              <a:t>Schutte, NS, &amp; Malouff, JM (2019). The Impact of Signature Character Strengths Interventions: A Meta-analysis.</a:t>
            </a:r>
            <a:r>
              <a:rPr lang="en-US" sz="1200" i="1" dirty="0"/>
              <a:t>Journal of Happiness Studies</a:t>
            </a:r>
            <a:r>
              <a:rPr lang="en-US" sz="1200" dirty="0"/>
              <a:t>,</a:t>
            </a:r>
            <a:r>
              <a:rPr lang="en-US" sz="1200" i="1" dirty="0"/>
              <a:t>20</a:t>
            </a:r>
            <a:r>
              <a:rPr lang="en-US" sz="1200" dirty="0"/>
              <a:t>(4), 1179–1196.</a:t>
            </a:r>
            <a:r>
              <a:rPr lang="en-US" sz="1200" dirty="0">
                <a:hlinkClick r:id="rId5"/>
              </a:rPr>
              <a:t>https://doi.org/10.1007/s10902-018-9990-2</a:t>
            </a:r>
            <a:endParaRPr lang="en-US" sz="1200" dirty="0"/>
          </a:p>
        </p:txBody>
      </p:sp>
    </p:spTree>
    <p:extLst>
      <p:ext uri="{BB962C8B-B14F-4D97-AF65-F5344CB8AC3E}">
        <p14:creationId xmlns:p14="http://schemas.microsoft.com/office/powerpoint/2010/main" val="12304245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6B615-3942-4A68-9B79-009648F5E4F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EA7B5A-9832-3EDC-713F-53314BE8C3AA}"/>
              </a:ext>
            </a:extLst>
          </p:cNvPr>
          <p:cNvSpPr>
            <a:spLocks noGrp="1"/>
          </p:cNvSpPr>
          <p:nvPr>
            <p:ph type="sldNum" sz="quarter" idx="12"/>
          </p:nvPr>
        </p:nvSpPr>
        <p:spPr/>
        <p:txBody>
          <a:bodyPr/>
          <a:lstStyle/>
          <a:p>
            <a:pPr algn="l" rtl="0"/>
            <a:fld id="{61BD36B9-D2D7-43AE-A74F-D1C823B74562}" type="slidenum">
              <a:rPr lang="he-IL" smtClean="0"/>
              <a:t>33</a:t>
            </a:fld>
            <a:endParaRPr lang="he-IL"/>
          </a:p>
        </p:txBody>
      </p:sp>
      <p:sp>
        <p:nvSpPr>
          <p:cNvPr id="4" name="TextBox 3">
            <a:extLst>
              <a:ext uri="{FF2B5EF4-FFF2-40B4-BE49-F238E27FC236}">
                <a16:creationId xmlns:a16="http://schemas.microsoft.com/office/drawing/2014/main" id="{7930E6FC-7DC7-9098-3919-C86A8DDB85FE}"/>
              </a:ext>
            </a:extLst>
          </p:cNvPr>
          <p:cNvSpPr txBox="1"/>
          <p:nvPr/>
        </p:nvSpPr>
        <p:spPr>
          <a:xfrm>
            <a:off x="691550" y="398882"/>
            <a:ext cx="11003247" cy="6186309"/>
          </a:xfrm>
          <a:prstGeom prst="rect">
            <a:avLst/>
          </a:prstGeom>
          <a:noFill/>
        </p:spPr>
        <p:txBody>
          <a:bodyPr wrap="square">
            <a:spAutoFit/>
          </a:bodyPr>
          <a:lstStyle/>
          <a:p>
            <a:pPr algn="l" rtl="0">
              <a:spcAft>
                <a:spcPts val="1200"/>
              </a:spcAft>
            </a:pPr>
            <a:r>
              <a:rPr lang="en-US" sz="1200" dirty="0"/>
              <a:t>Sims, S., Fletcher-Wood, H., O'Mara-Eves, A., Cottingham, S., Stansfield, C., Goodrich, J., Van</a:t>
            </a:r>
            <a:r>
              <a:rPr lang="en-US" sz="1200" dirty="0" err="1"/>
              <a:t>Herwegen</a:t>
            </a:r>
            <a:r>
              <a:rPr lang="en-US" sz="1200" dirty="0"/>
              <a:t>, J., &amp; Anders, J. (2025). Effective Teacher Professional Development: New Theory and a Meta-Analytic Test.</a:t>
            </a:r>
            <a:r>
              <a:rPr lang="en-US" sz="1200" i="1" dirty="0"/>
              <a:t>Review of Educational Research</a:t>
            </a:r>
            <a:r>
              <a:rPr lang="en-US" sz="1200" dirty="0"/>
              <a:t>,</a:t>
            </a:r>
            <a:r>
              <a:rPr lang="en-US" sz="1200" i="1" dirty="0"/>
              <a:t>95</a:t>
            </a:r>
            <a:r>
              <a:rPr lang="en-US" sz="1200" dirty="0"/>
              <a:t>(2), 213–254.</a:t>
            </a:r>
            <a:r>
              <a:rPr lang="en-US" sz="1200" dirty="0">
                <a:hlinkClick r:id="rId3"/>
              </a:rPr>
              <a:t>https://doi.org/10.3102/00346543231217480</a:t>
            </a:r>
            <a:endParaRPr lang="en-US" sz="1200" dirty="0"/>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Soderstrom, NC, &amp; Bjork, RA (2015). Learning Versus Performance: An Integrative Review.</a:t>
            </a:r>
            <a:r>
              <a:rPr lang="en-US" sz="1200" i="1" dirty="0">
                <a:effectLst/>
                <a:latin typeface="Calibri" panose="020F0502020204030204" pitchFamily="34" charset="0"/>
                <a:ea typeface="Times New Roman" panose="02020603050405020304" pitchFamily="18" charset="0"/>
                <a:cs typeface="Aptos" panose="020B0004020202020204" pitchFamily="34" charset="0"/>
              </a:rPr>
              <a:t>Perspectives on Psychological Science</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10</a:t>
            </a:r>
            <a:r>
              <a:rPr lang="en-US" sz="1200" dirty="0">
                <a:effectLst/>
                <a:latin typeface="Calibri" panose="020F0502020204030204" pitchFamily="34" charset="0"/>
                <a:ea typeface="Times New Roman" panose="02020603050405020304" pitchFamily="18" charset="0"/>
                <a:cs typeface="Aptos" panose="020B0004020202020204" pitchFamily="34" charset="0"/>
              </a:rPr>
              <a:t>(2), 176–199.</a:t>
            </a:r>
            <a:r>
              <a:rPr lang="en-US" sz="1200" dirty="0">
                <a:effectLst/>
                <a:latin typeface="Calibri" panose="020F0502020204030204" pitchFamily="34" charset="0"/>
                <a:ea typeface="Times New Roman" panose="02020603050405020304" pitchFamily="18" charset="0"/>
                <a:cs typeface="Aptos" panose="020B0004020202020204" pitchFamily="34" charset="0"/>
                <a:hlinkClick r:id="rId4"/>
              </a:rPr>
              <a:t>https://doi.org/10.1177/1745691615569000</a:t>
            </a:r>
            <a:endParaRPr lang="en-US" sz="1200" dirty="0">
              <a:effectLst/>
              <a:latin typeface="Calibri" panose="020F0502020204030204" pitchFamily="34" charset="0"/>
              <a:ea typeface="Times New Roman" panose="02020603050405020304" pitchFamily="18" charset="0"/>
              <a:cs typeface="Aptos" panose="020B0004020202020204" pitchFamily="34" charset="0"/>
            </a:endParaRPr>
          </a:p>
          <a:p>
            <a:pPr algn="l" rtl="0">
              <a:spcAft>
                <a:spcPts val="1200"/>
              </a:spcAft>
            </a:pPr>
            <a:r>
              <a:rPr lang="en-US" sz="1200" dirty="0"/>
              <a:t>Teo, T., Unwin, S., Scherer, R., &amp; Gardiner, V. (2021). Initial teacher training for twenty-first century skills in the Fourth Industrial Revolution (IR 4.0): A scoping review.</a:t>
            </a:r>
            <a:r>
              <a:rPr lang="en-US" sz="1200" i="1" dirty="0"/>
              <a:t>Computers &amp; Education</a:t>
            </a:r>
            <a:r>
              <a:rPr lang="en-US" sz="1200" dirty="0"/>
              <a:t>,</a:t>
            </a:r>
            <a:r>
              <a:rPr lang="en-US" sz="1200" i="1" dirty="0"/>
              <a:t>170</a:t>
            </a:r>
            <a:r>
              <a:rPr lang="en-US" sz="1200" dirty="0"/>
              <a:t>, 104223.</a:t>
            </a:r>
            <a:r>
              <a:rPr lang="en-US" sz="1200" dirty="0">
                <a:hlinkClick r:id="rId5"/>
              </a:rPr>
              <a:t>https://doi.org/10.1016/j.compedu.2021.104223</a:t>
            </a:r>
            <a:endParaRPr lang="en-US" sz="1200" dirty="0"/>
          </a:p>
          <a:p>
            <a:pPr algn="l" rtl="0">
              <a:spcAft>
                <a:spcPts val="1200"/>
              </a:spcAft>
            </a:pPr>
            <a:r>
              <a:rPr lang="en-US" sz="1200" dirty="0"/>
              <a:t>Valtonen, T., Sointu, E., Kukkonen, J., Kontkanen, S., Lambert, MC, &amp; Mäkitalo-Siegl, K. (2017). TPACK updated to measure pre-service teachers' twenty-first century skills.</a:t>
            </a:r>
            <a:r>
              <a:rPr lang="en-US" sz="1200" i="1" dirty="0"/>
              <a:t>Australasian Journal of Educational Technology</a:t>
            </a:r>
            <a:r>
              <a:rPr lang="en-US" sz="1200" dirty="0"/>
              <a:t>,</a:t>
            </a:r>
            <a:r>
              <a:rPr lang="en-US" sz="1200" i="1" dirty="0"/>
              <a:t>33</a:t>
            </a:r>
            <a:r>
              <a:rPr lang="en-US" sz="1200" dirty="0"/>
              <a:t>(3).</a:t>
            </a:r>
            <a:r>
              <a:rPr lang="en-US" sz="1200" dirty="0">
                <a:hlinkClick r:id="rId6"/>
              </a:rPr>
              <a:t>https://doi.org/10.14742/ajet.3518</a:t>
            </a:r>
            <a:endParaRPr lang="en-US" sz="1200" dirty="0"/>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Van Der Kleij, </a:t>
            </a:r>
            <a:r>
              <a:rPr lang="en-US" sz="1200" dirty="0" err="1">
                <a:effectLst/>
                <a:latin typeface="Calibri" panose="020F0502020204030204" pitchFamily="34" charset="0"/>
                <a:ea typeface="Times New Roman" panose="02020603050405020304" pitchFamily="18" charset="0"/>
                <a:cs typeface="Aptos" panose="020B0004020202020204" pitchFamily="34" charset="0"/>
              </a:rPr>
              <a:t>FM,Feskens</a:t>
            </a:r>
            <a:r>
              <a:rPr lang="en-US" sz="1200" dirty="0">
                <a:effectLst/>
                <a:latin typeface="Calibri" panose="020F0502020204030204" pitchFamily="34" charset="0"/>
                <a:ea typeface="Times New Roman" panose="02020603050405020304" pitchFamily="18" charset="0"/>
                <a:cs typeface="Aptos" panose="020B0004020202020204" pitchFamily="34" charset="0"/>
              </a:rPr>
              <a:t>, RCW, &amp; Eggen, TJHM (2015). Effects of Feedback in a Computer-Based Learning Environment on Students' Learning Outcomes: A Meta-Analysis.</a:t>
            </a:r>
            <a:r>
              <a:rPr lang="en-US" sz="1200" i="1" dirty="0">
                <a:effectLst/>
                <a:latin typeface="Calibri" panose="020F0502020204030204" pitchFamily="34" charset="0"/>
                <a:ea typeface="Times New Roman" panose="02020603050405020304" pitchFamily="18" charset="0"/>
                <a:cs typeface="Aptos" panose="020B0004020202020204" pitchFamily="34" charset="0"/>
              </a:rPr>
              <a:t>Review of Educational Research</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85</a:t>
            </a:r>
            <a:r>
              <a:rPr lang="en-US" sz="1200" dirty="0">
                <a:effectLst/>
                <a:latin typeface="Calibri" panose="020F0502020204030204" pitchFamily="34" charset="0"/>
                <a:ea typeface="Times New Roman" panose="02020603050405020304" pitchFamily="18" charset="0"/>
                <a:cs typeface="Aptos" panose="020B0004020202020204" pitchFamily="34" charset="0"/>
              </a:rPr>
              <a:t>(4), 475–511.</a:t>
            </a:r>
            <a:r>
              <a:rPr lang="en-US" sz="1200" dirty="0">
                <a:effectLst/>
                <a:latin typeface="Calibri" panose="020F0502020204030204" pitchFamily="34" charset="0"/>
                <a:ea typeface="Times New Roman" panose="02020603050405020304" pitchFamily="18" charset="0"/>
                <a:cs typeface="Aptos" panose="020B0004020202020204" pitchFamily="34" charset="0"/>
                <a:hlinkClick r:id="rId7"/>
              </a:rPr>
              <a:t>https://doi.org/10.3102/0034654314564881</a:t>
            </a:r>
            <a:endParaRPr lang="en-US" sz="1200" dirty="0">
              <a:effectLst/>
              <a:latin typeface="Calibri" panose="020F0502020204030204" pitchFamily="34" charset="0"/>
              <a:ea typeface="Times New Roman" panose="02020603050405020304" pitchFamily="18" charset="0"/>
              <a:cs typeface="Aptos" panose="020B0004020202020204" pitchFamily="34" charset="0"/>
            </a:endParaRPr>
          </a:p>
          <a:p>
            <a:pPr algn="l" rtl="0">
              <a:spcAft>
                <a:spcPts val="1200"/>
              </a:spcAft>
            </a:pPr>
            <a:r>
              <a:rPr lang="en-US" sz="1200" dirty="0"/>
              <a:t>Vincent-</a:t>
            </a:r>
            <a:r>
              <a:rPr lang="en-US" sz="1200" dirty="0" err="1"/>
              <a:t>Lancrin</a:t>
            </a:r>
            <a:r>
              <a:rPr lang="en-US" sz="1200" dirty="0"/>
              <a:t>, S., González-Sancho, C., Bouckaert, M., De Luca, F., Fernández-</a:t>
            </a:r>
            <a:r>
              <a:rPr lang="en-US" sz="1200" dirty="0" err="1"/>
              <a:t>Barrera</a:t>
            </a:r>
            <a:r>
              <a:rPr lang="en-US" sz="1200" dirty="0"/>
              <a:t>, M., Jacotin, G.,</a:t>
            </a:r>
            <a:r>
              <a:rPr lang="en-US" sz="1200" dirty="0" err="1"/>
              <a:t>Urgel</a:t>
            </a:r>
            <a:r>
              <a:rPr lang="en-US" sz="1200" dirty="0"/>
              <a:t>, J., &amp; Vidal, Q. (2019).</a:t>
            </a:r>
            <a:r>
              <a:rPr lang="en-US" sz="1200" i="1" dirty="0"/>
              <a:t>Fostering Students' Creativity and Critical Thinking: What it Means in School</a:t>
            </a:r>
            <a:r>
              <a:rPr lang="en-US" sz="1200" dirty="0"/>
              <a:t>OECD.</a:t>
            </a:r>
            <a:r>
              <a:rPr lang="en-US" sz="1200" dirty="0">
                <a:hlinkClick r:id="rId8"/>
              </a:rPr>
              <a:t>https://doi.org/10.1787/62212c37-en</a:t>
            </a:r>
            <a:endParaRPr lang="en-US" sz="1200" dirty="0"/>
          </a:p>
          <a:p>
            <a:pPr algn="l" rtl="0">
              <a:spcAft>
                <a:spcPts val="1200"/>
              </a:spcAft>
            </a:pPr>
            <a:r>
              <a:rPr lang="en-US" sz="1200" dirty="0"/>
              <a:t>Visscher, A.J.,</a:t>
            </a:r>
            <a:r>
              <a:rPr lang="en-US" sz="1200" dirty="0" err="1"/>
              <a:t>Dmoshinskaya</a:t>
            </a:r>
            <a:r>
              <a:rPr lang="en-US" sz="1200" dirty="0"/>
              <a:t>, N., Pellegrini, M., &amp; Rey-</a:t>
            </a:r>
            <a:r>
              <a:rPr lang="en-US" sz="1200" dirty="0" err="1"/>
              <a:t>Naizaque</a:t>
            </a:r>
            <a:r>
              <a:rPr lang="en-US" sz="1200" dirty="0"/>
              <a:t>, A. (2025). (When) do teacher professional development interventions improve student achievement? A meta-analysis of 128 high-quality studies.</a:t>
            </a:r>
            <a:r>
              <a:rPr lang="en-US" sz="1200" i="1" dirty="0"/>
              <a:t>Educational Research Review</a:t>
            </a:r>
            <a:r>
              <a:rPr lang="en-US" sz="1200" dirty="0"/>
              <a:t>,</a:t>
            </a:r>
            <a:r>
              <a:rPr lang="en-US" sz="1200" i="1" dirty="0"/>
              <a:t>49</a:t>
            </a:r>
            <a:r>
              <a:rPr lang="en-US" sz="1200" dirty="0"/>
              <a:t>, 100742.</a:t>
            </a:r>
            <a:r>
              <a:rPr lang="en-US" sz="1200" dirty="0">
                <a:hlinkClick r:id="rId9"/>
              </a:rPr>
              <a:t>https://doi.org/10.1016/j.edurev.2025.100742</a:t>
            </a:r>
            <a:endParaRPr lang="en-US" sz="1200" dirty="0"/>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Wong, SSH (2023). Deliberate Erring Improves Far Transfer of Learning More Than Errorless Elaboration and Spotting and Correcting Others' Errors.</a:t>
            </a:r>
            <a:r>
              <a:rPr lang="en-US" sz="1200" i="1" dirty="0">
                <a:effectLst/>
                <a:latin typeface="Calibri" panose="020F0502020204030204" pitchFamily="34" charset="0"/>
                <a:ea typeface="Times New Roman" panose="02020603050405020304" pitchFamily="18" charset="0"/>
                <a:cs typeface="Aptos" panose="020B0004020202020204" pitchFamily="34" charset="0"/>
              </a:rPr>
              <a:t>Educational Psychology Review</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35</a:t>
            </a:r>
            <a:r>
              <a:rPr lang="en-US" sz="1200" dirty="0">
                <a:effectLst/>
                <a:latin typeface="Calibri" panose="020F0502020204030204" pitchFamily="34" charset="0"/>
                <a:ea typeface="Times New Roman" panose="02020603050405020304" pitchFamily="18" charset="0"/>
                <a:cs typeface="Aptos" panose="020B0004020202020204" pitchFamily="34" charset="0"/>
              </a:rPr>
              <a:t>(1), 16. https://doi.org/10.1007/s10648-023-09739-z</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World Economic Forum. (2025).</a:t>
            </a:r>
            <a:r>
              <a:rPr lang="en-US" sz="1200" i="1" dirty="0">
                <a:effectLst/>
                <a:latin typeface="Calibri" panose="020F0502020204030204" pitchFamily="34" charset="0"/>
                <a:ea typeface="Times New Roman" panose="02020603050405020304" pitchFamily="18" charset="0"/>
                <a:cs typeface="Aptos" panose="020B0004020202020204" pitchFamily="34" charset="0"/>
              </a:rPr>
              <a:t>Future of Jobs Report 2025</a:t>
            </a:r>
            <a:r>
              <a:rPr lang="en-US" sz="1200" dirty="0">
                <a:effectLst/>
                <a:latin typeface="Calibri" panose="020F0502020204030204" pitchFamily="34" charset="0"/>
                <a:ea typeface="Times New Roman" panose="02020603050405020304" pitchFamily="18" charset="0"/>
                <a:cs typeface="Aptos" panose="020B0004020202020204" pitchFamily="34" charset="0"/>
              </a:rPr>
              <a:t>https://www.weforum.org/publications/the-future-of-jobs-report-2025/digest/</a:t>
            </a: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buNone/>
            </a:pPr>
            <a:r>
              <a:rPr lang="en-US" sz="1200" dirty="0">
                <a:effectLst/>
                <a:latin typeface="Calibri" panose="020F0502020204030204" pitchFamily="34" charset="0"/>
                <a:ea typeface="Times New Roman" panose="02020603050405020304" pitchFamily="18" charset="0"/>
                <a:cs typeface="Aptos" panose="020B0004020202020204" pitchFamily="34" charset="0"/>
              </a:rPr>
              <a:t>Ye, J., Lai, X., &amp; Wong, GK (2022). The transfer effects of computational thinking: A systematic review with meta-analysis and qualitative synthesis.</a:t>
            </a:r>
            <a:r>
              <a:rPr lang="en-US" sz="1200" i="1" dirty="0">
                <a:effectLst/>
                <a:latin typeface="Calibri" panose="020F0502020204030204" pitchFamily="34" charset="0"/>
                <a:ea typeface="Times New Roman" panose="02020603050405020304" pitchFamily="18" charset="0"/>
                <a:cs typeface="Aptos" panose="020B0004020202020204" pitchFamily="34" charset="0"/>
              </a:rPr>
              <a:t>Journal of Computer Assisted Learning</a:t>
            </a:r>
            <a:r>
              <a:rPr lang="en-US" sz="1200" dirty="0">
                <a:effectLst/>
                <a:latin typeface="Calibri" panose="020F0502020204030204" pitchFamily="34" charset="0"/>
                <a:ea typeface="Times New Roman" panose="02020603050405020304" pitchFamily="18" charset="0"/>
                <a:cs typeface="Aptos" panose="020B0004020202020204" pitchFamily="34" charset="0"/>
              </a:rPr>
              <a:t>,</a:t>
            </a:r>
            <a:r>
              <a:rPr lang="en-US" sz="1200" i="1" dirty="0">
                <a:effectLst/>
                <a:latin typeface="Calibri" panose="020F0502020204030204" pitchFamily="34" charset="0"/>
                <a:ea typeface="Times New Roman" panose="02020603050405020304" pitchFamily="18" charset="0"/>
                <a:cs typeface="Aptos" panose="020B0004020202020204" pitchFamily="34" charset="0"/>
              </a:rPr>
              <a:t>38</a:t>
            </a:r>
            <a:r>
              <a:rPr lang="en-US" sz="1200" dirty="0">
                <a:effectLst/>
                <a:latin typeface="Calibri" panose="020F0502020204030204" pitchFamily="34" charset="0"/>
                <a:ea typeface="Times New Roman" panose="02020603050405020304" pitchFamily="18" charset="0"/>
                <a:cs typeface="Aptos" panose="020B0004020202020204" pitchFamily="34" charset="0"/>
              </a:rPr>
              <a:t>(6), 1620–1638.</a:t>
            </a:r>
            <a:r>
              <a:rPr lang="en-US" sz="1200" dirty="0">
                <a:effectLst/>
                <a:latin typeface="Calibri" panose="020F0502020204030204" pitchFamily="34" charset="0"/>
                <a:ea typeface="Times New Roman" panose="02020603050405020304" pitchFamily="18" charset="0"/>
                <a:cs typeface="Aptos" panose="020B0004020202020204" pitchFamily="34" charset="0"/>
                <a:hlinkClick r:id="rId10"/>
              </a:rPr>
              <a:t>https://doi.org/10.1111/jcal.12723</a:t>
            </a:r>
            <a:endParaRPr lang="en-US" sz="1200" dirty="0">
              <a:effectLst/>
              <a:latin typeface="Calibri" panose="020F0502020204030204" pitchFamily="34" charset="0"/>
              <a:ea typeface="Times New Roman" panose="02020603050405020304" pitchFamily="18" charset="0"/>
              <a:cs typeface="Aptos" panose="020B0004020202020204" pitchFamily="34" charset="0"/>
            </a:endParaRPr>
          </a:p>
          <a:p>
            <a:pPr algn="l" rtl="0">
              <a:spcAft>
                <a:spcPts val="1200"/>
              </a:spcAft>
            </a:pPr>
            <a:r>
              <a:rPr lang="en-US" sz="1200" dirty="0" err="1"/>
              <a:t>Zieher</a:t>
            </a:r>
            <a:r>
              <a:rPr lang="en-US" sz="1200" dirty="0"/>
              <a:t>, AK, Bailey, CS, Cipriano, C., McNaboe, T., Smith, K., &amp; Strambler, MJ (2024). Considering the "How" of SEL: A framework for the pedagogies of social and emotional learning.</a:t>
            </a:r>
            <a:r>
              <a:rPr lang="en-US" sz="1200" i="1" dirty="0"/>
              <a:t>Social and Emotional Learning: Research, Practice, and Policy</a:t>
            </a:r>
            <a:r>
              <a:rPr lang="en-US" sz="1200" dirty="0"/>
              <a:t>,</a:t>
            </a:r>
            <a:r>
              <a:rPr lang="en-US" sz="1200" i="1" dirty="0"/>
              <a:t>3</a:t>
            </a:r>
            <a:r>
              <a:rPr lang="en-US" sz="1200" dirty="0"/>
              <a:t>, 100030.</a:t>
            </a:r>
            <a:r>
              <a:rPr lang="en-US" sz="1200" dirty="0">
                <a:hlinkClick r:id="rId11"/>
              </a:rPr>
              <a:t>https://doi.org/10.1016/j.sel.2024.100030</a:t>
            </a:r>
            <a:endParaRPr lang="en-US" sz="1200" dirty="0"/>
          </a:p>
          <a:p>
            <a:pPr algn="l" rtl="0">
              <a:spcAft>
                <a:spcPts val="1200"/>
              </a:spcAft>
              <a:buNone/>
            </a:pPr>
            <a:endParaRPr lang="en-US" sz="1200" dirty="0">
              <a:effectLst/>
              <a:latin typeface="Aptos" panose="020B0004020202020204" pitchFamily="34" charset="0"/>
              <a:ea typeface="Times New Roman" panose="02020603050405020304" pitchFamily="18" charset="0"/>
              <a:cs typeface="Aptos" panose="020B0004020202020204" pitchFamily="34" charset="0"/>
            </a:endParaRPr>
          </a:p>
          <a:p>
            <a:pPr algn="l" rtl="0">
              <a:spcAft>
                <a:spcPts val="1200"/>
              </a:spcAft>
            </a:pPr>
            <a:r>
              <a:rPr lang="en-US" sz="1200" dirty="0">
                <a:effectLst/>
                <a:latin typeface="Aptos" panose="020B0004020202020204" pitchFamily="34" charset="0"/>
                <a:ea typeface="Times New Roman" panose="02020603050405020304" pitchFamily="18" charset="0"/>
                <a:cs typeface="Aptos" panose="020B0004020202020204" pitchFamily="34" charset="0"/>
              </a:rPr>
              <a:t> </a:t>
            </a:r>
          </a:p>
        </p:txBody>
      </p:sp>
    </p:spTree>
    <p:extLst>
      <p:ext uri="{BB962C8B-B14F-4D97-AF65-F5344CB8AC3E}">
        <p14:creationId xmlns:p14="http://schemas.microsoft.com/office/powerpoint/2010/main" val="2037913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logo of a tree in a circle  Description automatically generated">
            <a:extLst>
              <a:ext uri="{FF2B5EF4-FFF2-40B4-BE49-F238E27FC236}">
                <a16:creationId xmlns:a16="http://schemas.microsoft.com/office/drawing/2014/main" id="{027CEC8F-00BB-23B4-3C75-48117C96BDFF}"/>
              </a:ext>
            </a:extLst>
          </p:cNvPr>
          <p:cNvPicPr>
            <a:picLocks noChangeAspect="1"/>
          </p:cNvPicPr>
          <p:nvPr/>
        </p:nvPicPr>
        <p:blipFill>
          <a:blip r:embed="rId3"/>
          <a:stretch>
            <a:fillRect/>
          </a:stretch>
        </p:blipFill>
        <p:spPr>
          <a:xfrm>
            <a:off x="75789" y="101600"/>
            <a:ext cx="1279927" cy="1288473"/>
          </a:xfrm>
          <a:prstGeom prst="rect">
            <a:avLst/>
          </a:prstGeom>
        </p:spPr>
      </p:pic>
      <p:pic>
        <p:nvPicPr>
          <p:cNvPr id="5" name="Graphic 4" descr="Link outline">
            <a:hlinkClick r:id="rId4"/>
            <a:extLst>
              <a:ext uri="{FF2B5EF4-FFF2-40B4-BE49-F238E27FC236}">
                <a16:creationId xmlns:a16="http://schemas.microsoft.com/office/drawing/2014/main" id="{D8CDEADA-EC8A-4D7B-F8D9-395977B8ADAF}"/>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078064" y="5847929"/>
            <a:ext cx="594690" cy="594690"/>
          </a:xfrm>
          <a:prstGeom prst="rect">
            <a:avLst/>
          </a:prstGeom>
        </p:spPr>
      </p:pic>
      <p:pic>
        <p:nvPicPr>
          <p:cNvPr id="6" name="Graphic 5" descr="Link outline">
            <a:hlinkClick r:id="rId7"/>
            <a:extLst>
              <a:ext uri="{FF2B5EF4-FFF2-40B4-BE49-F238E27FC236}">
                <a16:creationId xmlns:a16="http://schemas.microsoft.com/office/drawing/2014/main" id="{DD6592A5-A266-68EE-E64D-F67D47FE964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1338658" y="5842895"/>
            <a:ext cx="594690" cy="594690"/>
          </a:xfrm>
          <a:prstGeom prst="rect">
            <a:avLst/>
          </a:prstGeom>
        </p:spPr>
      </p:pic>
      <p:sp>
        <p:nvSpPr>
          <p:cNvPr id="7" name="Text Placeholder 1">
            <a:extLst>
              <a:ext uri="{FF2B5EF4-FFF2-40B4-BE49-F238E27FC236}">
                <a16:creationId xmlns:a16="http://schemas.microsoft.com/office/drawing/2014/main" id="{EA4AEBC2-8043-265E-5251-007C5342A493}"/>
              </a:ext>
            </a:extLst>
          </p:cNvPr>
          <p:cNvSpPr txBox="1">
            <a:spLocks/>
          </p:cNvSpPr>
          <p:nvPr/>
        </p:nvSpPr>
        <p:spPr>
          <a:xfrm>
            <a:off x="8665571" y="5960397"/>
            <a:ext cx="2816515" cy="551890"/>
          </a:xfrm>
          <a:prstGeom prst="rect">
            <a:avLst/>
          </a:prstGeom>
          <a:noFill/>
        </p:spPr>
        <p:txBody>
          <a:bodyPr vert="horz" lIns="91440" tIns="45720" rIns="91440" bIns="45720" rtlCol="0">
            <a:normAutofit/>
          </a:bodyPr>
          <a:lstStyle>
            <a:lvl1pPr marL="0" indent="0" algn="r" defTabSz="914400" rtl="1" eaLnBrk="1" latinLnBrk="0" hangingPunct="1">
              <a:lnSpc>
                <a:spcPct val="90000"/>
              </a:lnSpc>
              <a:spcBef>
                <a:spcPts val="1000"/>
              </a:spcBef>
              <a:buClr>
                <a:schemeClr val="accent2"/>
              </a:buClr>
              <a:buFont typeface="Wingdings" panose="05000000000000000000" pitchFamily="2" charset="2"/>
              <a:buNone/>
              <a:defRPr sz="2400" kern="1200">
                <a:solidFill>
                  <a:schemeClr val="tx1"/>
                </a:solidFill>
                <a:latin typeface="Calibri" panose="020F0502020204030204" pitchFamily="34" charset="0"/>
                <a:ea typeface="+mn-ea"/>
                <a:cs typeface="Calibri" panose="020F0502020204030204" pitchFamily="34" charset="0"/>
              </a:defRPr>
            </a:lvl1pPr>
            <a:lvl2pPr marL="457200" indent="0" algn="r" defTabSz="914400" rtl="1" eaLnBrk="1" latinLnBrk="0" hangingPunct="1">
              <a:lnSpc>
                <a:spcPct val="90000"/>
              </a:lnSpc>
              <a:spcBef>
                <a:spcPts val="500"/>
              </a:spcBef>
              <a:buClr>
                <a:schemeClr val="accent2"/>
              </a:buClr>
              <a:buFont typeface="Wingdings" panose="05000000000000000000" pitchFamily="2" charset="2"/>
              <a:buNone/>
              <a:defRPr sz="2000" kern="1200">
                <a:solidFill>
                  <a:schemeClr val="tx1">
                    <a:tint val="75000"/>
                  </a:schemeClr>
                </a:solidFill>
                <a:latin typeface="Calibri" panose="020F0502020204030204" pitchFamily="34" charset="0"/>
                <a:ea typeface="+mn-ea"/>
                <a:cs typeface="Calibri" panose="020F0502020204030204" pitchFamily="34" charset="0"/>
              </a:defRPr>
            </a:lvl2pPr>
            <a:lvl3pPr marL="914400" indent="0" algn="r" defTabSz="914400" rtl="1" eaLnBrk="1" latinLnBrk="0" hangingPunct="1">
              <a:lnSpc>
                <a:spcPct val="90000"/>
              </a:lnSpc>
              <a:spcBef>
                <a:spcPts val="500"/>
              </a:spcBef>
              <a:buClr>
                <a:schemeClr val="accent2"/>
              </a:buClr>
              <a:buFont typeface="Wingdings" panose="05000000000000000000" pitchFamily="2" charset="2"/>
              <a:buNone/>
              <a:defRPr sz="1800" kern="1200">
                <a:solidFill>
                  <a:schemeClr val="tx1">
                    <a:tint val="75000"/>
                  </a:schemeClr>
                </a:solidFill>
                <a:latin typeface="Calibri" panose="020F0502020204030204" pitchFamily="34" charset="0"/>
                <a:ea typeface="+mn-ea"/>
                <a:cs typeface="Calibri" panose="020F0502020204030204" pitchFamily="34" charset="0"/>
              </a:defRPr>
            </a:lvl3pPr>
            <a:lvl4pPr marL="1371600" indent="0" algn="r" defTabSz="914400" rtl="1" eaLnBrk="1" latinLnBrk="0" hangingPunct="1">
              <a:lnSpc>
                <a:spcPct val="90000"/>
              </a:lnSpc>
              <a:spcBef>
                <a:spcPts val="500"/>
              </a:spcBef>
              <a:buClr>
                <a:schemeClr val="accent2"/>
              </a:buClr>
              <a:buFont typeface="Wingdings" panose="05000000000000000000" pitchFamily="2" charset="2"/>
              <a:buNone/>
              <a:defRPr sz="1600" kern="1200">
                <a:solidFill>
                  <a:schemeClr val="tx1">
                    <a:tint val="75000"/>
                  </a:schemeClr>
                </a:solidFill>
                <a:latin typeface="Calibri" panose="020F0502020204030204" pitchFamily="34" charset="0"/>
                <a:ea typeface="+mn-ea"/>
                <a:cs typeface="Calibri" panose="020F0502020204030204" pitchFamily="34" charset="0"/>
              </a:defRPr>
            </a:lvl4pPr>
            <a:lvl5pPr marL="1828800" indent="0" algn="r" defTabSz="914400" rtl="1" eaLnBrk="1" latinLnBrk="0" hangingPunct="1">
              <a:lnSpc>
                <a:spcPct val="90000"/>
              </a:lnSpc>
              <a:spcBef>
                <a:spcPts val="500"/>
              </a:spcBef>
              <a:buClr>
                <a:schemeClr val="accent2"/>
              </a:buClr>
              <a:buFont typeface="Wingdings" panose="05000000000000000000" pitchFamily="2" charset="2"/>
              <a:buNone/>
              <a:defRPr sz="1600" kern="1200">
                <a:solidFill>
                  <a:schemeClr val="tx1">
                    <a:tint val="75000"/>
                  </a:schemeClr>
                </a:solidFill>
                <a:latin typeface="Calibri" panose="020F0502020204030204" pitchFamily="34" charset="0"/>
                <a:ea typeface="+mn-ea"/>
                <a:cs typeface="Calibri" panose="020F0502020204030204" pitchFamily="34" charset="0"/>
              </a:defRPr>
            </a:lvl5pPr>
            <a:lvl6pPr marL="2286000" indent="0" algn="r" defTabSz="914400" rtl="1"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r" defTabSz="914400" rtl="1"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r" defTabSz="914400" rtl="1"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r" defTabSz="914400" rtl="1"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l" rtl="0"/>
            <a:r>
              <a:rPr lang="en-US" dirty="0"/>
              <a:t>sigtif.wordpress.com</a:t>
            </a:r>
            <a:endParaRPr lang="he-IL" dirty="0"/>
          </a:p>
          <a:p>
            <a:pPr algn="l" rtl="0"/>
            <a:endParaRPr lang="he-IL" dirty="0"/>
          </a:p>
        </p:txBody>
      </p:sp>
      <p:pic>
        <p:nvPicPr>
          <p:cNvPr id="9" name="Picture 8" descr="A red and white play button  Description automatically generated">
            <a:extLst>
              <a:ext uri="{FF2B5EF4-FFF2-40B4-BE49-F238E27FC236}">
                <a16:creationId xmlns:a16="http://schemas.microsoft.com/office/drawing/2014/main" id="{3796ADF4-7843-3C42-2E84-E1865897683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3149" y="5883778"/>
            <a:ext cx="826824" cy="648070"/>
          </a:xfrm>
          <a:prstGeom prst="rect">
            <a:avLst/>
          </a:prstGeom>
        </p:spPr>
      </p:pic>
      <p:sp>
        <p:nvSpPr>
          <p:cNvPr id="14" name="Text Placeholder 1">
            <a:extLst>
              <a:ext uri="{FF2B5EF4-FFF2-40B4-BE49-F238E27FC236}">
                <a16:creationId xmlns:a16="http://schemas.microsoft.com/office/drawing/2014/main" id="{FE653100-8E7F-D37D-4D6E-BE1B5E60DA68}"/>
              </a:ext>
            </a:extLst>
          </p:cNvPr>
          <p:cNvSpPr txBox="1">
            <a:spLocks/>
          </p:cNvSpPr>
          <p:nvPr/>
        </p:nvSpPr>
        <p:spPr>
          <a:xfrm>
            <a:off x="1199973" y="5951582"/>
            <a:ext cx="2053447" cy="523295"/>
          </a:xfrm>
          <a:prstGeom prst="rect">
            <a:avLst/>
          </a:prstGeom>
          <a:noFill/>
        </p:spPr>
        <p:txBody>
          <a:bodyPr vert="horz" lIns="91440" tIns="45720" rIns="91440" bIns="45720" rtlCol="0">
            <a:normAutofit/>
          </a:bodyPr>
          <a:lstStyle>
            <a:lvl1pPr marL="0" indent="0" algn="r" defTabSz="914400" rtl="1" eaLnBrk="1" latinLnBrk="0" hangingPunct="1">
              <a:lnSpc>
                <a:spcPct val="90000"/>
              </a:lnSpc>
              <a:spcBef>
                <a:spcPts val="1000"/>
              </a:spcBef>
              <a:buClr>
                <a:schemeClr val="accent2"/>
              </a:buClr>
              <a:buFont typeface="Wingdings" panose="05000000000000000000" pitchFamily="2" charset="2"/>
              <a:buNone/>
              <a:defRPr sz="2400" kern="1200">
                <a:solidFill>
                  <a:schemeClr val="tx1"/>
                </a:solidFill>
                <a:latin typeface="Calibri" panose="020F0502020204030204" pitchFamily="34" charset="0"/>
                <a:ea typeface="+mn-ea"/>
                <a:cs typeface="Calibri" panose="020F0502020204030204" pitchFamily="34" charset="0"/>
              </a:defRPr>
            </a:lvl1pPr>
            <a:lvl2pPr marL="457200" indent="0" algn="r" defTabSz="914400" rtl="1" eaLnBrk="1" latinLnBrk="0" hangingPunct="1">
              <a:lnSpc>
                <a:spcPct val="90000"/>
              </a:lnSpc>
              <a:spcBef>
                <a:spcPts val="500"/>
              </a:spcBef>
              <a:buClr>
                <a:schemeClr val="accent2"/>
              </a:buClr>
              <a:buFont typeface="Wingdings" panose="05000000000000000000" pitchFamily="2" charset="2"/>
              <a:buNone/>
              <a:defRPr sz="2000" kern="1200">
                <a:solidFill>
                  <a:schemeClr val="tx1">
                    <a:tint val="75000"/>
                  </a:schemeClr>
                </a:solidFill>
                <a:latin typeface="Calibri" panose="020F0502020204030204" pitchFamily="34" charset="0"/>
                <a:ea typeface="+mn-ea"/>
                <a:cs typeface="Calibri" panose="020F0502020204030204" pitchFamily="34" charset="0"/>
              </a:defRPr>
            </a:lvl2pPr>
            <a:lvl3pPr marL="914400" indent="0" algn="r" defTabSz="914400" rtl="1" eaLnBrk="1" latinLnBrk="0" hangingPunct="1">
              <a:lnSpc>
                <a:spcPct val="90000"/>
              </a:lnSpc>
              <a:spcBef>
                <a:spcPts val="500"/>
              </a:spcBef>
              <a:buClr>
                <a:schemeClr val="accent2"/>
              </a:buClr>
              <a:buFont typeface="Wingdings" panose="05000000000000000000" pitchFamily="2" charset="2"/>
              <a:buNone/>
              <a:defRPr sz="1800" kern="1200">
                <a:solidFill>
                  <a:schemeClr val="tx1">
                    <a:tint val="75000"/>
                  </a:schemeClr>
                </a:solidFill>
                <a:latin typeface="Calibri" panose="020F0502020204030204" pitchFamily="34" charset="0"/>
                <a:ea typeface="+mn-ea"/>
                <a:cs typeface="Calibri" panose="020F0502020204030204" pitchFamily="34" charset="0"/>
              </a:defRPr>
            </a:lvl3pPr>
            <a:lvl4pPr marL="1371600" indent="0" algn="r" defTabSz="914400" rtl="1" eaLnBrk="1" latinLnBrk="0" hangingPunct="1">
              <a:lnSpc>
                <a:spcPct val="90000"/>
              </a:lnSpc>
              <a:spcBef>
                <a:spcPts val="500"/>
              </a:spcBef>
              <a:buClr>
                <a:schemeClr val="accent2"/>
              </a:buClr>
              <a:buFont typeface="Wingdings" panose="05000000000000000000" pitchFamily="2" charset="2"/>
              <a:buNone/>
              <a:defRPr sz="1600" kern="1200">
                <a:solidFill>
                  <a:schemeClr val="tx1">
                    <a:tint val="75000"/>
                  </a:schemeClr>
                </a:solidFill>
                <a:latin typeface="Calibri" panose="020F0502020204030204" pitchFamily="34" charset="0"/>
                <a:ea typeface="+mn-ea"/>
                <a:cs typeface="Calibri" panose="020F0502020204030204" pitchFamily="34" charset="0"/>
              </a:defRPr>
            </a:lvl4pPr>
            <a:lvl5pPr marL="1828800" indent="0" algn="r" defTabSz="914400" rtl="1" eaLnBrk="1" latinLnBrk="0" hangingPunct="1">
              <a:lnSpc>
                <a:spcPct val="90000"/>
              </a:lnSpc>
              <a:spcBef>
                <a:spcPts val="500"/>
              </a:spcBef>
              <a:buClr>
                <a:schemeClr val="accent2"/>
              </a:buClr>
              <a:buFont typeface="Wingdings" panose="05000000000000000000" pitchFamily="2" charset="2"/>
              <a:buNone/>
              <a:defRPr sz="1600" kern="1200">
                <a:solidFill>
                  <a:schemeClr val="tx1">
                    <a:tint val="75000"/>
                  </a:schemeClr>
                </a:solidFill>
                <a:latin typeface="Calibri" panose="020F0502020204030204" pitchFamily="34" charset="0"/>
                <a:ea typeface="+mn-ea"/>
                <a:cs typeface="Calibri" panose="020F0502020204030204" pitchFamily="34" charset="0"/>
              </a:defRPr>
            </a:lvl5pPr>
            <a:lvl6pPr marL="2286000" indent="0" algn="r" defTabSz="914400" rtl="1"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r" defTabSz="914400" rtl="1"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r" defTabSz="914400" rtl="1"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r" defTabSz="914400" rtl="1"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l" rtl="0"/>
            <a:r>
              <a:rPr lang="en-US" dirty="0"/>
              <a:t>@SigalTifferet</a:t>
            </a:r>
            <a:endParaRPr lang="he-IL" dirty="0"/>
          </a:p>
        </p:txBody>
      </p:sp>
      <p:pic>
        <p:nvPicPr>
          <p:cNvPr id="8" name="Picture 7" descr="A qr code with blue squares  AI-generated content may be incorrect.">
            <a:extLst>
              <a:ext uri="{FF2B5EF4-FFF2-40B4-BE49-F238E27FC236}">
                <a16:creationId xmlns:a16="http://schemas.microsoft.com/office/drawing/2014/main" id="{58A279CF-138E-EDC4-11DA-26D613857A7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53000" y="3243737"/>
            <a:ext cx="2286000" cy="2286000"/>
          </a:xfrm>
          <a:prstGeom prst="rect">
            <a:avLst/>
          </a:prstGeom>
          <a:ln>
            <a:noFill/>
          </a:ln>
          <a:effectLst>
            <a:outerShdw blurRad="190500" algn="tl" rotWithShape="0">
              <a:srgbClr val="000000">
                <a:alpha val="70000"/>
              </a:srgbClr>
            </a:outerShdw>
          </a:effectLst>
        </p:spPr>
      </p:pic>
      <p:pic>
        <p:nvPicPr>
          <p:cNvPr id="12" name="Picture 11" descr="A blue and white logo  AI-generated content may be incorrect.">
            <a:extLst>
              <a:ext uri="{FF2B5EF4-FFF2-40B4-BE49-F238E27FC236}">
                <a16:creationId xmlns:a16="http://schemas.microsoft.com/office/drawing/2014/main" id="{23DC0948-7235-AED3-E7CF-0ADBB71F868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892687" y="5821371"/>
            <a:ext cx="772884" cy="772884"/>
          </a:xfrm>
          <a:prstGeom prst="rect">
            <a:avLst/>
          </a:prstGeom>
        </p:spPr>
      </p:pic>
    </p:spTree>
    <p:custDataLst>
      <p:tags r:id="rId1"/>
    </p:custDataLst>
    <p:extLst>
      <p:ext uri="{BB962C8B-B14F-4D97-AF65-F5344CB8AC3E}">
        <p14:creationId xmlns:p14="http://schemas.microsoft.com/office/powerpoint/2010/main" val="15437259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7|3.5|5.4"/>
</p:tagLst>
</file>

<file path=ppt/tags/tag2.xml><?xml version="1.0" encoding="utf-8"?>
<p:tagLst xmlns:a="http://schemas.openxmlformats.org/drawingml/2006/main" xmlns:r="http://schemas.openxmlformats.org/officeDocument/2006/relationships" xmlns:p="http://schemas.openxmlformats.org/presentationml/2006/main">
  <p:tag name="TIMING" val="|0.8|1.3|3.2|1.7|1.2|0.8|1.8|3|1.1"/>
</p:tagLst>
</file>

<file path=ppt/tags/tag3.xml><?xml version="1.0" encoding="utf-8"?>
<p:tagLst xmlns:a="http://schemas.openxmlformats.org/drawingml/2006/main" xmlns:r="http://schemas.openxmlformats.org/officeDocument/2006/relationships" xmlns:p="http://schemas.openxmlformats.org/presentationml/2006/main">
  <p:tag name="TIMING" val="|0.8|1.3|3.2|1.7|1.2|0.8|1.8|3|1.1"/>
</p:tagLst>
</file>

<file path=ppt/tags/tag4.xml><?xml version="1.0" encoding="utf-8"?>
<p:tagLst xmlns:a="http://schemas.openxmlformats.org/drawingml/2006/main" xmlns:r="http://schemas.openxmlformats.org/officeDocument/2006/relationships" xmlns:p="http://schemas.openxmlformats.org/presentationml/2006/main">
  <p:tag name="TIMING" val="|5.6|10.1|9.1|4.3"/>
</p:tagLst>
</file>

<file path=ppt/tags/tag5.xml><?xml version="1.0" encoding="utf-8"?>
<p:tagLst xmlns:a="http://schemas.openxmlformats.org/drawingml/2006/main" xmlns:r="http://schemas.openxmlformats.org/officeDocument/2006/relationships" xmlns:p="http://schemas.openxmlformats.org/presentationml/2006/main">
  <p:tag name="TIMING" val="|0.8|1.3|3.2|1.7|1.2|0.8|1.8|3|1.1"/>
</p:tagLst>
</file>

<file path=ppt/tags/tag6.xml><?xml version="1.0" encoding="utf-8"?>
<p:tagLst xmlns:a="http://schemas.openxmlformats.org/drawingml/2006/main" xmlns:r="http://schemas.openxmlformats.org/officeDocument/2006/relationships" xmlns:p="http://schemas.openxmlformats.org/presentationml/2006/main">
  <p:tag name="TIMING" val="|0.8|1.3|3.2|1.7|1.2|0.8|1.8|3|1.1"/>
</p:tagLst>
</file>

<file path=ppt/tags/tag7.xml><?xml version="1.0" encoding="utf-8"?>
<p:tagLst xmlns:a="http://schemas.openxmlformats.org/drawingml/2006/main" xmlns:r="http://schemas.openxmlformats.org/officeDocument/2006/relationships" xmlns:p="http://schemas.openxmlformats.org/presentationml/2006/main">
  <p:tag name="TIMING" val="|0.8|1.3|3.2|1.7|1.2|0.8|1.8|3|1.1"/>
</p:tagLst>
</file>

<file path=ppt/tags/tag8.xml><?xml version="1.0" encoding="utf-8"?>
<p:tagLst xmlns:a="http://schemas.openxmlformats.org/drawingml/2006/main" xmlns:r="http://schemas.openxmlformats.org/officeDocument/2006/relationships" xmlns:p="http://schemas.openxmlformats.org/presentationml/2006/main">
  <p:tag name="TIMING" val="|7.7"/>
</p:tagLst>
</file>

<file path=ppt/tags/tag9.xml><?xml version="1.0" encoding="utf-8"?>
<p:tagLst xmlns:a="http://schemas.openxmlformats.org/drawingml/2006/main" xmlns:r="http://schemas.openxmlformats.org/officeDocument/2006/relationships" xmlns:p="http://schemas.openxmlformats.org/presentationml/2006/main">
  <p:tag name="TIMING" val="|7.7"/>
</p:tagLst>
</file>

<file path=ppt/tags/tag10.xml><?xml version="1.0" encoding="utf-8"?>
<p:tagLst xmlns:a="http://schemas.openxmlformats.org/drawingml/2006/main" xmlns:r="http://schemas.openxmlformats.org/officeDocument/2006/relationships" xmlns:p="http://schemas.openxmlformats.org/presentationml/2006/main">
  <p:tag name="TIMING" val="|7.7"/>
</p:tagLst>
</file>

<file path=ppt/tags/tag11.xml><?xml version="1.0" encoding="utf-8"?>
<p:tagLst xmlns:a="http://schemas.openxmlformats.org/drawingml/2006/main" xmlns:r="http://schemas.openxmlformats.org/officeDocument/2006/relationships" xmlns:p="http://schemas.openxmlformats.org/presentationml/2006/main">
  <p:tag name="TIMING" val="|7.7"/>
</p:tagLst>
</file>

<file path=ppt/tags/tag12.xml><?xml version="1.0" encoding="utf-8"?>
<p:tagLst xmlns:a="http://schemas.openxmlformats.org/drawingml/2006/main" xmlns:r="http://schemas.openxmlformats.org/officeDocument/2006/relationships" xmlns:p="http://schemas.openxmlformats.org/presentationml/2006/main">
  <p:tag name="TIMING" val="|7.7"/>
</p:tagLst>
</file>

<file path=ppt/tags/tag13.xml><?xml version="1.0" encoding="utf-8"?>
<p:tagLst xmlns:a="http://schemas.openxmlformats.org/drawingml/2006/main" xmlns:r="http://schemas.openxmlformats.org/officeDocument/2006/relationships" xmlns:p="http://schemas.openxmlformats.org/presentationml/2006/main">
  <p:tag name="TIMING" val="|0.8|1.3|3.2|1.7|1.2|0.8|1.8|3|1.1"/>
</p:tagLst>
</file>

<file path=ppt/tags/tag14.xml><?xml version="1.0" encoding="utf-8"?>
<p:tagLst xmlns:a="http://schemas.openxmlformats.org/drawingml/2006/main" xmlns:r="http://schemas.openxmlformats.org/officeDocument/2006/relationships" xmlns:p="http://schemas.openxmlformats.org/presentationml/2006/main">
  <p:tag name="TIMING" val="|15.8"/>
</p:tagLst>
</file>

<file path=ppt/tags/tag15.xml><?xml version="1.0" encoding="utf-8"?>
<p:tagLst xmlns:a="http://schemas.openxmlformats.org/drawingml/2006/main" xmlns:r="http://schemas.openxmlformats.org/officeDocument/2006/relationships" xmlns:p="http://schemas.openxmlformats.org/presentationml/2006/main">
  <p:tag name="TIMING" val="|3.6|4.5|3.7"/>
</p:tagLst>
</file>

<file path=ppt/theme/theme1.xml><?xml version="1.0" encoding="utf-8"?>
<a:theme xmlns:a="http://schemas.openxmlformats.org/drawingml/2006/main" name="Office Theme">
  <a:themeElements>
    <a:clrScheme name="Calm">
      <a:dk1>
        <a:srgbClr val="262626"/>
      </a:dk1>
      <a:lt1>
        <a:srgbClr val="F3F3F3"/>
      </a:lt1>
      <a:dk2>
        <a:srgbClr val="7F7F7F"/>
      </a:dk2>
      <a:lt2>
        <a:srgbClr val="F3F3F3"/>
      </a:lt2>
      <a:accent1>
        <a:srgbClr val="A4DCD4"/>
      </a:accent1>
      <a:accent2>
        <a:srgbClr val="41A4AC"/>
      </a:accent2>
      <a:accent3>
        <a:srgbClr val="1D4B52"/>
      </a:accent3>
      <a:accent4>
        <a:srgbClr val="D4BCA8"/>
      </a:accent4>
      <a:accent5>
        <a:srgbClr val="A5A5A5"/>
      </a:accent5>
      <a:accent6>
        <a:srgbClr val="7F7F7F"/>
      </a:accent6>
      <a:hlink>
        <a:srgbClr val="000000"/>
      </a:hlink>
      <a:folHlink>
        <a:srgbClr val="7030A0"/>
      </a:folHlink>
    </a:clrScheme>
    <a:fontScheme name="Custom Calibri">
      <a:majorFont>
        <a:latin typeface="Calibri Light"/>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clean v2.pptx" id="{512FF194-E441-4ECC-B4B4-4B338374074F}" vid="{7C6D0BA2-F448-496C-B759-2A0AFFE280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BCC0738EEC624F9D360D04B21611FC" ma:contentTypeVersion="10" ma:contentTypeDescription="Create a new document." ma:contentTypeScope="" ma:versionID="828c8b696262cda1c9af7fd274053cec">
  <xsd:schema xmlns:xsd="http://www.w3.org/2001/XMLSchema" xmlns:xs="http://www.w3.org/2001/XMLSchema" xmlns:p="http://schemas.microsoft.com/office/2006/metadata/properties" xmlns:ns2="26245dc9-15bf-457b-b339-f3659df4a572" targetNamespace="http://schemas.microsoft.com/office/2006/metadata/properties" ma:root="true" ma:fieldsID="1df3aaf0a6983d0b626bd5c79f38f90f" ns2:_="">
    <xsd:import namespace="26245dc9-15bf-457b-b339-f3659df4a5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SearchPropertie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45dc9-15bf-457b-b339-f3659df4a5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B7DB2E9-5478-47A3-BF03-7D7E8BC5B1CC}"/>
</file>

<file path=customXml/itemProps2.xml><?xml version="1.0" encoding="utf-8"?>
<ds:datastoreItem xmlns:ds="http://schemas.openxmlformats.org/officeDocument/2006/customXml" ds:itemID="{CF877C95-6253-47C8-B7FA-D9ED2C0824A8}"/>
</file>

<file path=customXml/itemProps3.xml><?xml version="1.0" encoding="utf-8"?>
<ds:datastoreItem xmlns:ds="http://schemas.openxmlformats.org/officeDocument/2006/customXml" ds:itemID="{B5F9F57B-6964-4F43-9112-A9D4ED490404}"/>
</file>

<file path=docProps/app.xml><?xml version="1.0" encoding="utf-8"?>
<Properties xmlns="http://schemas.openxmlformats.org/officeDocument/2006/extended-properties" xmlns:vt="http://schemas.openxmlformats.org/officeDocument/2006/docPropsVTypes">
  <Template>template clean v2</Template>
  <TotalTime>28211</TotalTime>
  <Words>3426</Words>
  <Application>Microsoft Office PowerPoint</Application>
  <PresentationFormat>Widescreen</PresentationFormat>
  <Paragraphs>389</Paragraphs>
  <Slides>34</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Calibri</vt:lpstr>
      <vt:lpstr>Calibri Light</vt:lpstr>
      <vt:lpstr>Impact</vt:lpstr>
      <vt:lpstr>Arial</vt:lpstr>
      <vt:lpstr>Lora</vt:lpstr>
      <vt:lpstr>Times New Roman</vt:lpstr>
      <vt:lpstr>Roboto</vt:lpstr>
      <vt:lpstr>Wingdings</vt:lpstr>
      <vt:lpstr>Courier New</vt:lpstr>
      <vt:lpstr>Aptos</vt:lpstr>
      <vt:lpstr>Office Theme</vt:lpstr>
      <vt:lpstr>Sigal Tifferet</vt:lpstr>
      <vt:lpstr>How to train teachers to impart skills? </vt:lpstr>
      <vt:lpstr>PowerPoint Presentation</vt:lpstr>
      <vt:lpstr>What are the desired effects of teacher training?</vt:lpstr>
      <vt:lpstr>What is the effectiveness of teacher training?</vt:lpstr>
      <vt:lpstr>PowerPoint Presentation</vt:lpstr>
      <vt:lpstr>PowerPoint Presentation</vt:lpstr>
      <vt:lpstr>PowerPoint Presentation</vt:lpstr>
      <vt:lpstr>What characterizes effective training?</vt:lpstr>
      <vt:lpstr>PowerPoint Presentation</vt:lpstr>
      <vt:lpstr>What knowledge is taught in teacher training?</vt:lpstr>
      <vt:lpstr>TSPACK</vt:lpstr>
      <vt:lpstr>Examples: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Social and Emotional Learning (SEL) is more than content; how SEL is taught also has powerful influences on its effectiveness</vt:lpstr>
      <vt:lpstr>Modeling</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אוריינות בינה מלאכותית</dc:title>
  <dc:creator>תפארת סיגל</dc:creator>
  <cp:lastModifiedBy>תפארת סיגל</cp:lastModifiedBy>
  <cp:revision>44</cp:revision>
  <dcterms:created xsi:type="dcterms:W3CDTF">2023-11-16T08:04:10Z</dcterms:created>
  <dcterms:modified xsi:type="dcterms:W3CDTF">2026-03-08T09:20:51Z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0x0101004DBCC0738EEC624F9D360D04B21611FC</vt:lpwstr>
  </property>
</Properties>
</file>