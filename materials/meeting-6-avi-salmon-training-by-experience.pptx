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slideLayouts/slideLayout4.xml" ContentType="application/vnd.openxmlformats-officedocument.presentationml.slideLayout+xml"/>
  <Override PartName="/ppt/slideLayouts/slideLayout17.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slides/slide2.xml" ContentType="application/vnd.openxmlformats-officedocument.presentationml.slide+xml"/>
  <Override PartName="/ppt/diagrams/data1.xml" ContentType="application/vnd.openxmlformats-officedocument.drawingml.diagramData+xml"/>
  <Override PartName="/ppt/diagrams/colors1.xml" ContentType="application/vnd.openxmlformats-officedocument.drawingml.diagramColors+xml"/>
  <Override PartName="/ppt/diagrams/drawing1.xml" ContentType="application/vnd.ms-office.drawingml.diagramDrawing+xml"/>
  <Override PartName="/ppt/slideLayouts/slideLayout13.xml" ContentType="application/vnd.openxmlformats-officedocument.presentationml.slideLayout+xml"/>
  <Override PartName="/ppt/diagrams/layout1.xml" ContentType="application/vnd.openxmlformats-officedocument.drawingml.diagramLayout+xml"/>
  <Override PartName="/ppt/diagrams/quickStyle1.xml" ContentType="application/vnd.openxmlformats-officedocument.drawingml.diagramStyl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21.xml" ContentType="application/vnd.openxmlformats-officedocument.presentationml.slideLayout+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s/slide4.xml" ContentType="application/vnd.openxmlformats-officedocument.presentationml.slide+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Masters/slideMaster1.xml" ContentType="application/vnd.openxmlformats-officedocument.presentationml.slideMaster+xml"/>
  <Override PartName="/ppt/slideLayouts/slideLayout16.xml" ContentType="application/vnd.openxmlformats-officedocument.presentationml.slideLayout+xml"/>
  <Override PartName="/ppt/slideLayouts/slideLayout5.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0.xml" ContentType="application/vnd.openxmlformats-officedocument.presentationml.slideLayout+xml"/>
  <Override PartName="/ppt/slideLayouts/slideLayout2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docMetadata/LabelInfo.xml" ContentType="application/vnd.ms-office.classificationlabels+xml"/>
  <Override PartName="/ppt/changesInfos/changesInfo1.xml" ContentType="application/vnd.ms-powerpoint.changesinfo+xml"/>
  <Override PartName="/ppt/revisionInfo.xml" ContentType="application/vnd.ms-powerpoint.revision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25.xml" ContentType="application/vnd.openxmlformats-officedocument.presentationml.slideLayout+xml"/>
  <Override PartName="/ppt/notesSlides/notesSlide4.xml" ContentType="application/vnd.openxmlformats-officedocument.presentationml.notesSlide+xml"/>
  <Override PartName="/ppt/slideLayouts/slideLayout23.xml" ContentType="application/vnd.openxmlformats-officedocument.presentationml.slideLayout+xml"/>
  <Override PartName="/ppt/slideLayouts/slideLayout26.xml" ContentType="application/vnd.openxmlformats-officedocument.presentationml.slideLayout+xml"/>
  <Override PartName="/ppt/slideLayouts/slideLayout24.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Masters/slideMaster3.xml" ContentType="application/vnd.openxmlformats-officedocument.presentationml.slideMaster+xml"/>
  <Override PartName="/ppt/slides/slide10.xml" ContentType="application/vnd.openxmlformats-officedocument.presentationml.slide+xml"/>
  <Override PartName="/ppt/theme/theme4.xml" ContentType="application/vnd.openxmlformats-officedocument.theme+xml"/>
  <Override PartName="/ppt/slides/slide11.xml" ContentType="application/vnd.openxmlformats-officedocument.presentationml.slide+xml"/>
  <Override PartName="/ppt/slides/slide12.xml" ContentType="application/vnd.openxmlformats-officedocument.presentationml.slide+xml"/>
  <Override PartName="/ppt/slideLayouts/slideLayout62.xml" ContentType="application/vnd.openxmlformats-officedocument.presentationml.slideLayout+xml"/>
  <Override PartName="/ppt/slideLayouts/slideLayout61.xml" ContentType="application/vnd.openxmlformats-officedocument.presentationml.slideLayout+xml"/>
  <Override PartName="/ppt/charts/chart1.xml" ContentType="application/vnd.openxmlformats-officedocument.drawingml.chart+xml"/>
  <Override PartName="/ppt/slideLayouts/slideLayout50.xml" ContentType="application/vnd.openxmlformats-officedocument.presentationml.slideLayout+xml"/>
  <Override PartName="/ppt/slideLayouts/slideLayout37.xml" ContentType="application/vnd.openxmlformats-officedocument.presentationml.slideLayout+xml"/>
  <Override PartName="/ppt/slideMasters/slideMaster4.xml" ContentType="application/vnd.openxmlformats-officedocument.presentationml.slideMaster+xml"/>
  <Override PartName="/ppt/slideLayouts/slideLayout35.xml" ContentType="application/vnd.openxmlformats-officedocument.presentationml.slideLayout+xml"/>
  <Override PartName="/ppt/slideLayouts/slideLayout47.xml" ContentType="application/vnd.openxmlformats-officedocument.presentationml.slideLayout+xml"/>
  <Override PartName="/ppt/slideLayouts/slideLayout65.xml" ContentType="application/vnd.openxmlformats-officedocument.presentationml.slideLayout+xml"/>
  <Override PartName="/ppt/slideLayouts/slideLayout38.xml" ContentType="application/vnd.openxmlformats-officedocument.presentationml.slideLayout+xml"/>
  <Override PartName="/ppt/slideLayouts/slideLayout60.xml" ContentType="application/vnd.openxmlformats-officedocument.presentationml.slideLayout+xml"/>
  <Override PartName="/ppt/slideLayouts/slideLayout41.xml" ContentType="application/vnd.openxmlformats-officedocument.presentationml.slideLayout+xml"/>
  <Override PartName="/ppt/slideLayouts/slideLayout49.xml" ContentType="application/vnd.openxmlformats-officedocument.presentationml.slideLayout+xml"/>
  <Override PartName="/ppt/slides/slide13.xml" ContentType="application/vnd.openxmlformats-officedocument.presentationml.slide+xml"/>
  <Override PartName="/ppt/slideLayouts/slideLayout66.xml" ContentType="application/vnd.openxmlformats-officedocument.presentationml.slideLayout+xml"/>
  <Override PartName="/ppt/slideLayouts/slideLayout44.xml" ContentType="application/vnd.openxmlformats-officedocument.presentationml.slideLayout+xml"/>
  <Override PartName="/ppt/slideLayouts/slideLayout56.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6.xml" ContentType="application/vnd.openxmlformats-officedocument.presentationml.slideLayout+xml"/>
  <Override PartName="/ppt/slideLayouts/slideLayout48.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18"/>
  </p:notesMasterIdLst>
  <p:sldIdLst>
    <p:sldId id="256" r:id="rId5"/>
    <p:sldId id="261" r:id="rId6"/>
    <p:sldId id="265" r:id="rId7"/>
    <p:sldId id="267" r:id="rId8"/>
    <p:sldId id="259" r:id="rId9"/>
    <p:sldId id="558" r:id="rId10"/>
    <p:sldId id="268" r:id="rId11"/>
    <p:sldId id="257" r:id="rId12"/>
    <p:sldId id="269" r:id="rId13"/>
    <p:sldId id="559" r:id="rId14"/>
    <p:sldId id="2147309420" r:id="rId15"/>
    <p:sldId id="560" r:id="rId16"/>
    <p:sldId id="2147309421" r:id="rId1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709B17-1512-41AE-9E9C-EAFFBDAFF8A5}" v="9" dt="2026-07-20T18:06:00.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487" autoAdjust="0"/>
  </p:normalViewPr>
  <p:slideViewPr>
    <p:cSldViewPr snapToGrid="0">
      <p:cViewPr varScale="1">
        <p:scale>
          <a:sx n="90" d="100"/>
          <a:sy n="90" d="100"/>
        </p:scale>
        <p:origin x="13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customXml" Target="../customXml/item2.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 Id="rId27"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mon, Avi" userId="6e3b192c-b8b4-4d00-b586-1c820c4db50a" providerId="ADAL" clId="{3D0CAF2D-2705-4EBD-80CC-0D9BF96684A2}"/>
    <pc:docChg chg="custSel addSld delSld modSld delMainMaster">
      <pc:chgData name="Salmon, Avi" userId="6e3b192c-b8b4-4d00-b586-1c820c4db50a" providerId="ADAL" clId="{3D0CAF2D-2705-4EBD-80CC-0D9BF96684A2}" dt="2026-07-21T06:46:11.414" v="345" actId="47"/>
      <pc:docMkLst>
        <pc:docMk/>
      </pc:docMkLst>
      <pc:sldChg chg="addSp delSp modSp mod modAnim">
        <pc:chgData name="Salmon, Avi" userId="6e3b192c-b8b4-4d00-b586-1c820c4db50a" providerId="ADAL" clId="{3D0CAF2D-2705-4EBD-80CC-0D9BF96684A2}" dt="2026-07-20T17:30:10.093" v="9" actId="1076"/>
        <pc:sldMkLst>
          <pc:docMk/>
          <pc:sldMk cId="662378894" sldId="257"/>
        </pc:sldMkLst>
        <pc:spChg chg="del mod">
          <ac:chgData name="Salmon, Avi" userId="6e3b192c-b8b4-4d00-b586-1c820c4db50a" providerId="ADAL" clId="{3D0CAF2D-2705-4EBD-80CC-0D9BF96684A2}" dt="2026-07-20T17:28:43.660" v="3" actId="478"/>
          <ac:spMkLst>
            <pc:docMk/>
            <pc:sldMk cId="662378894" sldId="257"/>
            <ac:spMk id="2" creationId="{D5AA7C10-B76D-C27B-5C29-1316E441B5D2}"/>
          </ac:spMkLst>
        </pc:spChg>
        <pc:spChg chg="add del mod">
          <ac:chgData name="Salmon, Avi" userId="6e3b192c-b8b4-4d00-b586-1c820c4db50a" providerId="ADAL" clId="{3D0CAF2D-2705-4EBD-80CC-0D9BF96684A2}" dt="2026-07-20T17:28:46.150" v="4" actId="478"/>
          <ac:spMkLst>
            <pc:docMk/>
            <pc:sldMk cId="662378894" sldId="257"/>
            <ac:spMk id="5" creationId="{C05F2466-D46C-8403-8E9E-48774D790411}"/>
          </ac:spMkLst>
        </pc:spChg>
        <pc:picChg chg="add mod">
          <ac:chgData name="Salmon, Avi" userId="6e3b192c-b8b4-4d00-b586-1c820c4db50a" providerId="ADAL" clId="{3D0CAF2D-2705-4EBD-80CC-0D9BF96684A2}" dt="2026-07-20T17:30:10.093" v="9" actId="1076"/>
          <ac:picMkLst>
            <pc:docMk/>
            <pc:sldMk cId="662378894" sldId="257"/>
            <ac:picMk id="6" creationId="{7A514569-49FE-96C2-4F74-8D76E62E729F}"/>
          </ac:picMkLst>
        </pc:picChg>
      </pc:sldChg>
      <pc:sldChg chg="addSp delSp modSp new mod modClrScheme modAnim chgLayout">
        <pc:chgData name="Salmon, Avi" userId="6e3b192c-b8b4-4d00-b586-1c820c4db50a" providerId="ADAL" clId="{3D0CAF2D-2705-4EBD-80CC-0D9BF96684A2}" dt="2026-07-20T17:36:44.281" v="15" actId="1440"/>
        <pc:sldMkLst>
          <pc:docMk/>
          <pc:sldMk cId="2564337991" sldId="268"/>
        </pc:sldMkLst>
        <pc:spChg chg="del">
          <ac:chgData name="Salmon, Avi" userId="6e3b192c-b8b4-4d00-b586-1c820c4db50a" providerId="ADAL" clId="{3D0CAF2D-2705-4EBD-80CC-0D9BF96684A2}" dt="2026-07-20T17:35:47.197" v="11" actId="700"/>
          <ac:spMkLst>
            <pc:docMk/>
            <pc:sldMk cId="2564337991" sldId="268"/>
            <ac:spMk id="2" creationId="{9F37A0AD-3564-EB0B-DE25-D2E567F57930}"/>
          </ac:spMkLst>
        </pc:spChg>
        <pc:spChg chg="del">
          <ac:chgData name="Salmon, Avi" userId="6e3b192c-b8b4-4d00-b586-1c820c4db50a" providerId="ADAL" clId="{3D0CAF2D-2705-4EBD-80CC-0D9BF96684A2}" dt="2026-07-20T17:35:47.197" v="11" actId="700"/>
          <ac:spMkLst>
            <pc:docMk/>
            <pc:sldMk cId="2564337991" sldId="268"/>
            <ac:spMk id="3" creationId="{9F96CDFF-C3A4-8FC3-258C-550E70DAEE85}"/>
          </ac:spMkLst>
        </pc:spChg>
        <pc:picChg chg="add mod">
          <ac:chgData name="Salmon, Avi" userId="6e3b192c-b8b4-4d00-b586-1c820c4db50a" providerId="ADAL" clId="{3D0CAF2D-2705-4EBD-80CC-0D9BF96684A2}" dt="2026-07-20T17:36:44.281" v="15" actId="1440"/>
          <ac:picMkLst>
            <pc:docMk/>
            <pc:sldMk cId="2564337991" sldId="268"/>
            <ac:picMk id="4" creationId="{287FF87C-6515-A84E-015D-3173448B4C50}"/>
          </ac:picMkLst>
        </pc:picChg>
      </pc:sldChg>
      <pc:sldChg chg="modSp new mod">
        <pc:chgData name="Salmon, Avi" userId="6e3b192c-b8b4-4d00-b586-1c820c4db50a" providerId="ADAL" clId="{3D0CAF2D-2705-4EBD-80CC-0D9BF96684A2}" dt="2026-07-20T17:42:51.107" v="148" actId="20577"/>
        <pc:sldMkLst>
          <pc:docMk/>
          <pc:sldMk cId="1055084037" sldId="269"/>
        </pc:sldMkLst>
        <pc:spChg chg="mod">
          <ac:chgData name="Salmon, Avi" userId="6e3b192c-b8b4-4d00-b586-1c820c4db50a" providerId="ADAL" clId="{3D0CAF2D-2705-4EBD-80CC-0D9BF96684A2}" dt="2026-07-20T17:42:51.107" v="148" actId="20577"/>
          <ac:spMkLst>
            <pc:docMk/>
            <pc:sldMk cId="1055084037" sldId="269"/>
            <ac:spMk id="2" creationId="{8964D834-0748-D108-9195-6F338A1FFD3E}"/>
          </ac:spMkLst>
        </pc:spChg>
        <pc:spChg chg="mod">
          <ac:chgData name="Salmon, Avi" userId="6e3b192c-b8b4-4d00-b586-1c820c4db50a" providerId="ADAL" clId="{3D0CAF2D-2705-4EBD-80CC-0D9BF96684A2}" dt="2026-07-20T17:39:15.915" v="123" actId="20577"/>
          <ac:spMkLst>
            <pc:docMk/>
            <pc:sldMk cId="1055084037" sldId="269"/>
            <ac:spMk id="3" creationId="{8B27D5D7-8FFD-8EC9-CB30-2B53091898FE}"/>
          </ac:spMkLst>
        </pc:spChg>
      </pc:sldChg>
      <pc:sldChg chg="addSp delSp modSp add del mod modClrScheme chgLayout">
        <pc:chgData name="Salmon, Avi" userId="6e3b192c-b8b4-4d00-b586-1c820c4db50a" providerId="ADAL" clId="{3D0CAF2D-2705-4EBD-80CC-0D9BF96684A2}" dt="2026-07-21T06:46:11.414" v="345" actId="47"/>
        <pc:sldMkLst>
          <pc:docMk/>
          <pc:sldMk cId="3706064246" sldId="407"/>
        </pc:sldMkLst>
        <pc:spChg chg="del">
          <ac:chgData name="Salmon, Avi" userId="6e3b192c-b8b4-4d00-b586-1c820c4db50a" providerId="ADAL" clId="{3D0CAF2D-2705-4EBD-80CC-0D9BF96684A2}" dt="2026-07-20T17:45:54.987" v="150" actId="478"/>
          <ac:spMkLst>
            <pc:docMk/>
            <pc:sldMk cId="3706064246" sldId="407"/>
            <ac:spMk id="2" creationId="{B1F68F5D-FE49-4FB0-956A-9AC98E4058D2}"/>
          </ac:spMkLst>
        </pc:spChg>
        <pc:spChg chg="add mod ord">
          <ac:chgData name="Salmon, Avi" userId="6e3b192c-b8b4-4d00-b586-1c820c4db50a" providerId="ADAL" clId="{3D0CAF2D-2705-4EBD-80CC-0D9BF96684A2}" dt="2026-07-20T17:46:09.073" v="161" actId="20577"/>
          <ac:spMkLst>
            <pc:docMk/>
            <pc:sldMk cId="3706064246" sldId="407"/>
            <ac:spMk id="4" creationId="{433C2AE7-6C7C-2132-C4EB-CD3B3109CAAB}"/>
          </ac:spMkLst>
        </pc:spChg>
        <pc:picChg chg="mod">
          <ac:chgData name="Salmon, Avi" userId="6e3b192c-b8b4-4d00-b586-1c820c4db50a" providerId="ADAL" clId="{3D0CAF2D-2705-4EBD-80CC-0D9BF96684A2}" dt="2026-07-20T17:46:15.731" v="163" actId="14100"/>
          <ac:picMkLst>
            <pc:docMk/>
            <pc:sldMk cId="3706064246" sldId="407"/>
            <ac:picMk id="3" creationId="{594F9EB1-5E5D-4BF8-83B8-B2B8BA621B6B}"/>
          </ac:picMkLst>
        </pc:picChg>
      </pc:sldChg>
      <pc:sldChg chg="add">
        <pc:chgData name="Salmon, Avi" userId="6e3b192c-b8b4-4d00-b586-1c820c4db50a" providerId="ADAL" clId="{3D0CAF2D-2705-4EBD-80CC-0D9BF96684A2}" dt="2026-07-20T17:47:15.046" v="164"/>
        <pc:sldMkLst>
          <pc:docMk/>
          <pc:sldMk cId="1778507935" sldId="558"/>
        </pc:sldMkLst>
      </pc:sldChg>
      <pc:sldChg chg="modSp new mod">
        <pc:chgData name="Salmon, Avi" userId="6e3b192c-b8b4-4d00-b586-1c820c4db50a" providerId="ADAL" clId="{3D0CAF2D-2705-4EBD-80CC-0D9BF96684A2}" dt="2026-07-20T18:06:01.231" v="344" actId="20577"/>
        <pc:sldMkLst>
          <pc:docMk/>
          <pc:sldMk cId="726010891" sldId="559"/>
        </pc:sldMkLst>
        <pc:spChg chg="mod">
          <ac:chgData name="Salmon, Avi" userId="6e3b192c-b8b4-4d00-b586-1c820c4db50a" providerId="ADAL" clId="{3D0CAF2D-2705-4EBD-80CC-0D9BF96684A2}" dt="2026-07-20T17:47:54.161" v="209" actId="20577"/>
          <ac:spMkLst>
            <pc:docMk/>
            <pc:sldMk cId="726010891" sldId="559"/>
            <ac:spMk id="2" creationId="{7F25A8B2-A834-A5C7-F0B8-AE47F0F3A6EA}"/>
          </ac:spMkLst>
        </pc:spChg>
        <pc:spChg chg="mod">
          <ac:chgData name="Salmon, Avi" userId="6e3b192c-b8b4-4d00-b586-1c820c4db50a" providerId="ADAL" clId="{3D0CAF2D-2705-4EBD-80CC-0D9BF96684A2}" dt="2026-07-20T18:06:01.231" v="344" actId="20577"/>
          <ac:spMkLst>
            <pc:docMk/>
            <pc:sldMk cId="726010891" sldId="559"/>
            <ac:spMk id="3" creationId="{BD861BE0-46A9-2B11-7C79-6464C98F006B}"/>
          </ac:spMkLst>
        </pc:spChg>
      </pc:sldChg>
      <pc:sldChg chg="addSp modSp new mod">
        <pc:chgData name="Salmon, Avi" userId="6e3b192c-b8b4-4d00-b586-1c820c4db50a" providerId="ADAL" clId="{3D0CAF2D-2705-4EBD-80CC-0D9BF96684A2}" dt="2026-07-20T17:58:53.320" v="269" actId="1076"/>
        <pc:sldMkLst>
          <pc:docMk/>
          <pc:sldMk cId="350443769" sldId="560"/>
        </pc:sldMkLst>
        <pc:spChg chg="mod">
          <ac:chgData name="Salmon, Avi" userId="6e3b192c-b8b4-4d00-b586-1c820c4db50a" providerId="ADAL" clId="{3D0CAF2D-2705-4EBD-80CC-0D9BF96684A2}" dt="2026-07-20T17:57:54.727" v="254" actId="20577"/>
          <ac:spMkLst>
            <pc:docMk/>
            <pc:sldMk cId="350443769" sldId="560"/>
            <ac:spMk id="2" creationId="{95635B2D-481B-F0E3-E0A9-7B6CA7965C84}"/>
          </ac:spMkLst>
        </pc:spChg>
        <pc:spChg chg="mod">
          <ac:chgData name="Salmon, Avi" userId="6e3b192c-b8b4-4d00-b586-1c820c4db50a" providerId="ADAL" clId="{3D0CAF2D-2705-4EBD-80CC-0D9BF96684A2}" dt="2026-07-20T17:58:25.770" v="259" actId="14100"/>
          <ac:spMkLst>
            <pc:docMk/>
            <pc:sldMk cId="350443769" sldId="560"/>
            <ac:spMk id="3" creationId="{42D3E71D-D8FE-D829-5DDD-0B9DA5DC9931}"/>
          </ac:spMkLst>
        </pc:spChg>
        <pc:picChg chg="add mod">
          <ac:chgData name="Salmon, Avi" userId="6e3b192c-b8b4-4d00-b586-1c820c4db50a" providerId="ADAL" clId="{3D0CAF2D-2705-4EBD-80CC-0D9BF96684A2}" dt="2026-07-20T17:58:50.128" v="267" actId="1076"/>
          <ac:picMkLst>
            <pc:docMk/>
            <pc:sldMk cId="350443769" sldId="560"/>
            <ac:picMk id="4" creationId="{7E585CCE-1174-AF38-DF9B-F6BB28EEF3E4}"/>
          </ac:picMkLst>
        </pc:picChg>
        <pc:picChg chg="add mod">
          <ac:chgData name="Salmon, Avi" userId="6e3b192c-b8b4-4d00-b586-1c820c4db50a" providerId="ADAL" clId="{3D0CAF2D-2705-4EBD-80CC-0D9BF96684A2}" dt="2026-07-20T17:58:53.320" v="269" actId="1076"/>
          <ac:picMkLst>
            <pc:docMk/>
            <pc:sldMk cId="350443769" sldId="560"/>
            <ac:picMk id="5" creationId="{6AB84889-FA91-E952-7C54-8C61585EB979}"/>
          </ac:picMkLst>
        </pc:picChg>
      </pc:sldChg>
      <pc:sldChg chg="add">
        <pc:chgData name="Salmon, Avi" userId="6e3b192c-b8b4-4d00-b586-1c820c4db50a" providerId="ADAL" clId="{3D0CAF2D-2705-4EBD-80CC-0D9BF96684A2}" dt="2026-07-20T17:52:42.574" v="243"/>
        <pc:sldMkLst>
          <pc:docMk/>
          <pc:sldMk cId="893059997" sldId="2147309420"/>
        </pc:sldMkLst>
      </pc:sldChg>
      <pc:sldChg chg="modSp new mod">
        <pc:chgData name="Salmon, Avi" userId="6e3b192c-b8b4-4d00-b586-1c820c4db50a" providerId="ADAL" clId="{3D0CAF2D-2705-4EBD-80CC-0D9BF96684A2}" dt="2026-07-20T18:04:22.666" v="339" actId="207"/>
        <pc:sldMkLst>
          <pc:docMk/>
          <pc:sldMk cId="1768823983" sldId="2147309421"/>
        </pc:sldMkLst>
        <pc:spChg chg="mod">
          <ac:chgData name="Salmon, Avi" userId="6e3b192c-b8b4-4d00-b586-1c820c4db50a" providerId="ADAL" clId="{3D0CAF2D-2705-4EBD-80CC-0D9BF96684A2}" dt="2026-07-20T18:04:14.904" v="337" actId="122"/>
          <ac:spMkLst>
            <pc:docMk/>
            <pc:sldMk cId="1768823983" sldId="2147309421"/>
            <ac:spMk id="2" creationId="{4C78657C-AF02-5ABB-BED8-68F18B73BEA7}"/>
          </ac:spMkLst>
        </pc:spChg>
        <pc:spChg chg="mod">
          <ac:chgData name="Salmon, Avi" userId="6e3b192c-b8b4-4d00-b586-1c820c4db50a" providerId="ADAL" clId="{3D0CAF2D-2705-4EBD-80CC-0D9BF96684A2}" dt="2026-07-20T18:04:22.666" v="339" actId="207"/>
          <ac:spMkLst>
            <pc:docMk/>
            <pc:sldMk cId="1768823983" sldId="2147309421"/>
            <ac:spMk id="3" creationId="{1F427FE3-37D7-E71B-B069-49F6BFDE60AD}"/>
          </ac:spMkLst>
        </pc:spChg>
      </pc:sldChg>
      <pc:sldMasterChg chg="del delSldLayout">
        <pc:chgData name="Salmon, Avi" userId="6e3b192c-b8b4-4d00-b586-1c820c4db50a" providerId="ADAL" clId="{3D0CAF2D-2705-4EBD-80CC-0D9BF96684A2}" dt="2026-07-20T17:46:03.681" v="152" actId="700"/>
        <pc:sldMasterMkLst>
          <pc:docMk/>
          <pc:sldMasterMk cId="3198297877" sldId="2147483672"/>
        </pc:sldMasterMkLst>
        <pc:sldLayoutChg chg="del">
          <pc:chgData name="Salmon, Avi" userId="6e3b192c-b8b4-4d00-b586-1c820c4db50a" providerId="ADAL" clId="{3D0CAF2D-2705-4EBD-80CC-0D9BF96684A2}" dt="2026-07-20T17:46:03.681" v="152" actId="700"/>
          <pc:sldLayoutMkLst>
            <pc:docMk/>
            <pc:sldMasterMk cId="3198297877" sldId="2147483672"/>
            <pc:sldLayoutMk cId="2686317354" sldId="2147483673"/>
          </pc:sldLayoutMkLst>
        </pc:sldLayoutChg>
        <pc:sldLayoutChg chg="del">
          <pc:chgData name="Salmon, Avi" userId="6e3b192c-b8b4-4d00-b586-1c820c4db50a" providerId="ADAL" clId="{3D0CAF2D-2705-4EBD-80CC-0D9BF96684A2}" dt="2026-07-20T17:46:03.681" v="152" actId="700"/>
          <pc:sldLayoutMkLst>
            <pc:docMk/>
            <pc:sldMasterMk cId="3198297877" sldId="2147483672"/>
            <pc:sldLayoutMk cId="2757028158" sldId="2147483674"/>
          </pc:sldLayoutMkLst>
        </pc:sldLayoutChg>
        <pc:sldLayoutChg chg="del">
          <pc:chgData name="Salmon, Avi" userId="6e3b192c-b8b4-4d00-b586-1c820c4db50a" providerId="ADAL" clId="{3D0CAF2D-2705-4EBD-80CC-0D9BF96684A2}" dt="2026-07-20T17:46:03.681" v="152" actId="700"/>
          <pc:sldLayoutMkLst>
            <pc:docMk/>
            <pc:sldMasterMk cId="3198297877" sldId="2147483672"/>
            <pc:sldLayoutMk cId="1750362294" sldId="2147483675"/>
          </pc:sldLayoutMkLst>
        </pc:sldLayoutChg>
        <pc:sldLayoutChg chg="del">
          <pc:chgData name="Salmon, Avi" userId="6e3b192c-b8b4-4d00-b586-1c820c4db50a" providerId="ADAL" clId="{3D0CAF2D-2705-4EBD-80CC-0D9BF96684A2}" dt="2026-07-20T17:46:03.681" v="152" actId="700"/>
          <pc:sldLayoutMkLst>
            <pc:docMk/>
            <pc:sldMasterMk cId="3198297877" sldId="2147483672"/>
            <pc:sldLayoutMk cId="333844946" sldId="2147483676"/>
          </pc:sldLayoutMkLst>
        </pc:sldLayoutChg>
        <pc:sldLayoutChg chg="del">
          <pc:chgData name="Salmon, Avi" userId="6e3b192c-b8b4-4d00-b586-1c820c4db50a" providerId="ADAL" clId="{3D0CAF2D-2705-4EBD-80CC-0D9BF96684A2}" dt="2026-07-20T17:46:03.681" v="152" actId="700"/>
          <pc:sldLayoutMkLst>
            <pc:docMk/>
            <pc:sldMasterMk cId="3198297877" sldId="2147483672"/>
            <pc:sldLayoutMk cId="157465545" sldId="2147483677"/>
          </pc:sldLayoutMkLst>
        </pc:sldLayoutChg>
        <pc:sldLayoutChg chg="del">
          <pc:chgData name="Salmon, Avi" userId="6e3b192c-b8b4-4d00-b586-1c820c4db50a" providerId="ADAL" clId="{3D0CAF2D-2705-4EBD-80CC-0D9BF96684A2}" dt="2026-07-20T17:46:03.681" v="152" actId="700"/>
          <pc:sldLayoutMkLst>
            <pc:docMk/>
            <pc:sldMasterMk cId="3198297877" sldId="2147483672"/>
            <pc:sldLayoutMk cId="3447256112" sldId="2147483678"/>
          </pc:sldLayoutMkLst>
        </pc:sldLayoutChg>
        <pc:sldLayoutChg chg="del">
          <pc:chgData name="Salmon, Avi" userId="6e3b192c-b8b4-4d00-b586-1c820c4db50a" providerId="ADAL" clId="{3D0CAF2D-2705-4EBD-80CC-0D9BF96684A2}" dt="2026-07-20T17:46:03.681" v="152" actId="700"/>
          <pc:sldLayoutMkLst>
            <pc:docMk/>
            <pc:sldMasterMk cId="3198297877" sldId="2147483672"/>
            <pc:sldLayoutMk cId="2590867731" sldId="2147483679"/>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IL"/>
        </a:p>
      </c:txPr>
    </c:legend>
    <c:plotVisOnly val="1"/>
    <c:dispBlanksAs val="gap"/>
    <c:showDLblsOverMax val="1"/>
  </c:chart>
  <c:spPr>
    <a:no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C51C3A-3927-4271-A66F-827F1A07559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B7755C5F-6ED1-4C78-8569-8CD9A4924A56}">
      <dgm:prSet/>
      <dgm:spPr/>
      <dgm:t>
        <a:bodyPr/>
        <a:lstStyle/>
        <a:p>
          <a:r>
            <a:rPr lang="en-US"/>
            <a:t>Employee engagement</a:t>
          </a:r>
        </a:p>
      </dgm:t>
    </dgm:pt>
    <dgm:pt modelId="{9BFA7874-F9A5-47EE-A6A2-8CCDBF25468F}" type="parTrans" cxnId="{4602CA16-B9B4-475B-A30B-C498E3843377}">
      <dgm:prSet/>
      <dgm:spPr/>
      <dgm:t>
        <a:bodyPr/>
        <a:lstStyle/>
        <a:p>
          <a:endParaRPr lang="en-US"/>
        </a:p>
      </dgm:t>
    </dgm:pt>
    <dgm:pt modelId="{90AD810C-BDD2-46E7-89EF-E2F6D8A23146}" type="sibTrans" cxnId="{4602CA16-B9B4-475B-A30B-C498E3843377}">
      <dgm:prSet/>
      <dgm:spPr/>
      <dgm:t>
        <a:bodyPr/>
        <a:lstStyle/>
        <a:p>
          <a:endParaRPr lang="en-US"/>
        </a:p>
      </dgm:t>
    </dgm:pt>
    <dgm:pt modelId="{5BF9148B-017D-42A7-B265-49685AEAC97F}">
      <dgm:prSet/>
      <dgm:spPr/>
      <dgm:t>
        <a:bodyPr/>
        <a:lstStyle/>
        <a:p>
          <a:r>
            <a:rPr lang="en-US"/>
            <a:t>Employer brand and PR</a:t>
          </a:r>
        </a:p>
      </dgm:t>
    </dgm:pt>
    <dgm:pt modelId="{3D98AF3F-DA51-4CAA-A009-43D13FADE279}" type="parTrans" cxnId="{4D791ADF-3404-45AA-825F-1EEE67D090BD}">
      <dgm:prSet/>
      <dgm:spPr/>
      <dgm:t>
        <a:bodyPr/>
        <a:lstStyle/>
        <a:p>
          <a:endParaRPr lang="en-US"/>
        </a:p>
      </dgm:t>
    </dgm:pt>
    <dgm:pt modelId="{4379222C-FFF9-4867-AA99-A30146B6C877}" type="sibTrans" cxnId="{4D791ADF-3404-45AA-825F-1EEE67D090BD}">
      <dgm:prSet/>
      <dgm:spPr/>
      <dgm:t>
        <a:bodyPr/>
        <a:lstStyle/>
        <a:p>
          <a:endParaRPr lang="en-US"/>
        </a:p>
      </dgm:t>
    </dgm:pt>
    <dgm:pt modelId="{AD385BDA-B48A-42B9-B7FB-D4B3350F1659}">
      <dgm:prSet/>
      <dgm:spPr/>
      <dgm:t>
        <a:bodyPr/>
        <a:lstStyle/>
        <a:p>
          <a:r>
            <a:rPr lang="en-US"/>
            <a:t>Braking barriers between orgs; synergies. </a:t>
          </a:r>
        </a:p>
      </dgm:t>
    </dgm:pt>
    <dgm:pt modelId="{4645A7EF-904A-4FC8-9CD6-544DAE9D056A}" type="parTrans" cxnId="{52E82A00-E8AF-44B2-A110-62A70C1D0AA1}">
      <dgm:prSet/>
      <dgm:spPr/>
      <dgm:t>
        <a:bodyPr/>
        <a:lstStyle/>
        <a:p>
          <a:endParaRPr lang="en-US"/>
        </a:p>
      </dgm:t>
    </dgm:pt>
    <dgm:pt modelId="{2DA2898E-64A1-4FEF-A472-EB0E1AF2FBF8}" type="sibTrans" cxnId="{52E82A00-E8AF-44B2-A110-62A70C1D0AA1}">
      <dgm:prSet/>
      <dgm:spPr/>
      <dgm:t>
        <a:bodyPr/>
        <a:lstStyle/>
        <a:p>
          <a:endParaRPr lang="en-US"/>
        </a:p>
      </dgm:t>
    </dgm:pt>
    <dgm:pt modelId="{93F7983E-A77A-451C-A211-998CB5F0E32C}">
      <dgm:prSet/>
      <dgm:spPr/>
      <dgm:t>
        <a:bodyPr/>
        <a:lstStyle/>
        <a:p>
          <a:r>
            <a:rPr lang="en-US"/>
            <a:t>Innovation mindset</a:t>
          </a:r>
        </a:p>
      </dgm:t>
    </dgm:pt>
    <dgm:pt modelId="{414ABCDB-CC5A-486B-BEC9-41289A150EBF}" type="parTrans" cxnId="{5C3015E0-4E93-4305-BA04-E2BF5820994C}">
      <dgm:prSet/>
      <dgm:spPr/>
      <dgm:t>
        <a:bodyPr/>
        <a:lstStyle/>
        <a:p>
          <a:endParaRPr lang="en-US"/>
        </a:p>
      </dgm:t>
    </dgm:pt>
    <dgm:pt modelId="{06FADFBA-DC25-441D-93F8-C079F4374CA2}" type="sibTrans" cxnId="{5C3015E0-4E93-4305-BA04-E2BF5820994C}">
      <dgm:prSet/>
      <dgm:spPr/>
      <dgm:t>
        <a:bodyPr/>
        <a:lstStyle/>
        <a:p>
          <a:endParaRPr lang="en-US"/>
        </a:p>
      </dgm:t>
    </dgm:pt>
    <dgm:pt modelId="{1076483F-10D0-45A7-821D-1157F32269C1}">
      <dgm:prSet/>
      <dgm:spPr/>
      <dgm:t>
        <a:bodyPr/>
        <a:lstStyle/>
        <a:p>
          <a:r>
            <a:rPr lang="en-US"/>
            <a:t>Business solutions. </a:t>
          </a:r>
        </a:p>
      </dgm:t>
    </dgm:pt>
    <dgm:pt modelId="{5EB9F240-6788-4F5A-9083-66AFBB199999}" type="parTrans" cxnId="{DBCC7C3B-663B-42E6-A563-49F6030DE180}">
      <dgm:prSet/>
      <dgm:spPr/>
      <dgm:t>
        <a:bodyPr/>
        <a:lstStyle/>
        <a:p>
          <a:endParaRPr lang="en-US"/>
        </a:p>
      </dgm:t>
    </dgm:pt>
    <dgm:pt modelId="{75C72868-AE31-4610-8371-1BB3D2BA7D1A}" type="sibTrans" cxnId="{DBCC7C3B-663B-42E6-A563-49F6030DE180}">
      <dgm:prSet/>
      <dgm:spPr/>
      <dgm:t>
        <a:bodyPr/>
        <a:lstStyle/>
        <a:p>
          <a:endParaRPr lang="en-US"/>
        </a:p>
      </dgm:t>
    </dgm:pt>
    <dgm:pt modelId="{19618B0B-8169-4F7F-B84E-B5EFF8EA6557}" type="pres">
      <dgm:prSet presAssocID="{7FC51C3A-3927-4271-A66F-827F1A075599}" presName="linear" presStyleCnt="0">
        <dgm:presLayoutVars>
          <dgm:animLvl val="lvl"/>
          <dgm:resizeHandles val="exact"/>
        </dgm:presLayoutVars>
      </dgm:prSet>
      <dgm:spPr/>
    </dgm:pt>
    <dgm:pt modelId="{C3966FB6-6EEC-4A17-A859-3CA9511DF3CF}" type="pres">
      <dgm:prSet presAssocID="{B7755C5F-6ED1-4C78-8569-8CD9A4924A56}" presName="parentText" presStyleLbl="node1" presStyleIdx="0" presStyleCnt="5">
        <dgm:presLayoutVars>
          <dgm:chMax val="0"/>
          <dgm:bulletEnabled val="1"/>
        </dgm:presLayoutVars>
      </dgm:prSet>
      <dgm:spPr/>
    </dgm:pt>
    <dgm:pt modelId="{CA448139-AA4B-4D9F-A2A5-7773A83B57B1}" type="pres">
      <dgm:prSet presAssocID="{90AD810C-BDD2-46E7-89EF-E2F6D8A23146}" presName="spacer" presStyleCnt="0"/>
      <dgm:spPr/>
    </dgm:pt>
    <dgm:pt modelId="{BB860912-A131-4AAF-9809-6848D5DD2FC3}" type="pres">
      <dgm:prSet presAssocID="{5BF9148B-017D-42A7-B265-49685AEAC97F}" presName="parentText" presStyleLbl="node1" presStyleIdx="1" presStyleCnt="5">
        <dgm:presLayoutVars>
          <dgm:chMax val="0"/>
          <dgm:bulletEnabled val="1"/>
        </dgm:presLayoutVars>
      </dgm:prSet>
      <dgm:spPr/>
    </dgm:pt>
    <dgm:pt modelId="{EDB80F5C-8339-4319-94D3-E4377179F03A}" type="pres">
      <dgm:prSet presAssocID="{4379222C-FFF9-4867-AA99-A30146B6C877}" presName="spacer" presStyleCnt="0"/>
      <dgm:spPr/>
    </dgm:pt>
    <dgm:pt modelId="{DB159675-C116-40BF-9421-A0DC03F426C7}" type="pres">
      <dgm:prSet presAssocID="{AD385BDA-B48A-42B9-B7FB-D4B3350F1659}" presName="parentText" presStyleLbl="node1" presStyleIdx="2" presStyleCnt="5" custLinFactNeighborX="29" custLinFactNeighborY="-12212">
        <dgm:presLayoutVars>
          <dgm:chMax val="0"/>
          <dgm:bulletEnabled val="1"/>
        </dgm:presLayoutVars>
      </dgm:prSet>
      <dgm:spPr/>
    </dgm:pt>
    <dgm:pt modelId="{9883745D-D1D4-4CB7-92F8-C4958B2C7994}" type="pres">
      <dgm:prSet presAssocID="{2DA2898E-64A1-4FEF-A472-EB0E1AF2FBF8}" presName="spacer" presStyleCnt="0"/>
      <dgm:spPr/>
    </dgm:pt>
    <dgm:pt modelId="{E2BA717C-DE41-4FBE-AD76-46D6100F93D7}" type="pres">
      <dgm:prSet presAssocID="{93F7983E-A77A-451C-A211-998CB5F0E32C}" presName="parentText" presStyleLbl="node1" presStyleIdx="3" presStyleCnt="5">
        <dgm:presLayoutVars>
          <dgm:chMax val="0"/>
          <dgm:bulletEnabled val="1"/>
        </dgm:presLayoutVars>
      </dgm:prSet>
      <dgm:spPr/>
    </dgm:pt>
    <dgm:pt modelId="{FC95ACB9-9766-4614-87FD-E5ECC66A305B}" type="pres">
      <dgm:prSet presAssocID="{06FADFBA-DC25-441D-93F8-C079F4374CA2}" presName="spacer" presStyleCnt="0"/>
      <dgm:spPr/>
    </dgm:pt>
    <dgm:pt modelId="{0CF8170B-BAC9-4500-A8F3-D54F4FA773BA}" type="pres">
      <dgm:prSet presAssocID="{1076483F-10D0-45A7-821D-1157F32269C1}" presName="parentText" presStyleLbl="node1" presStyleIdx="4" presStyleCnt="5">
        <dgm:presLayoutVars>
          <dgm:chMax val="0"/>
          <dgm:bulletEnabled val="1"/>
        </dgm:presLayoutVars>
      </dgm:prSet>
      <dgm:spPr/>
    </dgm:pt>
  </dgm:ptLst>
  <dgm:cxnLst>
    <dgm:cxn modelId="{52E82A00-E8AF-44B2-A110-62A70C1D0AA1}" srcId="{7FC51C3A-3927-4271-A66F-827F1A075599}" destId="{AD385BDA-B48A-42B9-B7FB-D4B3350F1659}" srcOrd="2" destOrd="0" parTransId="{4645A7EF-904A-4FC8-9CD6-544DAE9D056A}" sibTransId="{2DA2898E-64A1-4FEF-A472-EB0E1AF2FBF8}"/>
    <dgm:cxn modelId="{74FC5D0F-84EA-4AA2-9DBC-26A62BA66DB2}" type="presOf" srcId="{5BF9148B-017D-42A7-B265-49685AEAC97F}" destId="{BB860912-A131-4AAF-9809-6848D5DD2FC3}" srcOrd="0" destOrd="0" presId="urn:microsoft.com/office/officeart/2005/8/layout/vList2"/>
    <dgm:cxn modelId="{4602CA16-B9B4-475B-A30B-C498E3843377}" srcId="{7FC51C3A-3927-4271-A66F-827F1A075599}" destId="{B7755C5F-6ED1-4C78-8569-8CD9A4924A56}" srcOrd="0" destOrd="0" parTransId="{9BFA7874-F9A5-47EE-A6A2-8CCDBF25468F}" sibTransId="{90AD810C-BDD2-46E7-89EF-E2F6D8A23146}"/>
    <dgm:cxn modelId="{DBCC7C3B-663B-42E6-A563-49F6030DE180}" srcId="{7FC51C3A-3927-4271-A66F-827F1A075599}" destId="{1076483F-10D0-45A7-821D-1157F32269C1}" srcOrd="4" destOrd="0" parTransId="{5EB9F240-6788-4F5A-9083-66AFBB199999}" sibTransId="{75C72868-AE31-4610-8371-1BB3D2BA7D1A}"/>
    <dgm:cxn modelId="{15DE399C-120D-43CD-BDBC-A2178485AB70}" type="presOf" srcId="{1076483F-10D0-45A7-821D-1157F32269C1}" destId="{0CF8170B-BAC9-4500-A8F3-D54F4FA773BA}" srcOrd="0" destOrd="0" presId="urn:microsoft.com/office/officeart/2005/8/layout/vList2"/>
    <dgm:cxn modelId="{1736BF9C-1BB1-4B1C-BA32-F286A74F9AC7}" type="presOf" srcId="{93F7983E-A77A-451C-A211-998CB5F0E32C}" destId="{E2BA717C-DE41-4FBE-AD76-46D6100F93D7}" srcOrd="0" destOrd="0" presId="urn:microsoft.com/office/officeart/2005/8/layout/vList2"/>
    <dgm:cxn modelId="{8A7FDFAB-6B14-4291-9F43-7C954B094AC1}" type="presOf" srcId="{AD385BDA-B48A-42B9-B7FB-D4B3350F1659}" destId="{DB159675-C116-40BF-9421-A0DC03F426C7}" srcOrd="0" destOrd="0" presId="urn:microsoft.com/office/officeart/2005/8/layout/vList2"/>
    <dgm:cxn modelId="{79C45EC3-1A91-4138-8850-1C096247EFBE}" type="presOf" srcId="{B7755C5F-6ED1-4C78-8569-8CD9A4924A56}" destId="{C3966FB6-6EEC-4A17-A859-3CA9511DF3CF}" srcOrd="0" destOrd="0" presId="urn:microsoft.com/office/officeart/2005/8/layout/vList2"/>
    <dgm:cxn modelId="{4D791ADF-3404-45AA-825F-1EEE67D090BD}" srcId="{7FC51C3A-3927-4271-A66F-827F1A075599}" destId="{5BF9148B-017D-42A7-B265-49685AEAC97F}" srcOrd="1" destOrd="0" parTransId="{3D98AF3F-DA51-4CAA-A009-43D13FADE279}" sibTransId="{4379222C-FFF9-4867-AA99-A30146B6C877}"/>
    <dgm:cxn modelId="{5C3015E0-4E93-4305-BA04-E2BF5820994C}" srcId="{7FC51C3A-3927-4271-A66F-827F1A075599}" destId="{93F7983E-A77A-451C-A211-998CB5F0E32C}" srcOrd="3" destOrd="0" parTransId="{414ABCDB-CC5A-486B-BEC9-41289A150EBF}" sibTransId="{06FADFBA-DC25-441D-93F8-C079F4374CA2}"/>
    <dgm:cxn modelId="{8F4CB7E2-BC3C-40DF-9878-30D160C536DD}" type="presOf" srcId="{7FC51C3A-3927-4271-A66F-827F1A075599}" destId="{19618B0B-8169-4F7F-B84E-B5EFF8EA6557}" srcOrd="0" destOrd="0" presId="urn:microsoft.com/office/officeart/2005/8/layout/vList2"/>
    <dgm:cxn modelId="{B26B1761-D247-4A51-84D7-47C75A54981B}" type="presParOf" srcId="{19618B0B-8169-4F7F-B84E-B5EFF8EA6557}" destId="{C3966FB6-6EEC-4A17-A859-3CA9511DF3CF}" srcOrd="0" destOrd="0" presId="urn:microsoft.com/office/officeart/2005/8/layout/vList2"/>
    <dgm:cxn modelId="{65A068FB-F23C-4910-A694-5193EEDAD66C}" type="presParOf" srcId="{19618B0B-8169-4F7F-B84E-B5EFF8EA6557}" destId="{CA448139-AA4B-4D9F-A2A5-7773A83B57B1}" srcOrd="1" destOrd="0" presId="urn:microsoft.com/office/officeart/2005/8/layout/vList2"/>
    <dgm:cxn modelId="{06DE2169-4996-41C5-9130-AFB68D125C90}" type="presParOf" srcId="{19618B0B-8169-4F7F-B84E-B5EFF8EA6557}" destId="{BB860912-A131-4AAF-9809-6848D5DD2FC3}" srcOrd="2" destOrd="0" presId="urn:microsoft.com/office/officeart/2005/8/layout/vList2"/>
    <dgm:cxn modelId="{A2B5C5DA-515E-45A0-A278-0502458C57A7}" type="presParOf" srcId="{19618B0B-8169-4F7F-B84E-B5EFF8EA6557}" destId="{EDB80F5C-8339-4319-94D3-E4377179F03A}" srcOrd="3" destOrd="0" presId="urn:microsoft.com/office/officeart/2005/8/layout/vList2"/>
    <dgm:cxn modelId="{66DCD026-3549-40BC-BF3F-256D35D0D72E}" type="presParOf" srcId="{19618B0B-8169-4F7F-B84E-B5EFF8EA6557}" destId="{DB159675-C116-40BF-9421-A0DC03F426C7}" srcOrd="4" destOrd="0" presId="urn:microsoft.com/office/officeart/2005/8/layout/vList2"/>
    <dgm:cxn modelId="{94C3BC35-4E39-4C0A-8977-175C0CC5AA8C}" type="presParOf" srcId="{19618B0B-8169-4F7F-B84E-B5EFF8EA6557}" destId="{9883745D-D1D4-4CB7-92F8-C4958B2C7994}" srcOrd="5" destOrd="0" presId="urn:microsoft.com/office/officeart/2005/8/layout/vList2"/>
    <dgm:cxn modelId="{4E30DA85-7CDC-4F4D-A6F9-6FCBC01263F0}" type="presParOf" srcId="{19618B0B-8169-4F7F-B84E-B5EFF8EA6557}" destId="{E2BA717C-DE41-4FBE-AD76-46D6100F93D7}" srcOrd="6" destOrd="0" presId="urn:microsoft.com/office/officeart/2005/8/layout/vList2"/>
    <dgm:cxn modelId="{48186ECA-6FB0-4011-A503-ECB1EF664451}" type="presParOf" srcId="{19618B0B-8169-4F7F-B84E-B5EFF8EA6557}" destId="{FC95ACB9-9766-4614-87FD-E5ECC66A305B}" srcOrd="7" destOrd="0" presId="urn:microsoft.com/office/officeart/2005/8/layout/vList2"/>
    <dgm:cxn modelId="{650C7D47-B8FE-4B26-9B33-F6643973790B}" type="presParOf" srcId="{19618B0B-8169-4F7F-B84E-B5EFF8EA6557}" destId="{0CF8170B-BAC9-4500-A8F3-D54F4FA773B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66FB6-6EEC-4A17-A859-3CA9511DF3CF}">
      <dsp:nvSpPr>
        <dsp:cNvPr id="0" name=""/>
        <dsp:cNvSpPr/>
      </dsp:nvSpPr>
      <dsp:spPr>
        <a:xfrm>
          <a:off x="0" y="7377"/>
          <a:ext cx="5257800" cy="1038082"/>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Employee engagement</a:t>
          </a:r>
        </a:p>
      </dsp:txBody>
      <dsp:txXfrm>
        <a:off x="50675" y="58052"/>
        <a:ext cx="5156450" cy="936732"/>
      </dsp:txXfrm>
    </dsp:sp>
    <dsp:sp modelId="{BB860912-A131-4AAF-9809-6848D5DD2FC3}">
      <dsp:nvSpPr>
        <dsp:cNvPr id="0" name=""/>
        <dsp:cNvSpPr/>
      </dsp:nvSpPr>
      <dsp:spPr>
        <a:xfrm>
          <a:off x="0" y="1120340"/>
          <a:ext cx="5257800" cy="1038082"/>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Employer brand and PR</a:t>
          </a:r>
        </a:p>
      </dsp:txBody>
      <dsp:txXfrm>
        <a:off x="50675" y="1171015"/>
        <a:ext cx="5156450" cy="936732"/>
      </dsp:txXfrm>
    </dsp:sp>
    <dsp:sp modelId="{DB159675-C116-40BF-9421-A0DC03F426C7}">
      <dsp:nvSpPr>
        <dsp:cNvPr id="0" name=""/>
        <dsp:cNvSpPr/>
      </dsp:nvSpPr>
      <dsp:spPr>
        <a:xfrm>
          <a:off x="0" y="2224158"/>
          <a:ext cx="5257800" cy="1038082"/>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Braking barriers between orgs; synergies. </a:t>
          </a:r>
        </a:p>
      </dsp:txBody>
      <dsp:txXfrm>
        <a:off x="50675" y="2274833"/>
        <a:ext cx="5156450" cy="936732"/>
      </dsp:txXfrm>
    </dsp:sp>
    <dsp:sp modelId="{E2BA717C-DE41-4FBE-AD76-46D6100F93D7}">
      <dsp:nvSpPr>
        <dsp:cNvPr id="0" name=""/>
        <dsp:cNvSpPr/>
      </dsp:nvSpPr>
      <dsp:spPr>
        <a:xfrm>
          <a:off x="0" y="3346265"/>
          <a:ext cx="5257800" cy="1038082"/>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Innovation mindset</a:t>
          </a:r>
        </a:p>
      </dsp:txBody>
      <dsp:txXfrm>
        <a:off x="50675" y="3396940"/>
        <a:ext cx="5156450" cy="936732"/>
      </dsp:txXfrm>
    </dsp:sp>
    <dsp:sp modelId="{0CF8170B-BAC9-4500-A8F3-D54F4FA773BA}">
      <dsp:nvSpPr>
        <dsp:cNvPr id="0" name=""/>
        <dsp:cNvSpPr/>
      </dsp:nvSpPr>
      <dsp:spPr>
        <a:xfrm>
          <a:off x="0" y="4459227"/>
          <a:ext cx="5257800" cy="1038082"/>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Business solutions. </a:t>
          </a:r>
        </a:p>
      </dsp:txBody>
      <dsp:txXfrm>
        <a:off x="50675" y="4509902"/>
        <a:ext cx="5156450" cy="9367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48E9AD-0F36-46D6-B766-B72B76F2F55F}" type="datetimeFigureOut">
              <a:rPr lang="LID4096" smtClean="0"/>
              <a:t>07/21/2026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5C586-FD24-4CF9-96CE-B992AE6B2F69}" type="slidenum">
              <a:rPr lang="LID4096" smtClean="0"/>
              <a:t>‹#›</a:t>
            </a:fld>
            <a:endParaRPr lang="LID4096"/>
          </a:p>
        </p:txBody>
      </p:sp>
    </p:spTree>
    <p:extLst>
      <p:ext uri="{BB962C8B-B14F-4D97-AF65-F5344CB8AC3E}">
        <p14:creationId xmlns:p14="http://schemas.microsoft.com/office/powerpoint/2010/main" val="1773570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My name is Avi Salmon, and in this presentation I will share how we use experiential learning at Intel Israel, where I lead innovation activities.</a:t>
            </a:r>
          </a:p>
          <a:p>
            <a:r>
              <a:rPr lang="" dirty="0"/>
              <a:t>Our work includes maker activities, technical innovation campaigns, hackathons, and other hands-on learning experiences. Through these initiatives, participants do not only learn concepts—they apply them, experiment, solve real problems, and learn from both success and failure.</a:t>
            </a:r>
          </a:p>
          <a:p>
            <a:r>
              <a:rPr lang="" dirty="0"/>
              <a:t>The main message of this presentation is the importance and value of learning through experience.</a:t>
            </a:r>
          </a:p>
          <a:p>
            <a:endParaRPr lang="LID4096" dirty="0"/>
          </a:p>
        </p:txBody>
      </p:sp>
      <p:sp>
        <p:nvSpPr>
          <p:cNvPr id="4" name="Slide Number Placeholder 3"/>
          <p:cNvSpPr>
            <a:spLocks noGrp="1"/>
          </p:cNvSpPr>
          <p:nvPr>
            <p:ph type="sldNum" sz="quarter" idx="5"/>
          </p:nvPr>
        </p:nvSpPr>
        <p:spPr/>
        <p:txBody>
          <a:bodyPr/>
          <a:lstStyle/>
          <a:p>
            <a:fld id="{69B5C586-FD24-4CF9-96CE-B992AE6B2F69}" type="slidenum">
              <a:rPr lang="LID4096" smtClean="0"/>
              <a:t>1</a:t>
            </a:fld>
            <a:endParaRPr lang="LID4096"/>
          </a:p>
        </p:txBody>
      </p:sp>
    </p:spTree>
    <p:extLst>
      <p:ext uri="{BB962C8B-B14F-4D97-AF65-F5344CB8AC3E}">
        <p14:creationId xmlns:p14="http://schemas.microsoft.com/office/powerpoint/2010/main" val="4003383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Here is a clear version for the PowerPoint speaker notes:</a:t>
            </a:r>
          </a:p>
          <a:p>
            <a:r>
              <a:rPr lang="" dirty="0"/>
              <a:t>We have three Intel sites in Israel that support maker and innovation activities: Haifa, Petah Tikva, and Jerusalem.</a:t>
            </a:r>
          </a:p>
          <a:p>
            <a:r>
              <a:rPr lang="" dirty="0"/>
              <a:t>The Haifa site operates more as an innovation hub than as a traditional makerspace. People do not usually come there to sit and build their projects. Instead, they can access equipment, print parts, borrow components, and take what they need to continue working elsewhere.</a:t>
            </a:r>
          </a:p>
          <a:p>
            <a:r>
              <a:rPr lang="" dirty="0"/>
              <a:t>The hub includes many 3D printers, electronic components, controllers, FPGAs, sensors, actuators, and a wide range of additional equipment. Employees can use these resources to experiment, prototype, and build new ideas.</a:t>
            </a:r>
          </a:p>
          <a:p>
            <a:r>
              <a:rPr lang="" dirty="0"/>
              <a:t>Similar maker facilities and resources are also available at the Petah Tikva and Jerusalem sites.</a:t>
            </a:r>
          </a:p>
          <a:p>
            <a:endParaRPr lang="LID4096" dirty="0"/>
          </a:p>
        </p:txBody>
      </p:sp>
      <p:sp>
        <p:nvSpPr>
          <p:cNvPr id="4" name="Slide Number Placeholder 3"/>
          <p:cNvSpPr>
            <a:spLocks noGrp="1"/>
          </p:cNvSpPr>
          <p:nvPr>
            <p:ph type="sldNum" sz="quarter" idx="5"/>
          </p:nvPr>
        </p:nvSpPr>
        <p:spPr/>
        <p:txBody>
          <a:bodyPr/>
          <a:lstStyle/>
          <a:p>
            <a:fld id="{69B5C586-FD24-4CF9-96CE-B992AE6B2F69}" type="slidenum">
              <a:rPr lang="LID4096" smtClean="0"/>
              <a:t>2</a:t>
            </a:fld>
            <a:endParaRPr lang="LID4096"/>
          </a:p>
        </p:txBody>
      </p:sp>
    </p:spTree>
    <p:extLst>
      <p:ext uri="{BB962C8B-B14F-4D97-AF65-F5344CB8AC3E}">
        <p14:creationId xmlns:p14="http://schemas.microsoft.com/office/powerpoint/2010/main" val="2259891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dirty="0"/>
              <a:t>Here is a polished version for the PowerPoint speaker notes:</a:t>
            </a:r>
          </a:p>
          <a:p>
            <a:r>
              <a:rPr lang="" dirty="0"/>
              <a:t>At first glance, maker activities may not seem to make business sense. Employees may be 3D printing, experimenting with electronics, or building projects that appear unrelated to Intel’s core business. Managers may reasonably ask why the organization should invest time, space, and budget in activities that do not create an immediate business result.</a:t>
            </a:r>
          </a:p>
          <a:p>
            <a:r>
              <a:rPr lang="" dirty="0"/>
              <a:t>There are several important answers.</a:t>
            </a:r>
          </a:p>
          <a:p>
            <a:r>
              <a:rPr lang="" dirty="0"/>
              <a:t>First, maker activities strengthen employee engagement. Employees who participate in these activities often show greater connection to the workplace, stronger curiosity, and a higher motivation to learn.</a:t>
            </a:r>
          </a:p>
          <a:p>
            <a:r>
              <a:rPr lang="" dirty="0"/>
              <a:t>Second, they contribute to employer branding and public relations. They help position Intel as an innovative organization and as a great place to work.</a:t>
            </a:r>
          </a:p>
          <a:p>
            <a:r>
              <a:rPr lang="" dirty="0"/>
              <a:t>Third, maker activities break down barriers inside a large organization. They connect people from different teams and disciplines who might otherwise never meet, creating new relationships, collaboration, and unexpected synergies.</a:t>
            </a:r>
          </a:p>
          <a:p>
            <a:r>
              <a:rPr lang="" dirty="0"/>
              <a:t>Fourth, the makerspace helps employees exercise the muscle of an innovation mindset. It gives them a safe environment in which to experiment, explore, take risks, and learn through trial and error.</a:t>
            </a:r>
          </a:p>
          <a:p>
            <a:r>
              <a:rPr lang="" dirty="0"/>
              <a:t>Finally, we see an important practical outcome. After employees practice innovation through projects that may initially seem unrelated to the business, they often return to their regular work with new ideas and solutions that are directly connected to business needs, engineering challenges, and internal processes.</a:t>
            </a:r>
          </a:p>
          <a:p>
            <a:r>
              <a:rPr lang="" dirty="0"/>
              <a:t>The maker activity may begin as experimentation, but it can ultimately create real business value.</a:t>
            </a:r>
          </a:p>
          <a:p>
            <a:endParaRPr lang="LID4096" dirty="0"/>
          </a:p>
        </p:txBody>
      </p:sp>
      <p:sp>
        <p:nvSpPr>
          <p:cNvPr id="4" name="Slide Number Placeholder 3"/>
          <p:cNvSpPr>
            <a:spLocks noGrp="1"/>
          </p:cNvSpPr>
          <p:nvPr>
            <p:ph type="sldNum" sz="quarter" idx="5"/>
          </p:nvPr>
        </p:nvSpPr>
        <p:spPr/>
        <p:txBody>
          <a:bodyPr/>
          <a:lstStyle/>
          <a:p>
            <a:fld id="{69B5C586-FD24-4CF9-96CE-B992AE6B2F69}" type="slidenum">
              <a:rPr lang="LID4096" smtClean="0"/>
              <a:t>5</a:t>
            </a:fld>
            <a:endParaRPr lang="LID4096"/>
          </a:p>
        </p:txBody>
      </p:sp>
    </p:spTree>
    <p:extLst>
      <p:ext uri="{BB962C8B-B14F-4D97-AF65-F5344CB8AC3E}">
        <p14:creationId xmlns:p14="http://schemas.microsoft.com/office/powerpoint/2010/main" val="3584395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B6F647-BBEF-4A0D-8140-D6883B05F69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062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A46B9-DC92-BE7A-DFFC-369B3213A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5181B9F9-4ADC-98C9-8172-F9BC5FB732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7750E795-A3FA-B322-FD77-3ACE8570CE5D}"/>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5" name="Footer Placeholder 4">
            <a:extLst>
              <a:ext uri="{FF2B5EF4-FFF2-40B4-BE49-F238E27FC236}">
                <a16:creationId xmlns:a16="http://schemas.microsoft.com/office/drawing/2014/main" id="{BFE93365-35D4-9B21-6654-180366879D3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2BEFE9BF-B1EF-E8A3-9B28-C9F0E1D45D3A}"/>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1219397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3D277-8FBC-201F-DE7C-77364E049B98}"/>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7D8B8A2B-EFF9-3EDA-0717-46F96F226B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30764ABA-2699-66EA-5562-D0F872FC0236}"/>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5" name="Footer Placeholder 4">
            <a:extLst>
              <a:ext uri="{FF2B5EF4-FFF2-40B4-BE49-F238E27FC236}">
                <a16:creationId xmlns:a16="http://schemas.microsoft.com/office/drawing/2014/main" id="{90CAEF8E-8946-98E2-B19A-E77927DF07B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7A5DA4F-65DC-2AB1-4883-1BADA6269458}"/>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1130265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AB642-59AA-8143-218E-694A245C2B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1F00C177-F5A5-B5AB-9655-7FB11A8F44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7AD794-1747-1BF1-84E6-0976DC7BC74E}"/>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5" name="Footer Placeholder 4">
            <a:extLst>
              <a:ext uri="{FF2B5EF4-FFF2-40B4-BE49-F238E27FC236}">
                <a16:creationId xmlns:a16="http://schemas.microsoft.com/office/drawing/2014/main" id="{0D0E9204-DDDB-DCA1-DCB7-4DF04A8FEBD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642F425-4A73-4C5C-8CC1-93D6A68E364B}"/>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2894014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E02B-4C02-4B56-8259-6F1D23E48022}"/>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A7C40FCF-03F5-E646-C072-2CB43F30B7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77DFAF2D-CCE8-A845-0AEB-022ACC1CCE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0128EC3A-0EB0-D2D9-055B-ED592471C302}"/>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6" name="Footer Placeholder 5">
            <a:extLst>
              <a:ext uri="{FF2B5EF4-FFF2-40B4-BE49-F238E27FC236}">
                <a16:creationId xmlns:a16="http://schemas.microsoft.com/office/drawing/2014/main" id="{4BC43925-F4AC-6584-1C15-E19AF8944706}"/>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5DC83D8F-05A2-487F-ED6E-1B70E278912C}"/>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635666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F14B-B6A7-3D3D-4D6E-70E11195F51C}"/>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8429AAF4-DB25-21C3-DE94-B9276C17C0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C2C4F5-5BEE-5F01-9B07-FAD8A788FB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D308220B-89E1-8707-CA37-3578CB33EA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C8CFBD-4FAC-A469-E7E8-AFEC10DDC6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AAF8C5D9-56FD-A1B9-BD06-CB4DE31AB500}"/>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8" name="Footer Placeholder 7">
            <a:extLst>
              <a:ext uri="{FF2B5EF4-FFF2-40B4-BE49-F238E27FC236}">
                <a16:creationId xmlns:a16="http://schemas.microsoft.com/office/drawing/2014/main" id="{02F31D85-4881-E581-5931-B320DCCF30AA}"/>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AF0ABC67-4C90-6842-52A2-3DB1DACAF0E5}"/>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3167785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9861C-DE3D-46F5-80CB-6FDD3AD1CBBA}"/>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478B1611-C70E-0F2D-E447-E7C13AC83CCB}"/>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4" name="Footer Placeholder 3">
            <a:extLst>
              <a:ext uri="{FF2B5EF4-FFF2-40B4-BE49-F238E27FC236}">
                <a16:creationId xmlns:a16="http://schemas.microsoft.com/office/drawing/2014/main" id="{F0449469-B0B4-9A2A-285A-7B3F9EFC9851}"/>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057E2A16-AC46-F6DD-F44E-84DCAA89B3D4}"/>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1061235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F9FFB6-4848-7548-1DDF-E402092EA2F7}"/>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3" name="Footer Placeholder 2">
            <a:extLst>
              <a:ext uri="{FF2B5EF4-FFF2-40B4-BE49-F238E27FC236}">
                <a16:creationId xmlns:a16="http://schemas.microsoft.com/office/drawing/2014/main" id="{2D6EBC09-9AF8-B67E-C82E-205DF549FC5F}"/>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BEC46FFA-6319-68D6-92A5-D4518906AAB3}"/>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4197144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1EBF3-D576-D8D8-6F0C-47FD33D6F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B8568B75-7BAA-5E14-25AD-F58EAF9D3F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E9499F39-9D23-243D-6259-E06AC0E84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BFF870-FF02-ED70-931D-2E8B8420C33C}"/>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6" name="Footer Placeholder 5">
            <a:extLst>
              <a:ext uri="{FF2B5EF4-FFF2-40B4-BE49-F238E27FC236}">
                <a16:creationId xmlns:a16="http://schemas.microsoft.com/office/drawing/2014/main" id="{B988DCA1-0E86-F063-048B-86AB8B8F52CD}"/>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D72FF0EE-D350-AA1F-D8B3-A4ABFD59406D}"/>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1745496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E6901-4D77-2652-25A5-3473F275E0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EC52CF8C-4FCE-519D-EA77-AC7395125E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CF38DC7B-DE9D-6016-B376-9828B4111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5FFBD-D5C5-E091-A093-B33B9EE862C6}"/>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6" name="Footer Placeholder 5">
            <a:extLst>
              <a:ext uri="{FF2B5EF4-FFF2-40B4-BE49-F238E27FC236}">
                <a16:creationId xmlns:a16="http://schemas.microsoft.com/office/drawing/2014/main" id="{30550122-CCB3-9CD9-42DB-BADFAC4087F7}"/>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9DC45EE-BB7C-E191-CD5A-86198984B734}"/>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228256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C4B0-61E4-B459-208D-D9795C868566}"/>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B4E901C9-5D5A-1BBB-3C88-40718EE2AC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AF158C76-263B-72D8-8302-AEC2872BD4A9}"/>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5" name="Footer Placeholder 4">
            <a:extLst>
              <a:ext uri="{FF2B5EF4-FFF2-40B4-BE49-F238E27FC236}">
                <a16:creationId xmlns:a16="http://schemas.microsoft.com/office/drawing/2014/main" id="{2CCAB4A7-A5B4-54BE-F020-5E03B908BA7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384E72E-1900-BADA-3643-17FD57D385DB}"/>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1355845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A03D20-58DD-1F83-2961-4E157DC1EA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22EC252D-F43B-7D77-3E2F-7983E62406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D0FB53B-70D9-1612-BFD9-406D6C57B10F}"/>
              </a:ext>
            </a:extLst>
          </p:cNvPr>
          <p:cNvSpPr>
            <a:spLocks noGrp="1"/>
          </p:cNvSpPr>
          <p:nvPr>
            <p:ph type="dt" sz="half" idx="10"/>
          </p:nvPr>
        </p:nvSpPr>
        <p:spPr/>
        <p:txBody>
          <a:bodyPr/>
          <a:lstStyle/>
          <a:p>
            <a:fld id="{1F17A522-41FD-4B55-904E-A118514A7875}" type="datetimeFigureOut">
              <a:rPr lang="LID4096" smtClean="0"/>
              <a:t>07/21/2026</a:t>
            </a:fld>
            <a:endParaRPr lang="LID4096"/>
          </a:p>
        </p:txBody>
      </p:sp>
      <p:sp>
        <p:nvSpPr>
          <p:cNvPr id="5" name="Footer Placeholder 4">
            <a:extLst>
              <a:ext uri="{FF2B5EF4-FFF2-40B4-BE49-F238E27FC236}">
                <a16:creationId xmlns:a16="http://schemas.microsoft.com/office/drawing/2014/main" id="{0518CF7B-1D08-621B-046B-BCB4F492CDF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F7857AF-11FC-D04A-8970-3C4777659599}"/>
              </a:ext>
            </a:extLst>
          </p:cNvPr>
          <p:cNvSpPr>
            <a:spLocks noGrp="1"/>
          </p:cNvSpPr>
          <p:nvPr>
            <p:ph type="sldNum" sz="quarter" idx="12"/>
          </p:nvPr>
        </p:nvSpPr>
        <p:spPr/>
        <p:txBody>
          <a:bodyPr/>
          <a:lstStyle/>
          <a:p>
            <a:fld id="{1947E782-5312-4F35-AD3A-690CB3C68D17}" type="slidenum">
              <a:rPr lang="LID4096" smtClean="0"/>
              <a:t>‹#›</a:t>
            </a:fld>
            <a:endParaRPr lang="LID4096"/>
          </a:p>
        </p:txBody>
      </p:sp>
    </p:spTree>
    <p:extLst>
      <p:ext uri="{BB962C8B-B14F-4D97-AF65-F5344CB8AC3E}">
        <p14:creationId xmlns:p14="http://schemas.microsoft.com/office/powerpoint/2010/main" val="3414415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FA062-698D-4FAD-8D6D-85317F23F4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5FD718-81DE-493E-9B84-E9F9748518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8B731E-BC74-43AD-85C7-18D5A8CF4099}"/>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5" name="Footer Placeholder 4">
            <a:extLst>
              <a:ext uri="{FF2B5EF4-FFF2-40B4-BE49-F238E27FC236}">
                <a16:creationId xmlns:a16="http://schemas.microsoft.com/office/drawing/2014/main" id="{54EFA0AC-5479-4D2B-B6EA-08B76D609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24C43-836C-4F1A-9E2F-15F8D9F5DEB0}"/>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1642244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07F6B-A409-45EF-B999-9C2D41FDE4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707848-E06B-46AD-B9CA-52CB76B216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028CC-47A6-4E83-9CA1-BED26F9A8414}"/>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5" name="Footer Placeholder 4">
            <a:extLst>
              <a:ext uri="{FF2B5EF4-FFF2-40B4-BE49-F238E27FC236}">
                <a16:creationId xmlns:a16="http://schemas.microsoft.com/office/drawing/2014/main" id="{5B4D7825-1A0C-4F9E-94D2-BF820CD83B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BE28DF-DF72-422C-8B2E-D769C9BE950F}"/>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435969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4F02-21C4-4CFA-91F7-C44EDEFE48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616A0C-0AF0-4FF2-93B5-067BCC5E90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277818-9D49-4B29-B98A-A6113A5797EF}"/>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5" name="Footer Placeholder 4">
            <a:extLst>
              <a:ext uri="{FF2B5EF4-FFF2-40B4-BE49-F238E27FC236}">
                <a16:creationId xmlns:a16="http://schemas.microsoft.com/office/drawing/2014/main" id="{AA8EEAF0-EC1E-4A64-A0DD-E47AC82F6F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D203A-C695-4F72-AC21-A5B33DCACCDC}"/>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2790880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E4CF-A452-4EB2-A9ED-F4986F55B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94E7CE-7B4D-41FD-8BCD-531F11B85C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F5358-2A9F-4744-8A5A-83E7001C46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9326DF-BA13-48CA-82BA-06EFB4EF8CCF}"/>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6" name="Footer Placeholder 5">
            <a:extLst>
              <a:ext uri="{FF2B5EF4-FFF2-40B4-BE49-F238E27FC236}">
                <a16:creationId xmlns:a16="http://schemas.microsoft.com/office/drawing/2014/main" id="{735C8886-18F0-431D-88F3-7994D3756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949FB9-87BE-43CD-A3DE-5E5FF5723F22}"/>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1077287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DC84-0A38-41C1-A4E9-470B141FD8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A6447B-7905-4A12-A5AD-8B5B232101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F7329-182D-4E91-B65B-7B5D7F3C55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4EEF3C-11D3-40EF-89BD-483FD0E472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AA3979-5A67-410E-9D72-BC55B74D86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D04A3C-1639-47DE-AA59-4B981AE0FAC5}"/>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8" name="Footer Placeholder 7">
            <a:extLst>
              <a:ext uri="{FF2B5EF4-FFF2-40B4-BE49-F238E27FC236}">
                <a16:creationId xmlns:a16="http://schemas.microsoft.com/office/drawing/2014/main" id="{48FF4110-A7A6-4B1D-BB4B-D10BFE1882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F0531B-1810-4E30-8401-DCD7CBEB1830}"/>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760145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3D7D-B1DC-42F5-9C18-052156AAFE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4D6364-2574-4594-B52D-A0E002FFD96A}"/>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4" name="Footer Placeholder 3">
            <a:extLst>
              <a:ext uri="{FF2B5EF4-FFF2-40B4-BE49-F238E27FC236}">
                <a16:creationId xmlns:a16="http://schemas.microsoft.com/office/drawing/2014/main" id="{CC112D2C-9E09-434F-916B-6C41CB2B25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F55D8F-C9C2-4F8A-907C-150BF195B3D6}"/>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307461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89725F-291D-4156-BD3D-A7DDE6C3613C}"/>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3" name="Footer Placeholder 2">
            <a:extLst>
              <a:ext uri="{FF2B5EF4-FFF2-40B4-BE49-F238E27FC236}">
                <a16:creationId xmlns:a16="http://schemas.microsoft.com/office/drawing/2014/main" id="{CAB4A035-D91D-4A87-9B36-622E8A2DE9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843ED8-9B34-4B4E-AEF8-11C20E8F22B7}"/>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4128358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1186-5639-4BA8-AE20-75D801CA46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22A6D1-A34B-484F-BF1B-720D1FCC50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64ED93-9794-4A34-A981-B188A2F82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30558-9D75-4D85-A66B-CA9E330A7D62}"/>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6" name="Footer Placeholder 5">
            <a:extLst>
              <a:ext uri="{FF2B5EF4-FFF2-40B4-BE49-F238E27FC236}">
                <a16:creationId xmlns:a16="http://schemas.microsoft.com/office/drawing/2014/main" id="{F7C90C61-EB72-441D-ABB6-A7FB3AE344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B5F54-9D2C-4A89-A6D4-7BF1D93D88FE}"/>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17457104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E8085-CAE2-443A-8AFD-3794E9CCF4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1C009B-10A5-4B3B-923B-C32B9E52A8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1F46DC-B6BD-4262-8252-8E59D08373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0328C5-AF76-41CD-8FFE-5745BD8FC654}"/>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6" name="Footer Placeholder 5">
            <a:extLst>
              <a:ext uri="{FF2B5EF4-FFF2-40B4-BE49-F238E27FC236}">
                <a16:creationId xmlns:a16="http://schemas.microsoft.com/office/drawing/2014/main" id="{5CC21B8A-7407-45A7-9E5F-BA5809131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C1BE80-2DE4-456D-8CB8-46528A9D3A8D}"/>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31601787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CAAD1-5F50-48A7-90D9-D0BD1BC1E4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B9FAAC-9177-4D31-9E5B-19417001EC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B8A74-01C9-4D38-9E2F-0D10E5913B55}"/>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5" name="Footer Placeholder 4">
            <a:extLst>
              <a:ext uri="{FF2B5EF4-FFF2-40B4-BE49-F238E27FC236}">
                <a16:creationId xmlns:a16="http://schemas.microsoft.com/office/drawing/2014/main" id="{B7F0AC18-5262-4D03-9026-68300063E7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0BF1-4E73-49FE-8E01-ADFB71875758}"/>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41913353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513EF8-2675-47B9-9355-C181C5948D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CE07A8-84AB-41A1-A832-1BA6EDA38E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B11AD3-8308-4DF6-85A2-1D0E25B63D03}"/>
              </a:ext>
            </a:extLst>
          </p:cNvPr>
          <p:cNvSpPr>
            <a:spLocks noGrp="1"/>
          </p:cNvSpPr>
          <p:nvPr>
            <p:ph type="dt" sz="half" idx="10"/>
          </p:nvPr>
        </p:nvSpPr>
        <p:spPr/>
        <p:txBody>
          <a:bodyPr/>
          <a:lstStyle/>
          <a:p>
            <a:fld id="{4AF269CC-B186-49AC-9EC1-96606E4A3F0F}" type="datetimeFigureOut">
              <a:rPr lang="en-US" smtClean="0"/>
              <a:t>7/21/2026</a:t>
            </a:fld>
            <a:endParaRPr lang="en-US"/>
          </a:p>
        </p:txBody>
      </p:sp>
      <p:sp>
        <p:nvSpPr>
          <p:cNvPr id="5" name="Footer Placeholder 4">
            <a:extLst>
              <a:ext uri="{FF2B5EF4-FFF2-40B4-BE49-F238E27FC236}">
                <a16:creationId xmlns:a16="http://schemas.microsoft.com/office/drawing/2014/main" id="{87FC645A-D7A1-48FF-BC35-DBA832AC5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859D6-0171-44A9-AA72-95E076FD3AED}"/>
              </a:ext>
            </a:extLst>
          </p:cNvPr>
          <p:cNvSpPr>
            <a:spLocks noGrp="1"/>
          </p:cNvSpPr>
          <p:nvPr>
            <p:ph type="sldNum" sz="quarter" idx="12"/>
          </p:nvPr>
        </p:nvSpPr>
        <p:spPr/>
        <p:txBody>
          <a:bodyPr/>
          <a:lstStyle/>
          <a:p>
            <a:fld id="{FE88D089-5FAA-4473-A13A-DB70526955B2}" type="slidenum">
              <a:rPr lang="en-US" smtClean="0"/>
              <a:t>‹#›</a:t>
            </a:fld>
            <a:endParaRPr lang="en-US"/>
          </a:p>
        </p:txBody>
      </p:sp>
    </p:spTree>
    <p:extLst>
      <p:ext uri="{BB962C8B-B14F-4D97-AF65-F5344CB8AC3E}">
        <p14:creationId xmlns:p14="http://schemas.microsoft.com/office/powerpoint/2010/main" val="1170730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A4F58-E430-40A4-831E-3CD7F08AA2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D47726-194D-4889-B87D-75E52916D1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2E0860-B7D0-41FD-9051-7AE99C1BC3E0}"/>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5" name="Footer Placeholder 4">
            <a:extLst>
              <a:ext uri="{FF2B5EF4-FFF2-40B4-BE49-F238E27FC236}">
                <a16:creationId xmlns:a16="http://schemas.microsoft.com/office/drawing/2014/main" id="{A7596910-65E8-4496-B54A-0464DFF7E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198D9-4991-4C89-9D91-43E3B798A17F}"/>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38517133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17082-B12B-453A-AF6F-FF2E062C4E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62C901-D985-4F01-A62C-BC7D0738A08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1E089-D4F1-4ED7-BFEE-00C1520C41F2}"/>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5" name="Footer Placeholder 4">
            <a:extLst>
              <a:ext uri="{FF2B5EF4-FFF2-40B4-BE49-F238E27FC236}">
                <a16:creationId xmlns:a16="http://schemas.microsoft.com/office/drawing/2014/main" id="{4DCC15B3-EA71-4C28-9162-1F0E84D6B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4B3C5D-0E9D-41CE-99BC-E22940896AF7}"/>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16146912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DF295-21DD-4BDA-BAAC-4A33F1236F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46E309-5FBA-4CD5-ADDB-DB938CDC37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3EA837-8022-46EC-B3C7-44E1CEE9A5B7}"/>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5" name="Footer Placeholder 4">
            <a:extLst>
              <a:ext uri="{FF2B5EF4-FFF2-40B4-BE49-F238E27FC236}">
                <a16:creationId xmlns:a16="http://schemas.microsoft.com/office/drawing/2014/main" id="{C2E3B4AB-65BE-4E77-AAF2-1E6DA72371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C6AEE8-0DE2-4A34-9DC2-BA9E8013C629}"/>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545726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CA81A-A829-4FDB-A124-B806170AC1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06E782-E0B0-48D6-9C43-25EAA1D5C69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3E75D0-9254-468F-8026-E92FFA7BDA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E332D2-862F-42F0-ACD3-551C8AD7643C}"/>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6" name="Footer Placeholder 5">
            <a:extLst>
              <a:ext uri="{FF2B5EF4-FFF2-40B4-BE49-F238E27FC236}">
                <a16:creationId xmlns:a16="http://schemas.microsoft.com/office/drawing/2014/main" id="{8E20CFF3-47DB-40D5-A008-00C34D8D2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821BF4-D6A8-41C9-839C-7F686C557A48}"/>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2304368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3D736-E669-4C0E-80BE-54D248DCDB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2C158E-579D-499B-B5CD-626E148C57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FD1928E-3DE9-478E-8DB3-996E857CB40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ADB823-2E9F-49AD-8026-697442BEB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6019179-7B50-47C4-8968-F810C8F36EF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080CBE-F65A-4A8E-870D-C19541FBE14B}"/>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8" name="Footer Placeholder 7">
            <a:extLst>
              <a:ext uri="{FF2B5EF4-FFF2-40B4-BE49-F238E27FC236}">
                <a16:creationId xmlns:a16="http://schemas.microsoft.com/office/drawing/2014/main" id="{C20C126A-A640-4E39-9402-2ED0EB5FA1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C0B8D4-1B69-4B84-9B69-8957C27A26D2}"/>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1953253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4E511-8DBB-42EC-B49B-84099455F0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BBAC90-708D-4D91-BF0C-6F7B5CA6B234}"/>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4" name="Footer Placeholder 3">
            <a:extLst>
              <a:ext uri="{FF2B5EF4-FFF2-40B4-BE49-F238E27FC236}">
                <a16:creationId xmlns:a16="http://schemas.microsoft.com/office/drawing/2014/main" id="{CF57CE20-E7C9-401F-A9E9-B01A10E8DA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1F6A7C-ABED-44CA-9621-90EE2A09C5DF}"/>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37640061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97D769-4FEF-477A-A00D-A4B380AEA3F6}"/>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3" name="Footer Placeholder 2">
            <a:extLst>
              <a:ext uri="{FF2B5EF4-FFF2-40B4-BE49-F238E27FC236}">
                <a16:creationId xmlns:a16="http://schemas.microsoft.com/office/drawing/2014/main" id="{FEF7C35D-D706-4F70-BC83-0C68DF383F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A8931F-7EAA-4E19-9C1F-1072756591E9}"/>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19038377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4057-72E2-48A3-9CA6-B4794C650C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BE2CE6-3D54-4C4B-A264-8D6614B4E7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BFC9CD-E6E7-4190-BE86-B034B1205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751054-0D0F-491F-92BE-DC8F4B11B35B}"/>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6" name="Footer Placeholder 5">
            <a:extLst>
              <a:ext uri="{FF2B5EF4-FFF2-40B4-BE49-F238E27FC236}">
                <a16:creationId xmlns:a16="http://schemas.microsoft.com/office/drawing/2014/main" id="{20753B71-6CA5-4C7D-AD27-6031FD6D2E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89FDF-BC82-4A5E-A026-4B45C24883FA}"/>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42699380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B878C-D5D2-420F-9903-22E73DCDE4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885159-B020-41FB-991F-CB6D53ACAB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2F5932-3F5E-4C0A-9DF5-133629CAC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0AB389E-6836-47BD-8FE1-90B244DAB929}"/>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6" name="Footer Placeholder 5">
            <a:extLst>
              <a:ext uri="{FF2B5EF4-FFF2-40B4-BE49-F238E27FC236}">
                <a16:creationId xmlns:a16="http://schemas.microsoft.com/office/drawing/2014/main" id="{CFE2E922-293F-4422-8DAE-834CDFDE4C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131B29-C824-41E5-BB75-87DD4E0663AD}"/>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30568775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FE6B2-C530-4690-B708-1C212194C5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59DF28-8094-4FE5-B8F9-3FC4D2BC60D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638B7E-477A-4845-8C7A-3DE7A0957D66}"/>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5" name="Footer Placeholder 4">
            <a:extLst>
              <a:ext uri="{FF2B5EF4-FFF2-40B4-BE49-F238E27FC236}">
                <a16:creationId xmlns:a16="http://schemas.microsoft.com/office/drawing/2014/main" id="{51091BD8-BB56-40DB-83F3-365C9CD4C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AE708-BF59-4A0F-9231-95BB0F590B40}"/>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39474034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7F73A4-9614-48C9-9A48-A1EAC31086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9CD9AE-79BF-4AC5-B63C-0CE7556DA5B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F30601-EA13-49C8-B1AC-BBC8359DB3DF}"/>
              </a:ext>
            </a:extLst>
          </p:cNvPr>
          <p:cNvSpPr>
            <a:spLocks noGrp="1"/>
          </p:cNvSpPr>
          <p:nvPr>
            <p:ph type="dt" sz="half" idx="10"/>
          </p:nvPr>
        </p:nvSpPr>
        <p:spPr/>
        <p:txBody>
          <a:bodyPr/>
          <a:lstStyle/>
          <a:p>
            <a:fld id="{F47370A2-B09A-4493-B2C4-9767EF3D7220}" type="datetimeFigureOut">
              <a:rPr lang="en-US" smtClean="0"/>
              <a:t>7/21/2026</a:t>
            </a:fld>
            <a:endParaRPr lang="en-US"/>
          </a:p>
        </p:txBody>
      </p:sp>
      <p:sp>
        <p:nvSpPr>
          <p:cNvPr id="5" name="Footer Placeholder 4">
            <a:extLst>
              <a:ext uri="{FF2B5EF4-FFF2-40B4-BE49-F238E27FC236}">
                <a16:creationId xmlns:a16="http://schemas.microsoft.com/office/drawing/2014/main" id="{FE3EE73F-E6A7-4CD5-B167-D80321985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C51F4-B581-4722-97E8-94245B825DBF}"/>
              </a:ext>
            </a:extLst>
          </p:cNvPr>
          <p:cNvSpPr>
            <a:spLocks noGrp="1"/>
          </p:cNvSpPr>
          <p:nvPr>
            <p:ph type="sldNum" sz="quarter" idx="12"/>
          </p:nvPr>
        </p:nvSpPr>
        <p:spPr/>
        <p:txBody>
          <a:bodyPr/>
          <a:lstStyle/>
          <a:p>
            <a:fld id="{7505E997-B1CD-4D06-8DDB-EF576585BE39}" type="slidenum">
              <a:rPr lang="en-US" smtClean="0"/>
              <a:t>‹#›</a:t>
            </a:fld>
            <a:endParaRPr lang="en-US"/>
          </a:p>
        </p:txBody>
      </p:sp>
    </p:spTree>
    <p:extLst>
      <p:ext uri="{BB962C8B-B14F-4D97-AF65-F5344CB8AC3E}">
        <p14:creationId xmlns:p14="http://schemas.microsoft.com/office/powerpoint/2010/main" val="13514550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55E2F8"/>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B710B3A-F3E5-1C40-979C-CDBD6EF66774}"/>
              </a:ext>
            </a:extLst>
          </p:cNvPr>
          <p:cNvPicPr>
            <a:picLocks noChangeAspect="1"/>
          </p:cNvPicPr>
          <p:nvPr userDrawn="1"/>
        </p:nvPicPr>
        <p:blipFill>
          <a:blip r:embed="rId2"/>
          <a:stretch>
            <a:fillRect/>
          </a:stretch>
        </p:blipFill>
        <p:spPr>
          <a:xfrm>
            <a:off x="760028" y="0"/>
            <a:ext cx="11431972" cy="6858000"/>
          </a:xfrm>
          <a:prstGeom prst="rect">
            <a:avLst/>
          </a:prstGeom>
        </p:spPr>
      </p:pic>
    </p:spTree>
    <p:extLst>
      <p:ext uri="{BB962C8B-B14F-4D97-AF65-F5344CB8AC3E}">
        <p14:creationId xmlns:p14="http://schemas.microsoft.com/office/powerpoint/2010/main" val="175011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tx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tx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084321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Tree>
    <p:extLst>
      <p:ext uri="{BB962C8B-B14F-4D97-AF65-F5344CB8AC3E}">
        <p14:creationId xmlns:p14="http://schemas.microsoft.com/office/powerpoint/2010/main" val="1502286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0115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152158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28112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827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4374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8460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Full page Image, Delete Title if Necessary</a:t>
            </a:r>
          </a:p>
        </p:txBody>
      </p:sp>
    </p:spTree>
    <p:extLst>
      <p:ext uri="{BB962C8B-B14F-4D97-AF65-F5344CB8AC3E}">
        <p14:creationId xmlns:p14="http://schemas.microsoft.com/office/powerpoint/2010/main" val="4135027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tx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350869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tx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120156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tx1"/>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148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tx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8103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tx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03467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bg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2429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bg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738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41755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accent1"/>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tx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userDrawn="1"/>
        </p:nvSpPr>
        <p:spPr>
          <a:xfrm>
            <a:off x="535460" y="401865"/>
            <a:ext cx="11207104"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018931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accent2"/>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83085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tx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lstStyle>
            <a:lvl1pPr marL="0" indent="0">
              <a:buNone/>
              <a:defRPr>
                <a:solidFill>
                  <a:schemeClr val="tx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tx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tx1"/>
                </a:solidFill>
              </a:rPr>
              <a:t>Intel Confidential</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730281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9" name="Rectangle 8">
            <a:extLst>
              <a:ext uri="{FF2B5EF4-FFF2-40B4-BE49-F238E27FC236}">
                <a16:creationId xmlns:a16="http://schemas.microsoft.com/office/drawing/2014/main" id="{1044D1EA-AB71-483D-A38D-B3B7B73FDE89}"/>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Rectangle 10">
            <a:extLst>
              <a:ext uri="{FF2B5EF4-FFF2-40B4-BE49-F238E27FC236}">
                <a16:creationId xmlns:a16="http://schemas.microsoft.com/office/drawing/2014/main" id="{6BF3B183-64CC-4B66-856D-40373337AF18}"/>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3092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mp; Content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5" name="Content Placeholder 4">
            <a:extLst>
              <a:ext uri="{FF2B5EF4-FFF2-40B4-BE49-F238E27FC236}">
                <a16:creationId xmlns:a16="http://schemas.microsoft.com/office/drawing/2014/main" id="{E882E257-2A76-E344-863C-0823669A239C}"/>
              </a:ext>
            </a:extLst>
          </p:cNvPr>
          <p:cNvSpPr>
            <a:spLocks noGrp="1"/>
          </p:cNvSpPr>
          <p:nvPr>
            <p:ph sz="quarter" idx="10"/>
          </p:nvPr>
        </p:nvSpPr>
        <p:spPr>
          <a:xfrm>
            <a:off x="571501" y="1524000"/>
            <a:ext cx="11010899"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D5EA1751-756A-4277-89A8-22853BBB6D43}"/>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C5E81FB-A40F-442D-9F46-93B86A7867F5}"/>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069237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 &amp; Content 2">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501" y="2139953"/>
            <a:ext cx="11010900" cy="4097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2EBDBCA7-2C63-493A-A58C-D158E3304A60}"/>
              </a:ext>
            </a:extLst>
          </p:cNvPr>
          <p:cNvSpPr>
            <a:spLocks noGrp="1"/>
          </p:cNvSpPr>
          <p:nvPr>
            <p:ph type="body" sz="quarter" idx="29"/>
          </p:nvPr>
        </p:nvSpPr>
        <p:spPr>
          <a:xfrm>
            <a:off x="57150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CB958B0C-7E1E-42D9-BA94-CF95319AC75D}"/>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9D0930BE-2EF7-4A27-B574-CC7F56E23EEF}"/>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709855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 &amp; 2 Content Columns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3" name="Content Placeholder 2">
            <a:extLst>
              <a:ext uri="{FF2B5EF4-FFF2-40B4-BE49-F238E27FC236}">
                <a16:creationId xmlns:a16="http://schemas.microsoft.com/office/drawing/2014/main" id="{72F33857-7180-4ED3-9FC7-EB424BBBE9C3}"/>
              </a:ext>
            </a:extLst>
          </p:cNvPr>
          <p:cNvSpPr>
            <a:spLocks noGrp="1"/>
          </p:cNvSpPr>
          <p:nvPr>
            <p:ph sz="quarter" idx="27"/>
          </p:nvPr>
        </p:nvSpPr>
        <p:spPr>
          <a:xfrm>
            <a:off x="571500" y="2139952"/>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FED0071-C45C-4C2F-B01D-42D95C2A5FB3}"/>
              </a:ext>
            </a:extLst>
          </p:cNvPr>
          <p:cNvSpPr>
            <a:spLocks noGrp="1"/>
          </p:cNvSpPr>
          <p:nvPr>
            <p:ph sz="quarter" idx="28"/>
          </p:nvPr>
        </p:nvSpPr>
        <p:spPr>
          <a:xfrm>
            <a:off x="6289113" y="2139952"/>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13C756FD-D367-4604-947F-678A59EDCA72}"/>
              </a:ext>
            </a:extLst>
          </p:cNvPr>
          <p:cNvSpPr>
            <a:spLocks noGrp="1"/>
          </p:cNvSpPr>
          <p:nvPr>
            <p:ph type="body" sz="quarter" idx="29"/>
          </p:nvPr>
        </p:nvSpPr>
        <p:spPr>
          <a:xfrm>
            <a:off x="571500" y="1612901"/>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1" name="Rectangle 10">
            <a:extLst>
              <a:ext uri="{FF2B5EF4-FFF2-40B4-BE49-F238E27FC236}">
                <a16:creationId xmlns:a16="http://schemas.microsoft.com/office/drawing/2014/main" id="{28AFAB4E-A299-44C8-AACE-69AB51C1E618}"/>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7D4F3A26-C068-4B72-A83B-34EFCA4E47A5}"/>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87474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mp; 2 Content Columns 2">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3" name="Content Placeholder 2">
            <a:extLst>
              <a:ext uri="{FF2B5EF4-FFF2-40B4-BE49-F238E27FC236}">
                <a16:creationId xmlns:a16="http://schemas.microsoft.com/office/drawing/2014/main" id="{72F33857-7180-4ED3-9FC7-EB424BBBE9C3}"/>
              </a:ext>
            </a:extLst>
          </p:cNvPr>
          <p:cNvSpPr>
            <a:spLocks noGrp="1"/>
          </p:cNvSpPr>
          <p:nvPr>
            <p:ph sz="quarter" idx="27"/>
          </p:nvPr>
        </p:nvSpPr>
        <p:spPr>
          <a:xfrm>
            <a:off x="571500" y="1671285"/>
            <a:ext cx="5288525" cy="4586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FED0071-C45C-4C2F-B01D-42D95C2A5FB3}"/>
              </a:ext>
            </a:extLst>
          </p:cNvPr>
          <p:cNvSpPr>
            <a:spLocks noGrp="1"/>
          </p:cNvSpPr>
          <p:nvPr>
            <p:ph sz="quarter" idx="28"/>
          </p:nvPr>
        </p:nvSpPr>
        <p:spPr>
          <a:xfrm>
            <a:off x="6289113" y="1671285"/>
            <a:ext cx="5288525" cy="4586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E678EEDD-B39B-424B-A23C-C9AFBEFC8D27}"/>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7600D2CD-C9BB-4E5B-B736-64EC2EA21620}"/>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97080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2">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84737" y="578113"/>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5" name="Body Level One…">
            <a:extLst>
              <a:ext uri="{FF2B5EF4-FFF2-40B4-BE49-F238E27FC236}">
                <a16:creationId xmlns:a16="http://schemas.microsoft.com/office/drawing/2014/main" id="{DAF2E6DD-A697-4E26-BA6A-EF0449D7430B}"/>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16" name="Body Level One…">
            <a:extLst>
              <a:ext uri="{FF2B5EF4-FFF2-40B4-BE49-F238E27FC236}">
                <a16:creationId xmlns:a16="http://schemas.microsoft.com/office/drawing/2014/main" id="{028C5B46-7804-4459-9F82-F56352D0EE54}"/>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1"/>
                </a:solidFill>
              </a:defRPr>
            </a:lvl1pPr>
          </a:lstStyle>
          <a:p>
            <a:r>
              <a:rPr lang="en-US"/>
              <a:t>Image Caption 16pt gray text</a:t>
            </a:r>
          </a:p>
        </p:txBody>
      </p:sp>
      <p:sp>
        <p:nvSpPr>
          <p:cNvPr id="18" name="Picture Placeholder 4">
            <a:extLst>
              <a:ext uri="{FF2B5EF4-FFF2-40B4-BE49-F238E27FC236}">
                <a16:creationId xmlns:a16="http://schemas.microsoft.com/office/drawing/2014/main" id="{947F6B19-5E1B-43E2-BA93-7E68A56CB620}"/>
              </a:ext>
            </a:extLst>
          </p:cNvPr>
          <p:cNvSpPr>
            <a:spLocks noGrp="1"/>
          </p:cNvSpPr>
          <p:nvPr>
            <p:ph type="pic" sz="quarter" idx="30"/>
          </p:nvPr>
        </p:nvSpPr>
        <p:spPr>
          <a:xfrm>
            <a:off x="6609331" y="571500"/>
            <a:ext cx="4668837" cy="2381250"/>
          </a:xfrm>
        </p:spPr>
        <p:txBody>
          <a:bodyPr/>
          <a:lstStyle/>
          <a:p>
            <a:endParaRPr lang="en-US"/>
          </a:p>
        </p:txBody>
      </p:sp>
      <p:sp>
        <p:nvSpPr>
          <p:cNvPr id="19" name="Picture Placeholder 4">
            <a:extLst>
              <a:ext uri="{FF2B5EF4-FFF2-40B4-BE49-F238E27FC236}">
                <a16:creationId xmlns:a16="http://schemas.microsoft.com/office/drawing/2014/main" id="{CDDC13B9-04CD-43E8-B565-A92ABD110AA2}"/>
              </a:ext>
            </a:extLst>
          </p:cNvPr>
          <p:cNvSpPr>
            <a:spLocks noGrp="1"/>
          </p:cNvSpPr>
          <p:nvPr>
            <p:ph type="pic" sz="quarter" idx="31"/>
          </p:nvPr>
        </p:nvSpPr>
        <p:spPr>
          <a:xfrm>
            <a:off x="6609331" y="3537061"/>
            <a:ext cx="4668837" cy="2381250"/>
          </a:xfrm>
        </p:spPr>
        <p:txBody>
          <a:bodyPr/>
          <a:lstStyle/>
          <a:p>
            <a:endParaRPr lang="en-US"/>
          </a:p>
        </p:txBody>
      </p:sp>
      <p:sp>
        <p:nvSpPr>
          <p:cNvPr id="21" name="Content Placeholder 2">
            <a:extLst>
              <a:ext uri="{FF2B5EF4-FFF2-40B4-BE49-F238E27FC236}">
                <a16:creationId xmlns:a16="http://schemas.microsoft.com/office/drawing/2014/main" id="{6F999432-84A5-47D5-B81D-D131E93A939B}"/>
              </a:ext>
            </a:extLst>
          </p:cNvPr>
          <p:cNvSpPr>
            <a:spLocks noGrp="1"/>
          </p:cNvSpPr>
          <p:nvPr>
            <p:ph sz="quarter" idx="32"/>
          </p:nvPr>
        </p:nvSpPr>
        <p:spPr>
          <a:xfrm>
            <a:off x="571500" y="2139952"/>
            <a:ext cx="5760344"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
            <a:extLst>
              <a:ext uri="{FF2B5EF4-FFF2-40B4-BE49-F238E27FC236}">
                <a16:creationId xmlns:a16="http://schemas.microsoft.com/office/drawing/2014/main" id="{B65378F4-C669-453E-AB16-D61CB1EBDA73}"/>
              </a:ext>
            </a:extLst>
          </p:cNvPr>
          <p:cNvSpPr>
            <a:spLocks noGrp="1"/>
          </p:cNvSpPr>
          <p:nvPr>
            <p:ph type="body" sz="quarter" idx="29"/>
          </p:nvPr>
        </p:nvSpPr>
        <p:spPr>
          <a:xfrm>
            <a:off x="571501" y="1612901"/>
            <a:ext cx="5760344"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4" name="Rectangle 13">
            <a:extLst>
              <a:ext uri="{FF2B5EF4-FFF2-40B4-BE49-F238E27FC236}">
                <a16:creationId xmlns:a16="http://schemas.microsoft.com/office/drawing/2014/main" id="{DA888EEF-DC90-47D1-B68D-DAD1BA7BE428}"/>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Rectangle 16">
            <a:extLst>
              <a:ext uri="{FF2B5EF4-FFF2-40B4-BE49-F238E27FC236}">
                <a16:creationId xmlns:a16="http://schemas.microsoft.com/office/drawing/2014/main" id="{D0F12B19-CF53-47D7-9EA3-459DABB1406B}"/>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86916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 Content &amp; Pictur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403981"/>
            <a:ext cx="5129422" cy="6012186"/>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84737" y="578113"/>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chemeClr val="tx1"/>
                </a:solidFill>
              </a:defRPr>
            </a:lvl1pPr>
          </a:lstStyle>
          <a:p>
            <a:r>
              <a:rPr lang="en-US"/>
              <a:t>40pt Intel Clear Light Text Goes Here</a:t>
            </a:r>
          </a:p>
        </p:txBody>
      </p:sp>
      <p:sp>
        <p:nvSpPr>
          <p:cNvPr id="14" name="Content Placeholder 2">
            <a:extLst>
              <a:ext uri="{FF2B5EF4-FFF2-40B4-BE49-F238E27FC236}">
                <a16:creationId xmlns:a16="http://schemas.microsoft.com/office/drawing/2014/main" id="{7AB9BADD-04D4-4686-970E-FB0049CC09CC}"/>
              </a:ext>
            </a:extLst>
          </p:cNvPr>
          <p:cNvSpPr>
            <a:spLocks noGrp="1"/>
          </p:cNvSpPr>
          <p:nvPr>
            <p:ph sz="quarter" idx="27"/>
          </p:nvPr>
        </p:nvSpPr>
        <p:spPr>
          <a:xfrm>
            <a:off x="571500" y="2139952"/>
            <a:ext cx="5760344"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3">
            <a:extLst>
              <a:ext uri="{FF2B5EF4-FFF2-40B4-BE49-F238E27FC236}">
                <a16:creationId xmlns:a16="http://schemas.microsoft.com/office/drawing/2014/main" id="{3DA4378E-36CA-41C6-8E85-727E1F91A670}"/>
              </a:ext>
            </a:extLst>
          </p:cNvPr>
          <p:cNvSpPr>
            <a:spLocks noGrp="1"/>
          </p:cNvSpPr>
          <p:nvPr>
            <p:ph type="body" sz="quarter" idx="29"/>
          </p:nvPr>
        </p:nvSpPr>
        <p:spPr>
          <a:xfrm>
            <a:off x="571500" y="1612901"/>
            <a:ext cx="576034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
        <p:nvSpPr>
          <p:cNvPr id="11" name="Rectangle 10">
            <a:extLst>
              <a:ext uri="{FF2B5EF4-FFF2-40B4-BE49-F238E27FC236}">
                <a16:creationId xmlns:a16="http://schemas.microsoft.com/office/drawing/2014/main" id="{FE14A5EA-7602-4C8C-B95C-5306CD887FFF}"/>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CD435B75-DFD3-4791-ACEA-AF630FFAB9AF}"/>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38567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Content &amp; 1 Horizontal Picture">
    <p:spTree>
      <p:nvGrpSpPr>
        <p:cNvPr id="1" name=""/>
        <p:cNvGrpSpPr/>
        <p:nvPr/>
      </p:nvGrpSpPr>
      <p:grpSpPr>
        <a:xfrm>
          <a:off x="0" y="0"/>
          <a:ext cx="0" cy="0"/>
          <a:chOff x="0" y="0"/>
          <a:chExt cx="0" cy="0"/>
        </a:xfrm>
      </p:grpSpPr>
      <p:sp>
        <p:nvSpPr>
          <p:cNvPr id="30" name="Title Text">
            <a:extLst>
              <a:ext uri="{FF2B5EF4-FFF2-40B4-BE49-F238E27FC236}">
                <a16:creationId xmlns:a16="http://schemas.microsoft.com/office/drawing/2014/main" id="{9F7D84C5-5DAC-2A42-8A41-9D307F3BF637}"/>
              </a:ext>
            </a:extLst>
          </p:cNvPr>
          <p:cNvSpPr txBox="1">
            <a:spLocks noGrp="1"/>
          </p:cNvSpPr>
          <p:nvPr>
            <p:ph type="title" hasCustomPrompt="1"/>
          </p:nvPr>
        </p:nvSpPr>
        <p:spPr>
          <a:xfrm>
            <a:off x="571500" y="571500"/>
            <a:ext cx="11010900"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Picture Placeholder 2">
            <a:extLst>
              <a:ext uri="{FF2B5EF4-FFF2-40B4-BE49-F238E27FC236}">
                <a16:creationId xmlns:a16="http://schemas.microsoft.com/office/drawing/2014/main" id="{088044E1-ECF5-4A18-811C-E489992140A2}"/>
              </a:ext>
            </a:extLst>
          </p:cNvPr>
          <p:cNvSpPr>
            <a:spLocks noGrp="1"/>
          </p:cNvSpPr>
          <p:nvPr>
            <p:ph type="pic" sz="quarter" idx="10"/>
          </p:nvPr>
        </p:nvSpPr>
        <p:spPr>
          <a:xfrm>
            <a:off x="396152" y="3513864"/>
            <a:ext cx="11347450" cy="2890837"/>
          </a:xfrm>
        </p:spPr>
        <p:txBody>
          <a:bodyPr/>
          <a:lstStyle/>
          <a:p>
            <a:endParaRPr lang="en-US"/>
          </a:p>
        </p:txBody>
      </p:sp>
      <p:sp>
        <p:nvSpPr>
          <p:cNvPr id="5" name="Content Placeholder 4">
            <a:extLst>
              <a:ext uri="{FF2B5EF4-FFF2-40B4-BE49-F238E27FC236}">
                <a16:creationId xmlns:a16="http://schemas.microsoft.com/office/drawing/2014/main" id="{08289E3F-4BC9-4A42-9F40-7227194C57DB}"/>
              </a:ext>
            </a:extLst>
          </p:cNvPr>
          <p:cNvSpPr>
            <a:spLocks noGrp="1"/>
          </p:cNvSpPr>
          <p:nvPr>
            <p:ph sz="quarter" idx="11"/>
          </p:nvPr>
        </p:nvSpPr>
        <p:spPr>
          <a:xfrm>
            <a:off x="571500" y="1556672"/>
            <a:ext cx="11010900" cy="1788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9A88EB66-8674-4A4F-B55A-79488DD6B4DC}"/>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4FB9E7C7-FA12-4331-A70E-193D07092A46}"/>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777262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Full Page Picture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450550" y="450549"/>
            <a:ext cx="11305062" cy="5956776"/>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Full page Image, Delete Title if Necessary</a:t>
            </a:r>
          </a:p>
        </p:txBody>
      </p:sp>
      <p:sp>
        <p:nvSpPr>
          <p:cNvPr id="9" name="Rectangle 8">
            <a:extLst>
              <a:ext uri="{FF2B5EF4-FFF2-40B4-BE49-F238E27FC236}">
                <a16:creationId xmlns:a16="http://schemas.microsoft.com/office/drawing/2014/main" id="{54EAB082-32C5-47FD-9ECB-602F4FA1556E}"/>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Rectangle 9">
            <a:extLst>
              <a:ext uri="{FF2B5EF4-FFF2-40B4-BE49-F238E27FC236}">
                <a16:creationId xmlns:a16="http://schemas.microsoft.com/office/drawing/2014/main" id="{C28E4005-6DA6-4443-A120-563FA414CBD8}"/>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66493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_Chart Exampl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tx1"/>
                </a:solidFill>
              </a:defRPr>
            </a:lvl1pPr>
          </a:lstStyle>
          <a:p>
            <a:pPr lvl="0"/>
            <a:endParaRPr lang="en-US"/>
          </a:p>
        </p:txBody>
      </p:sp>
      <p:sp>
        <p:nvSpPr>
          <p:cNvPr id="9" name="Text Placeholder 3">
            <a:extLst>
              <a:ext uri="{FF2B5EF4-FFF2-40B4-BE49-F238E27FC236}">
                <a16:creationId xmlns:a16="http://schemas.microsoft.com/office/drawing/2014/main" id="{A7C9FC2E-0D67-4420-A61E-1D363937D03F}"/>
              </a:ext>
            </a:extLst>
          </p:cNvPr>
          <p:cNvSpPr>
            <a:spLocks noGrp="1"/>
          </p:cNvSpPr>
          <p:nvPr>
            <p:ph type="body" sz="quarter" idx="29"/>
          </p:nvPr>
        </p:nvSpPr>
        <p:spPr>
          <a:xfrm>
            <a:off x="571500" y="5461818"/>
            <a:ext cx="11022013" cy="438150"/>
          </a:xfrm>
        </p:spPr>
        <p:txBody>
          <a:bodyPr/>
          <a:lstStyle>
            <a:lvl1pPr marL="0" indent="0">
              <a:buNone/>
              <a:defRPr>
                <a:solidFill>
                  <a:schemeClr val="accent2"/>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116307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tx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952241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bg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tx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1575024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tx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39927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5801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BAB87-B241-4F9C-A884-33EA2355564A}"/>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179C204-B7DF-4638-940E-C50EBC28C8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506BEA3-D8CA-4A84-85B1-B45C0CD97604}"/>
              </a:ext>
            </a:extLst>
          </p:cNvPr>
          <p:cNvSpPr>
            <a:spLocks noGrp="1"/>
          </p:cNvSpPr>
          <p:nvPr>
            <p:ph type="dt" sz="half" idx="10"/>
          </p:nvPr>
        </p:nvSpPr>
        <p:spPr/>
        <p:txBody>
          <a:bodyPr/>
          <a:lstStyle/>
          <a:p>
            <a:fld id="{97232A28-94AC-420B-A815-C360DCFEA41D}" type="datetimeFigureOut">
              <a:rPr lang="LID4096" smtClean="0"/>
              <a:t>07/21/2026</a:t>
            </a:fld>
            <a:endParaRPr lang="LID4096"/>
          </a:p>
        </p:txBody>
      </p:sp>
      <p:sp>
        <p:nvSpPr>
          <p:cNvPr id="5" name="Footer Placeholder 4">
            <a:extLst>
              <a:ext uri="{FF2B5EF4-FFF2-40B4-BE49-F238E27FC236}">
                <a16:creationId xmlns:a16="http://schemas.microsoft.com/office/drawing/2014/main" id="{CC219472-0A91-4A79-A762-A34EB1A86305}"/>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2A01E47-488E-44EE-9C68-229C7F7D7401}"/>
              </a:ext>
            </a:extLst>
          </p:cNvPr>
          <p:cNvSpPr>
            <a:spLocks noGrp="1"/>
          </p:cNvSpPr>
          <p:nvPr>
            <p:ph type="sldNum" sz="quarter" idx="12"/>
          </p:nvPr>
        </p:nvSpPr>
        <p:spPr/>
        <p:txBody>
          <a:bodyPr/>
          <a:lstStyle/>
          <a:p>
            <a:fld id="{3ACAA696-C01C-4BF4-88AB-B3AD519344E3}" type="slidenum">
              <a:rPr lang="LID4096" smtClean="0"/>
              <a:t>‹#›</a:t>
            </a:fld>
            <a:endParaRPr lang="LID4096"/>
          </a:p>
        </p:txBody>
      </p:sp>
    </p:spTree>
    <p:extLst>
      <p:ext uri="{BB962C8B-B14F-4D97-AF65-F5344CB8AC3E}">
        <p14:creationId xmlns:p14="http://schemas.microsoft.com/office/powerpoint/2010/main" val="2689830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6CDBD4-E338-4F4F-5353-956B36552E58}"/>
              </a:ext>
            </a:extLst>
          </p:cNvPr>
          <p:cNvSpPr>
            <a:spLocks noGrp="1"/>
          </p:cNvSpPr>
          <p:nvPr>
            <p:ph type="dt" sz="half" idx="10"/>
          </p:nvPr>
        </p:nvSpPr>
        <p:spPr/>
        <p:txBody>
          <a:bodyPr/>
          <a:lstStyle/>
          <a:p>
            <a:fld id="{4586FFD2-E791-4DC6-8F00-EBE778002704}" type="datetimeFigureOut">
              <a:rPr lang="en-IL" smtClean="0"/>
              <a:t>07/21/2026</a:t>
            </a:fld>
            <a:endParaRPr lang="en-IL"/>
          </a:p>
        </p:txBody>
      </p:sp>
      <p:sp>
        <p:nvSpPr>
          <p:cNvPr id="3" name="Footer Placeholder 2">
            <a:extLst>
              <a:ext uri="{FF2B5EF4-FFF2-40B4-BE49-F238E27FC236}">
                <a16:creationId xmlns:a16="http://schemas.microsoft.com/office/drawing/2014/main" id="{340679E0-4BAA-BB5A-F5A0-459BF447D062}"/>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C82F2FC-3832-CB1A-8823-61F80851BCF7}"/>
              </a:ext>
            </a:extLst>
          </p:cNvPr>
          <p:cNvSpPr>
            <a:spLocks noGrp="1"/>
          </p:cNvSpPr>
          <p:nvPr>
            <p:ph type="sldNum" sz="quarter" idx="12"/>
          </p:nvPr>
        </p:nvSpPr>
        <p:spPr/>
        <p:txBody>
          <a:bodyPr/>
          <a:lstStyle/>
          <a:p>
            <a:fld id="{11B887F8-C256-48C8-A5AF-30BC094182B1}" type="slidenum">
              <a:rPr lang="en-IL" smtClean="0"/>
              <a:t>‹#›</a:t>
            </a:fld>
            <a:endParaRPr lang="en-IL"/>
          </a:p>
        </p:txBody>
      </p:sp>
    </p:spTree>
    <p:extLst>
      <p:ext uri="{BB962C8B-B14F-4D97-AF65-F5344CB8AC3E}">
        <p14:creationId xmlns:p14="http://schemas.microsoft.com/office/powerpoint/2010/main" val="1050863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9" Type="http://schemas.openxmlformats.org/officeDocument/2006/relationships/image" Target="../media/image1.emf"/><Relationship Id="rId21" Type="http://schemas.openxmlformats.org/officeDocument/2006/relationships/slideLayout" Target="../slideLayouts/slideLayout54.xml"/><Relationship Id="rId34" Type="http://schemas.openxmlformats.org/officeDocument/2006/relationships/slideLayout" Target="../slideLayouts/slideLayout67.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slideLayout" Target="../slideLayouts/slideLayout66.xml"/><Relationship Id="rId38" Type="http://schemas.openxmlformats.org/officeDocument/2006/relationships/theme" Target="../theme/theme4.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37" Type="http://schemas.openxmlformats.org/officeDocument/2006/relationships/slideLayout" Target="../slideLayouts/slideLayout70.xml"/><Relationship Id="rId40" Type="http://schemas.openxmlformats.org/officeDocument/2006/relationships/image" Target="../media/image2.emf"/><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36" Type="http://schemas.openxmlformats.org/officeDocument/2006/relationships/slideLayout" Target="../slideLayouts/slideLayout69.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slideLayout" Target="../slideLayouts/slideLayout68.xml"/><Relationship Id="rId8" Type="http://schemas.openxmlformats.org/officeDocument/2006/relationships/slideLayout" Target="../slideLayouts/slideLayout41.xml"/><Relationship Id="rId3"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7F363D-DFFE-A049-38F5-F769F0AC35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AC6715B5-E5DA-E6D5-D748-C842A768D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A2790EC9-C0AF-F4BB-38BC-A415F0665D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17A522-41FD-4B55-904E-A118514A7875}" type="datetimeFigureOut">
              <a:rPr lang="LID4096" smtClean="0"/>
              <a:t>07/21/2026</a:t>
            </a:fld>
            <a:endParaRPr lang="LID4096"/>
          </a:p>
        </p:txBody>
      </p:sp>
      <p:sp>
        <p:nvSpPr>
          <p:cNvPr id="5" name="Footer Placeholder 4">
            <a:extLst>
              <a:ext uri="{FF2B5EF4-FFF2-40B4-BE49-F238E27FC236}">
                <a16:creationId xmlns:a16="http://schemas.microsoft.com/office/drawing/2014/main" id="{0662DC4D-9176-F79D-28CA-134C8835EE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34D83C7E-21C9-9136-802C-7DF75EFED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47E782-5312-4F35-AD3A-690CB3C68D17}" type="slidenum">
              <a:rPr lang="LID4096" smtClean="0"/>
              <a:t>‹#›</a:t>
            </a:fld>
            <a:endParaRPr lang="LID4096"/>
          </a:p>
        </p:txBody>
      </p:sp>
    </p:spTree>
    <p:extLst>
      <p:ext uri="{BB962C8B-B14F-4D97-AF65-F5344CB8AC3E}">
        <p14:creationId xmlns:p14="http://schemas.microsoft.com/office/powerpoint/2010/main" val="223867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8C561D-CD22-491C-83F0-DA1C56849C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A3A960-DDA3-4197-B76F-F40816F532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14040B-E8A4-4E1A-A43C-13BAB1008F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269CC-B186-49AC-9EC1-96606E4A3F0F}" type="datetimeFigureOut">
              <a:rPr lang="en-US" smtClean="0"/>
              <a:t>7/21/2026</a:t>
            </a:fld>
            <a:endParaRPr lang="en-US"/>
          </a:p>
        </p:txBody>
      </p:sp>
      <p:sp>
        <p:nvSpPr>
          <p:cNvPr id="5" name="Footer Placeholder 4">
            <a:extLst>
              <a:ext uri="{FF2B5EF4-FFF2-40B4-BE49-F238E27FC236}">
                <a16:creationId xmlns:a16="http://schemas.microsoft.com/office/drawing/2014/main" id="{2C419283-E760-4986-8D56-E38B665271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42C43E-38CC-40F3-9147-6AEE9B114A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88D089-5FAA-4473-A13A-DB70526955B2}" type="slidenum">
              <a:rPr lang="en-US" smtClean="0"/>
              <a:t>‹#›</a:t>
            </a:fld>
            <a:endParaRPr lang="en-US"/>
          </a:p>
        </p:txBody>
      </p:sp>
    </p:spTree>
    <p:extLst>
      <p:ext uri="{BB962C8B-B14F-4D97-AF65-F5344CB8AC3E}">
        <p14:creationId xmlns:p14="http://schemas.microsoft.com/office/powerpoint/2010/main" val="869276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DA099E-525D-478D-A4D7-AAC309BB8A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91EEAA-E933-42EA-AB00-0CC0562B91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651AF8-B01E-43DF-8944-97C8B266C9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7370A2-B09A-4493-B2C4-9767EF3D7220}" type="datetimeFigureOut">
              <a:rPr lang="en-US" smtClean="0"/>
              <a:t>7/21/2026</a:t>
            </a:fld>
            <a:endParaRPr lang="en-US"/>
          </a:p>
        </p:txBody>
      </p:sp>
      <p:sp>
        <p:nvSpPr>
          <p:cNvPr id="5" name="Footer Placeholder 4">
            <a:extLst>
              <a:ext uri="{FF2B5EF4-FFF2-40B4-BE49-F238E27FC236}">
                <a16:creationId xmlns:a16="http://schemas.microsoft.com/office/drawing/2014/main" id="{CB113639-EA1C-4900-A55B-97A015157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C3EA80-7605-43B3-985C-5FE14CD6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05E997-B1CD-4D06-8DDB-EF576585BE39}" type="slidenum">
              <a:rPr lang="en-US" smtClean="0"/>
              <a:t>‹#›</a:t>
            </a:fld>
            <a:endParaRPr lang="en-US"/>
          </a:p>
        </p:txBody>
      </p:sp>
    </p:spTree>
    <p:extLst>
      <p:ext uri="{BB962C8B-B14F-4D97-AF65-F5344CB8AC3E}">
        <p14:creationId xmlns:p14="http://schemas.microsoft.com/office/powerpoint/2010/main" val="4944939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FF66B1-E7D6-CD4B-865A-9F5E5822371C}"/>
              </a:ext>
            </a:extLst>
          </p:cNvPr>
          <p:cNvPicPr>
            <a:picLocks noChangeAspect="1"/>
          </p:cNvPicPr>
          <p:nvPr userDrawn="1"/>
        </p:nvPicPr>
        <p:blipFill>
          <a:blip r:embed="rId39"/>
          <a:stretch>
            <a:fillRect/>
          </a:stretch>
        </p:blipFill>
        <p:spPr>
          <a:xfrm>
            <a:off x="0" y="0"/>
            <a:ext cx="12192000" cy="6858000"/>
          </a:xfrm>
          <a:prstGeom prst="rect">
            <a:avLst/>
          </a:prstGeom>
        </p:spPr>
      </p:pic>
      <p:pic>
        <p:nvPicPr>
          <p:cNvPr id="2" name="Picture 1">
            <a:extLst>
              <a:ext uri="{FF2B5EF4-FFF2-40B4-BE49-F238E27FC236}">
                <a16:creationId xmlns:a16="http://schemas.microsoft.com/office/drawing/2014/main" id="{68EBEA79-93FF-9640-BD61-D9FB54B1DFB2}"/>
              </a:ext>
            </a:extLst>
          </p:cNvPr>
          <p:cNvPicPr>
            <a:picLocks noChangeAspect="1"/>
          </p:cNvPicPr>
          <p:nvPr userDrawn="1"/>
        </p:nvPicPr>
        <p:blipFill>
          <a:blip r:embed="rId40"/>
          <a:stretch>
            <a:fillRect/>
          </a:stretch>
        </p:blipFill>
        <p:spPr>
          <a:xfrm>
            <a:off x="760028" y="0"/>
            <a:ext cx="11431972" cy="6858000"/>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1"/>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1"/>
              </a:solidFill>
              <a:effectLst/>
              <a:uFillTx/>
              <a:latin typeface="+mn-lt"/>
              <a:ea typeface="+mn-ea"/>
              <a:cs typeface="+mn-cs"/>
              <a:sym typeface="Helvetica Neue"/>
            </a:endParaRPr>
          </a:p>
        </p:txBody>
      </p:sp>
      <p:sp>
        <p:nvSpPr>
          <p:cNvPr id="3" name="Body Level One…"/>
          <p:cNvSpPr txBox="1">
            <a:spLocks noGrp="1"/>
          </p:cNvSpPr>
          <p:nvPr>
            <p:ph type="body" idx="1"/>
          </p:nvPr>
        </p:nvSpPr>
        <p:spPr>
          <a:xfrm>
            <a:off x="2370738" y="1524000"/>
            <a:ext cx="9574992"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a:t>Body copy Intel clear light 28 point</a:t>
            </a:r>
          </a:p>
          <a:p>
            <a:pPr lvl="1"/>
            <a:r>
              <a:rPr lang="en-US"/>
              <a:t>Sub Bullet one 24 point</a:t>
            </a:r>
          </a:p>
          <a:p>
            <a:pPr lvl="2"/>
            <a:r>
              <a:rPr lang="en-US"/>
              <a:t>Sub Bullet two 20 point</a:t>
            </a:r>
          </a:p>
          <a:p>
            <a:pPr lvl="3"/>
            <a:r>
              <a:rPr lang="en-US"/>
              <a:t>Sub Bullet three 18 point</a:t>
            </a:r>
          </a:p>
          <a:p>
            <a:pPr lvl="4"/>
            <a:r>
              <a:rPr lang="en-US"/>
              <a:t>Sub Bullet four 16 point</a:t>
            </a:r>
            <a:br>
              <a:rPr lang="en-US"/>
            </a:br>
            <a:endParaRPr lang="en-US"/>
          </a:p>
          <a:p>
            <a:pPr lvl="2"/>
            <a:endParaRPr/>
          </a:p>
        </p:txBody>
      </p:sp>
      <p:sp>
        <p:nvSpPr>
          <p:cNvPr id="4" name="Title Text"/>
          <p:cNvSpPr txBox="1">
            <a:spLocks noGrp="1"/>
          </p:cNvSpPr>
          <p:nvPr>
            <p:ph type="title"/>
          </p:nvPr>
        </p:nvSpPr>
        <p:spPr>
          <a:xfrm>
            <a:off x="2370739" y="571501"/>
            <a:ext cx="9574992" cy="7429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a:t>40pt Intel Clear Light Text Goes Here</a:t>
            </a:r>
            <a:endParaRPr/>
          </a:p>
        </p:txBody>
      </p:sp>
    </p:spTree>
    <p:extLst>
      <p:ext uri="{BB962C8B-B14F-4D97-AF65-F5344CB8AC3E}">
        <p14:creationId xmlns:p14="http://schemas.microsoft.com/office/powerpoint/2010/main" val="341193968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rgbClr val="002060"/>
          </a:solidFill>
          <a:uFillTx/>
          <a:latin typeface="IntelOne Display Regular" panose="020B0503020203020204" pitchFamily="34" charset="77"/>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tx1"/>
          </a:solidFill>
          <a:uFillTx/>
          <a:latin typeface="IntelOne Display Regular" panose="020B0503020203020204" pitchFamily="34" charset="77"/>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tx1"/>
          </a:solidFill>
          <a:uFillTx/>
          <a:latin typeface="IntelOne Display Regular" panose="020B0503020203020204" pitchFamily="34" charset="77"/>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tx1"/>
          </a:solidFill>
          <a:uFillTx/>
          <a:latin typeface="IntelOne Display Regular" panose="020B0503020203020204" pitchFamily="34" charset="77"/>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tx1"/>
          </a:solidFill>
          <a:uFillTx/>
          <a:latin typeface="IntelOne Display Regular" panose="020B0503020203020204" pitchFamily="34" charset="77"/>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tx1"/>
          </a:solidFill>
          <a:uFillTx/>
          <a:latin typeface="IntelOne Display Regular" panose="020B0503020203020204" pitchFamily="34" charset="77"/>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15:guide id="3" pos="72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cid:image006.jpg@01D6B1C1.473AAB00" TargetMode="External"/><Relationship Id="rId2" Type="http://schemas.openxmlformats.org/officeDocument/2006/relationships/image" Target="../media/image7.jpeg"/><Relationship Id="rId1" Type="http://schemas.openxmlformats.org/officeDocument/2006/relationships/slideLayout" Target="../slideLayouts/slideLayout13.xml"/><Relationship Id="rId5" Type="http://schemas.openxmlformats.org/officeDocument/2006/relationships/image" Target="cid:image002.png@01D6B1C1.473AAB00" TargetMode="Externa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4.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18.xml"/><Relationship Id="rId1" Type="http://schemas.openxmlformats.org/officeDocument/2006/relationships/video" Target="https://www.youtube.com/embed/smx4NBo9jBc?feature=oembed"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ideo" Target="https://www.youtube.com/embed/pDhIGETbW4k?feature=oemb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cpugarage.co.il/competitions/2" TargetMode="External"/><Relationship Id="rId2" Type="http://schemas.openxmlformats.org/officeDocument/2006/relationships/hyperlink" Target="http://www.cpugarage.co.il/" TargetMode="External"/><Relationship Id="rId1" Type="http://schemas.openxmlformats.org/officeDocument/2006/relationships/slideLayout" Target="../slideLayouts/slideLayout4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avisalmon.github.io/TechCrash2026/"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4DDB3-5B66-F46D-A777-4D7A1B246B4C}"/>
              </a:ext>
            </a:extLst>
          </p:cNvPr>
          <p:cNvSpPr>
            <a:spLocks noGrp="1"/>
          </p:cNvSpPr>
          <p:nvPr>
            <p:ph type="ctrTitle"/>
          </p:nvPr>
        </p:nvSpPr>
        <p:spPr/>
        <p:txBody>
          <a:bodyPr/>
          <a:lstStyle/>
          <a:p>
            <a:r>
              <a:rPr lang="en-US" dirty="0"/>
              <a:t>Training by experience</a:t>
            </a:r>
            <a:endParaRPr lang="LID4096" dirty="0"/>
          </a:p>
        </p:txBody>
      </p:sp>
      <p:sp>
        <p:nvSpPr>
          <p:cNvPr id="3" name="Subtitle 2">
            <a:extLst>
              <a:ext uri="{FF2B5EF4-FFF2-40B4-BE49-F238E27FC236}">
                <a16:creationId xmlns:a16="http://schemas.microsoft.com/office/drawing/2014/main" id="{7468B88E-B826-4DF7-5CF1-680187D0E7C2}"/>
              </a:ext>
            </a:extLst>
          </p:cNvPr>
          <p:cNvSpPr>
            <a:spLocks noGrp="1"/>
          </p:cNvSpPr>
          <p:nvPr>
            <p:ph type="subTitle" idx="1"/>
          </p:nvPr>
        </p:nvSpPr>
        <p:spPr/>
        <p:txBody>
          <a:bodyPr/>
          <a:lstStyle/>
          <a:p>
            <a:r>
              <a:rPr lang="en-US" dirty="0"/>
              <a:t>Avi Salmon</a:t>
            </a:r>
          </a:p>
          <a:p>
            <a:r>
              <a:rPr lang="en-US" dirty="0"/>
              <a:t>Intel – Innovation lead. July 2026</a:t>
            </a:r>
            <a:endParaRPr lang="LID4096" dirty="0"/>
          </a:p>
        </p:txBody>
      </p:sp>
    </p:spTree>
    <p:extLst>
      <p:ext uri="{BB962C8B-B14F-4D97-AF65-F5344CB8AC3E}">
        <p14:creationId xmlns:p14="http://schemas.microsoft.com/office/powerpoint/2010/main" val="206148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1DFA-59AB-4136-BC41-F136033FBF1B}"/>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400"/>
              <a:t>Haifa</a:t>
            </a:r>
          </a:p>
        </p:txBody>
      </p:sp>
      <p:sp>
        <p:nvSpPr>
          <p:cNvPr id="9" name="Freeform: Shape 8">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descr="A picture containing text, indoor, wall, floor&#10;&#10;Description automatically generated">
            <a:extLst>
              <a:ext uri="{FF2B5EF4-FFF2-40B4-BE49-F238E27FC236}">
                <a16:creationId xmlns:a16="http://schemas.microsoft.com/office/drawing/2014/main" id="{2F5764AE-B336-48E2-A281-CEE33EDB7D09}"/>
              </a:ext>
            </a:extLst>
          </p:cNvPr>
          <p:cNvPicPr>
            <a:picLocks noChangeAspect="1"/>
          </p:cNvPicPr>
          <p:nvPr/>
        </p:nvPicPr>
        <p:blipFill rotWithShape="1">
          <a:blip r:embed="rId3">
            <a:extLst>
              <a:ext uri="{28A0092B-C50C-407E-A947-70E740481C1C}">
                <a14:useLocalDpi xmlns:a14="http://schemas.microsoft.com/office/drawing/2010/main" val="0"/>
              </a:ext>
            </a:extLst>
          </a:blip>
          <a:srcRect r="23135"/>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37297945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07EE-DFAF-4090-9385-7438BF9F6B24}"/>
              </a:ext>
            </a:extLst>
          </p:cNvPr>
          <p:cNvSpPr>
            <a:spLocks noGrp="1"/>
          </p:cNvSpPr>
          <p:nvPr>
            <p:ph type="title"/>
          </p:nvPr>
        </p:nvSpPr>
        <p:spPr>
          <a:xfrm>
            <a:off x="7464614" y="1783959"/>
            <a:ext cx="4087306" cy="2889114"/>
          </a:xfrm>
        </p:spPr>
        <p:txBody>
          <a:bodyPr vert="horz" lIns="91440" tIns="45720" rIns="91440" bIns="45720" rtlCol="0" anchor="b">
            <a:normAutofit/>
          </a:bodyPr>
          <a:lstStyle/>
          <a:p>
            <a:r>
              <a:rPr lang="en-US" sz="5400"/>
              <a:t>JER</a:t>
            </a:r>
          </a:p>
        </p:txBody>
      </p:sp>
      <p:pic>
        <p:nvPicPr>
          <p:cNvPr id="4" name="Picture 3" descr="A picture containing indoor&#10;&#10;Description automatically generated">
            <a:extLst>
              <a:ext uri="{FF2B5EF4-FFF2-40B4-BE49-F238E27FC236}">
                <a16:creationId xmlns:a16="http://schemas.microsoft.com/office/drawing/2014/main" id="{66ECE37C-DD7C-44B4-9F0D-24282EB112AF}"/>
              </a:ext>
            </a:extLst>
          </p:cNvPr>
          <p:cNvPicPr>
            <a:picLocks noChangeAspect="1"/>
          </p:cNvPicPr>
          <p:nvPr/>
        </p:nvPicPr>
        <p:blipFill rotWithShape="1">
          <a:blip r:embed="rId2">
            <a:extLst>
              <a:ext uri="{28A0092B-C50C-407E-A947-70E740481C1C}">
                <a14:useLocalDpi xmlns:a14="http://schemas.microsoft.com/office/drawing/2010/main" val="0"/>
              </a:ext>
            </a:extLst>
          </a:blip>
          <a:srcRect l="15939" r="26412"/>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2763324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E92A0-455A-4322-AA5C-FF2F52F28C46}"/>
              </a:ext>
            </a:extLst>
          </p:cNvPr>
          <p:cNvSpPr>
            <a:spLocks noGrp="1"/>
          </p:cNvSpPr>
          <p:nvPr>
            <p:ph type="title"/>
          </p:nvPr>
        </p:nvSpPr>
        <p:spPr>
          <a:xfrm>
            <a:off x="6745026" y="534248"/>
            <a:ext cx="4888306" cy="1325563"/>
          </a:xfrm>
        </p:spPr>
        <p:txBody>
          <a:bodyPr>
            <a:normAutofit/>
          </a:bodyPr>
          <a:lstStyle/>
          <a:p>
            <a:r>
              <a:rPr lang="en-US"/>
              <a:t>PTK</a:t>
            </a:r>
          </a:p>
        </p:txBody>
      </p:sp>
      <p:pic>
        <p:nvPicPr>
          <p:cNvPr id="7" name="Picture 1">
            <a:extLst>
              <a:ext uri="{FF2B5EF4-FFF2-40B4-BE49-F238E27FC236}">
                <a16:creationId xmlns:a16="http://schemas.microsoft.com/office/drawing/2014/main" id="{7E9EA000-F5FE-48DC-91FE-AF86922D8E11}"/>
              </a:ext>
            </a:extLst>
          </p:cNvPr>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t="2230" r="2" b="2"/>
          <a:stretch>
            <a:fillRect/>
          </a:stretch>
        </p:blipFill>
        <p:spPr bwMode="auto">
          <a:xfrm>
            <a:off x="1" y="10"/>
            <a:ext cx="5681097" cy="4151910"/>
          </a:xfrm>
          <a:custGeom>
            <a:avLst/>
            <a:gdLst/>
            <a:ahLst/>
            <a:cxnLst/>
            <a:rect l="l" t="t" r="r" b="b"/>
            <a:pathLst>
              <a:path w="5681097" h="4151920">
                <a:moveTo>
                  <a:pt x="0" y="0"/>
                </a:moveTo>
                <a:lnTo>
                  <a:pt x="5611423" y="0"/>
                </a:lnTo>
                <a:lnTo>
                  <a:pt x="5663241" y="339527"/>
                </a:lnTo>
                <a:cubicBezTo>
                  <a:pt x="5675049" y="455800"/>
                  <a:pt x="5681097" y="573775"/>
                  <a:pt x="5681097" y="693164"/>
                </a:cubicBezTo>
                <a:cubicBezTo>
                  <a:pt x="5681097" y="2603383"/>
                  <a:pt x="4132560" y="4151920"/>
                  <a:pt x="2222343" y="4151920"/>
                </a:cubicBezTo>
                <a:cubicBezTo>
                  <a:pt x="1386622" y="4151920"/>
                  <a:pt x="620129" y="3855520"/>
                  <a:pt x="22252" y="3362108"/>
                </a:cubicBezTo>
                <a:lnTo>
                  <a:pt x="0" y="3341884"/>
                </a:lnTo>
                <a:close/>
              </a:path>
            </a:pathLst>
          </a:cu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0ECC5DD-8BE2-4BA6-BF7A-67A97FB70F11}"/>
              </a:ext>
            </a:extLst>
          </p:cNvPr>
          <p:cNvPicPr>
            <a:picLocks noChangeAspect="1" noChangeArrowheads="1"/>
          </p:cNvPicPr>
          <p:nvPr/>
        </p:nvPicPr>
        <p:blipFill rotWithShape="1">
          <a:blip r:embed="rId4" r:link="rId5">
            <a:extLst>
              <a:ext uri="{28A0092B-C50C-407E-A947-70E740481C1C}">
                <a14:useLocalDpi xmlns:a14="http://schemas.microsoft.com/office/drawing/2010/main" val="0"/>
              </a:ext>
            </a:extLst>
          </a:blip>
          <a:srcRect t="14790" r="-2" b="2394"/>
          <a:stretch>
            <a:fillRect/>
          </a:stretch>
        </p:blipFill>
        <p:spPr bwMode="auto">
          <a:xfrm>
            <a:off x="2790920" y="4427602"/>
            <a:ext cx="5148922" cy="2409190"/>
          </a:xfrm>
          <a:custGeom>
            <a:avLst/>
            <a:gdLst/>
            <a:ahLst/>
            <a:cxnLst/>
            <a:rect l="l" t="t" r="r" b="b"/>
            <a:pathLst>
              <a:path w="5148922" h="2409190">
                <a:moveTo>
                  <a:pt x="2574461" y="0"/>
                </a:moveTo>
                <a:cubicBezTo>
                  <a:pt x="3911983" y="0"/>
                  <a:pt x="5012087" y="1016507"/>
                  <a:pt x="5144375" y="2319127"/>
                </a:cubicBezTo>
                <a:lnTo>
                  <a:pt x="5148922" y="2409190"/>
                </a:lnTo>
                <a:lnTo>
                  <a:pt x="0" y="2409190"/>
                </a:lnTo>
                <a:lnTo>
                  <a:pt x="4548" y="2319127"/>
                </a:lnTo>
                <a:cubicBezTo>
                  <a:pt x="136837" y="1016507"/>
                  <a:pt x="1236939" y="0"/>
                  <a:pt x="2574461"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935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BCBE5-9F32-4F3E-9D85-36B2AF8D2A79}"/>
              </a:ext>
            </a:extLst>
          </p:cNvPr>
          <p:cNvSpPr>
            <a:spLocks noGrp="1"/>
          </p:cNvSpPr>
          <p:nvPr>
            <p:ph type="title"/>
          </p:nvPr>
        </p:nvSpPr>
        <p:spPr>
          <a:xfrm>
            <a:off x="519545" y="621792"/>
            <a:ext cx="5181503" cy="881544"/>
          </a:xfrm>
        </p:spPr>
        <p:txBody>
          <a:bodyPr>
            <a:normAutofit/>
          </a:bodyPr>
          <a:lstStyle/>
          <a:p>
            <a:r>
              <a:rPr lang="en-US" sz="4800" dirty="0"/>
              <a:t>Why? </a:t>
            </a:r>
          </a:p>
        </p:txBody>
      </p:sp>
      <p:graphicFrame>
        <p:nvGraphicFramePr>
          <p:cNvPr id="5" name="Content Placeholder 2">
            <a:extLst>
              <a:ext uri="{FF2B5EF4-FFF2-40B4-BE49-F238E27FC236}">
                <a16:creationId xmlns:a16="http://schemas.microsoft.com/office/drawing/2014/main" id="{8D5C05CD-97A9-435A-B915-5233420B5F44}"/>
              </a:ext>
            </a:extLst>
          </p:cNvPr>
          <p:cNvGraphicFramePr>
            <a:graphicFrameLocks noGrp="1"/>
          </p:cNvGraphicFramePr>
          <p:nvPr>
            <p:ph idx="1"/>
            <p:extLst>
              <p:ext uri="{D42A27DB-BD31-4B8C-83A1-F6EECF244321}">
                <p14:modId xmlns:p14="http://schemas.microsoft.com/office/powerpoint/2010/main" val="4072455554"/>
              </p:ext>
            </p:extLst>
          </p:nvPr>
        </p:nvGraphicFramePr>
        <p:xfrm>
          <a:off x="3467100" y="731520"/>
          <a:ext cx="525780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6883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22BD39-6B5B-493A-BE62-58ECD0F7A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Graphic 10">
            <a:extLst>
              <a:ext uri="{FF2B5EF4-FFF2-40B4-BE49-F238E27FC236}">
                <a16:creationId xmlns:a16="http://schemas.microsoft.com/office/drawing/2014/main" id="{4741521E-DC76-41B9-8A47-448CD4F9FA4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372661" y="-3359290"/>
            <a:ext cx="5470372" cy="12188952"/>
          </a:xfrm>
          <a:prstGeom prst="rect">
            <a:avLst/>
          </a:prstGeom>
        </p:spPr>
      </p:pic>
      <p:sp>
        <p:nvSpPr>
          <p:cNvPr id="2" name="Title 1">
            <a:extLst>
              <a:ext uri="{FF2B5EF4-FFF2-40B4-BE49-F238E27FC236}">
                <a16:creationId xmlns:a16="http://schemas.microsoft.com/office/drawing/2014/main" id="{691322A4-26CF-42DA-ABA8-3644651BE3AE}"/>
              </a:ext>
            </a:extLst>
          </p:cNvPr>
          <p:cNvSpPr>
            <a:spLocks noGrp="1"/>
          </p:cNvSpPr>
          <p:nvPr>
            <p:ph type="title"/>
          </p:nvPr>
        </p:nvSpPr>
        <p:spPr>
          <a:xfrm>
            <a:off x="1403632" y="184336"/>
            <a:ext cx="9283781" cy="1405965"/>
          </a:xfrm>
        </p:spPr>
        <p:txBody>
          <a:bodyPr vert="horz" lIns="91440" tIns="45720" rIns="91440" bIns="45720" rtlCol="0" anchor="b">
            <a:normAutofit/>
          </a:bodyPr>
          <a:lstStyle/>
          <a:p>
            <a:r>
              <a:rPr lang="en-US" sz="5000" dirty="0"/>
              <a:t>Deep Racer</a:t>
            </a:r>
          </a:p>
        </p:txBody>
      </p:sp>
      <p:sp>
        <p:nvSpPr>
          <p:cNvPr id="13" name="Rectangle 12">
            <a:extLst>
              <a:ext uri="{FF2B5EF4-FFF2-40B4-BE49-F238E27FC236}">
                <a16:creationId xmlns:a16="http://schemas.microsoft.com/office/drawing/2014/main" id="{53FD85F6-ECDC-4124-9916-6444E142C6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8"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5D97386-A85C-44E7-9CE3-2DBDF4BEF741}"/>
              </a:ext>
            </a:extLst>
          </p:cNvPr>
          <p:cNvPicPr>
            <a:picLocks noChangeAspect="1"/>
          </p:cNvPicPr>
          <p:nvPr/>
        </p:nvPicPr>
        <p:blipFill rotWithShape="1">
          <a:blip r:embed="rId4"/>
          <a:srcRect l="5208" r="1" b="1"/>
          <a:stretch/>
        </p:blipFill>
        <p:spPr>
          <a:xfrm>
            <a:off x="-1078" y="3076855"/>
            <a:ext cx="12188952" cy="3118224"/>
          </a:xfrm>
          <a:prstGeom prst="rect">
            <a:avLst/>
          </a:prstGeom>
        </p:spPr>
      </p:pic>
      <p:sp>
        <p:nvSpPr>
          <p:cNvPr id="15" name="Rectangle 14">
            <a:extLst>
              <a:ext uri="{FF2B5EF4-FFF2-40B4-BE49-F238E27FC236}">
                <a16:creationId xmlns:a16="http://schemas.microsoft.com/office/drawing/2014/main" id="{FB5D26B4-74AD-4118-8F13-7051DA3BF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00B4E92-432F-4484-9B48-D2822213623A}"/>
              </a:ext>
            </a:extLst>
          </p:cNvPr>
          <p:cNvPicPr>
            <a:picLocks noChangeAspect="1"/>
          </p:cNvPicPr>
          <p:nvPr/>
        </p:nvPicPr>
        <p:blipFill>
          <a:blip r:embed="rId5"/>
          <a:stretch>
            <a:fillRect/>
          </a:stretch>
        </p:blipFill>
        <p:spPr>
          <a:xfrm>
            <a:off x="8030924" y="-1"/>
            <a:ext cx="4147705" cy="3074008"/>
          </a:xfrm>
          <a:prstGeom prst="rect">
            <a:avLst/>
          </a:prstGeom>
        </p:spPr>
      </p:pic>
    </p:spTree>
    <p:extLst>
      <p:ext uri="{BB962C8B-B14F-4D97-AF65-F5344CB8AC3E}">
        <p14:creationId xmlns:p14="http://schemas.microsoft.com/office/powerpoint/2010/main" val="1778507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Tech Experience coming soon">
            <a:hlinkClick r:id="" action="ppaction://media"/>
            <a:extLst>
              <a:ext uri="{FF2B5EF4-FFF2-40B4-BE49-F238E27FC236}">
                <a16:creationId xmlns:a16="http://schemas.microsoft.com/office/drawing/2014/main" id="{287FF87C-6515-A84E-015D-3173448B4C50}"/>
              </a:ext>
            </a:extLst>
          </p:cNvPr>
          <p:cNvPicPr>
            <a:picLocks noRot="1" noChangeAspect="1"/>
          </p:cNvPicPr>
          <p:nvPr>
            <a:videoFile r:link="rId1"/>
          </p:nvPr>
        </p:nvPicPr>
        <p:blipFill>
          <a:blip r:embed="rId3"/>
          <a:stretch>
            <a:fillRect/>
          </a:stretch>
        </p:blipFill>
        <p:spPr>
          <a:xfrm>
            <a:off x="1211283" y="532496"/>
            <a:ext cx="10253086" cy="579300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6433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nline Media 5" title="Building the single button game">
            <a:hlinkClick r:id="" action="ppaction://media"/>
            <a:extLst>
              <a:ext uri="{FF2B5EF4-FFF2-40B4-BE49-F238E27FC236}">
                <a16:creationId xmlns:a16="http://schemas.microsoft.com/office/drawing/2014/main" id="{7A514569-49FE-96C2-4F74-8D76E62E729F}"/>
              </a:ext>
            </a:extLst>
          </p:cNvPr>
          <p:cNvPicPr>
            <a:picLocks noRot="1" noChangeAspect="1"/>
          </p:cNvPicPr>
          <p:nvPr>
            <a:videoFile r:link="rId1"/>
          </p:nvPr>
        </p:nvPicPr>
        <p:blipFill>
          <a:blip r:embed="rId3"/>
          <a:stretch>
            <a:fillRect/>
          </a:stretch>
        </p:blipFill>
        <p:spPr>
          <a:xfrm>
            <a:off x="1567182" y="1004154"/>
            <a:ext cx="9057635" cy="5117576"/>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662378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D834-0748-D108-9195-6F338A1FFD3E}"/>
              </a:ext>
            </a:extLst>
          </p:cNvPr>
          <p:cNvSpPr>
            <a:spLocks noGrp="1"/>
          </p:cNvSpPr>
          <p:nvPr>
            <p:ph type="title"/>
          </p:nvPr>
        </p:nvSpPr>
        <p:spPr/>
        <p:txBody>
          <a:bodyPr/>
          <a:lstStyle/>
          <a:p>
            <a:r>
              <a:rPr lang="en-US" dirty="0"/>
              <a:t>Education – Breaking paradigms.</a:t>
            </a:r>
            <a:endParaRPr lang="LID4096" dirty="0"/>
          </a:p>
        </p:txBody>
      </p:sp>
      <p:sp>
        <p:nvSpPr>
          <p:cNvPr id="3" name="Content Placeholder 2">
            <a:extLst>
              <a:ext uri="{FF2B5EF4-FFF2-40B4-BE49-F238E27FC236}">
                <a16:creationId xmlns:a16="http://schemas.microsoft.com/office/drawing/2014/main" id="{8B27D5D7-8FFD-8EC9-CB30-2B53091898FE}"/>
              </a:ext>
            </a:extLst>
          </p:cNvPr>
          <p:cNvSpPr>
            <a:spLocks noGrp="1"/>
          </p:cNvSpPr>
          <p:nvPr>
            <p:ph idx="1"/>
          </p:nvPr>
        </p:nvSpPr>
        <p:spPr/>
        <p:txBody>
          <a:bodyPr/>
          <a:lstStyle/>
          <a:p>
            <a:r>
              <a:rPr lang="en-US" dirty="0" err="1"/>
              <a:t>Matazim</a:t>
            </a:r>
            <a:r>
              <a:rPr lang="en-US" dirty="0"/>
              <a:t> (Young Technology Leadership)</a:t>
            </a:r>
          </a:p>
          <a:p>
            <a:r>
              <a:rPr lang="en-US" dirty="0"/>
              <a:t>Adopt a kid</a:t>
            </a:r>
          </a:p>
          <a:p>
            <a:r>
              <a:rPr lang="en-US" dirty="0"/>
              <a:t>Parent / kid</a:t>
            </a:r>
          </a:p>
          <a:p>
            <a:r>
              <a:rPr lang="en-US" dirty="0"/>
              <a:t>Space </a:t>
            </a:r>
            <a:r>
              <a:rPr lang="en-US" dirty="0" err="1"/>
              <a:t>proj</a:t>
            </a:r>
            <a:endParaRPr lang="en-US" dirty="0"/>
          </a:p>
          <a:p>
            <a:endParaRPr lang="en-US" dirty="0"/>
          </a:p>
          <a:p>
            <a:endParaRPr lang="LID4096" dirty="0"/>
          </a:p>
        </p:txBody>
      </p:sp>
    </p:spTree>
    <p:extLst>
      <p:ext uri="{BB962C8B-B14F-4D97-AF65-F5344CB8AC3E}">
        <p14:creationId xmlns:p14="http://schemas.microsoft.com/office/powerpoint/2010/main" val="1055084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5A8B2-A834-A5C7-F0B8-AE47F0F3A6EA}"/>
              </a:ext>
            </a:extLst>
          </p:cNvPr>
          <p:cNvSpPr>
            <a:spLocks noGrp="1"/>
          </p:cNvSpPr>
          <p:nvPr>
            <p:ph type="title"/>
          </p:nvPr>
        </p:nvSpPr>
        <p:spPr/>
        <p:txBody>
          <a:bodyPr/>
          <a:lstStyle/>
          <a:p>
            <a:r>
              <a:rPr lang="en-US" dirty="0"/>
              <a:t>Engineering upskilling – Breaking paradigms</a:t>
            </a:r>
            <a:endParaRPr lang="LID4096" dirty="0"/>
          </a:p>
        </p:txBody>
      </p:sp>
      <p:sp>
        <p:nvSpPr>
          <p:cNvPr id="3" name="Content Placeholder 2">
            <a:extLst>
              <a:ext uri="{FF2B5EF4-FFF2-40B4-BE49-F238E27FC236}">
                <a16:creationId xmlns:a16="http://schemas.microsoft.com/office/drawing/2014/main" id="{BD861BE0-46A9-2B11-7C79-6464C98F006B}"/>
              </a:ext>
            </a:extLst>
          </p:cNvPr>
          <p:cNvSpPr>
            <a:spLocks noGrp="1"/>
          </p:cNvSpPr>
          <p:nvPr>
            <p:ph idx="1"/>
          </p:nvPr>
        </p:nvSpPr>
        <p:spPr/>
        <p:txBody>
          <a:bodyPr/>
          <a:lstStyle/>
          <a:p>
            <a:r>
              <a:rPr lang="en-US" dirty="0"/>
              <a:t>HW Ninja</a:t>
            </a:r>
            <a:endParaRPr lang="he-IL" dirty="0"/>
          </a:p>
          <a:p>
            <a:r>
              <a:rPr lang="en-US" dirty="0"/>
              <a:t>CPU Garage</a:t>
            </a:r>
          </a:p>
          <a:p>
            <a:r>
              <a:rPr lang="en-US" dirty="0"/>
              <a:t>Crash Tech</a:t>
            </a:r>
            <a:endParaRPr lang="LID4096" dirty="0"/>
          </a:p>
        </p:txBody>
      </p:sp>
    </p:spTree>
    <p:extLst>
      <p:ext uri="{BB962C8B-B14F-4D97-AF65-F5344CB8AC3E}">
        <p14:creationId xmlns:p14="http://schemas.microsoft.com/office/powerpoint/2010/main" val="726010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0E2866-294D-B94D-82CA-514A525EE469}"/>
              </a:ext>
            </a:extLst>
          </p:cNvPr>
          <p:cNvSpPr/>
          <p:nvPr/>
        </p:nvSpPr>
        <p:spPr>
          <a:xfrm>
            <a:off x="2388982" y="373812"/>
            <a:ext cx="7649851" cy="132343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184A86"/>
                </a:solidFill>
                <a:effectLst/>
                <a:uLnTx/>
                <a:uFillTx/>
                <a:latin typeface="IntelOne Display Regular" panose="020B0503020203020204" pitchFamily="34" charset="77"/>
                <a:sym typeface="Helvetica Neue"/>
              </a:rPr>
              <a:t>CPU garage </a:t>
            </a:r>
            <a:r>
              <a:rPr kumimoji="0" lang="en-US" sz="4000" b="0" i="0" u="none" strike="noStrike" kern="1200" cap="none" spc="0" normalizeH="0" baseline="0" noProof="0" dirty="0">
                <a:ln>
                  <a:noFill/>
                </a:ln>
                <a:solidFill>
                  <a:srgbClr val="184A86"/>
                </a:solidFill>
                <a:effectLst/>
                <a:uLnTx/>
                <a:uFillTx/>
                <a:latin typeface="IntelOne Display Regular" panose="020B0503020203020204" pitchFamily="34" charset="77"/>
                <a:sym typeface="Helvetica Neue"/>
                <a:hlinkClick r:id="rId2"/>
              </a:rPr>
              <a:t>www.cpugarage.co.il</a:t>
            </a:r>
            <a:endParaRPr kumimoji="0" lang="en-US" sz="4000" b="0" i="0" u="none" strike="noStrike" kern="1200" cap="none" spc="0" normalizeH="0" baseline="0" noProof="0" dirty="0">
              <a:ln>
                <a:noFill/>
              </a:ln>
              <a:solidFill>
                <a:srgbClr val="184A86"/>
              </a:solidFill>
              <a:effectLst/>
              <a:uLnTx/>
              <a:uFillTx/>
              <a:latin typeface="IntelOne Display Regular" panose="020B0503020203020204" pitchFamily="34" charset="77"/>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4000" b="0" i="0" u="none" strike="noStrike" kern="1200" cap="none" spc="0" normalizeH="0" baseline="0" noProof="0" dirty="0">
              <a:ln>
                <a:noFill/>
              </a:ln>
              <a:solidFill>
                <a:srgbClr val="184A86"/>
              </a:solidFill>
              <a:effectLst/>
              <a:uLnTx/>
              <a:uFillTx/>
              <a:latin typeface="IntelOne Display Regular" panose="020B0503020203020204" pitchFamily="34" charset="77"/>
              <a:sym typeface="Helvetica Neue"/>
            </a:endParaRPr>
          </a:p>
        </p:txBody>
      </p:sp>
      <p:pic>
        <p:nvPicPr>
          <p:cNvPr id="4" name="Picture 3">
            <a:hlinkClick r:id="rId3"/>
            <a:extLst>
              <a:ext uri="{FF2B5EF4-FFF2-40B4-BE49-F238E27FC236}">
                <a16:creationId xmlns:a16="http://schemas.microsoft.com/office/drawing/2014/main" id="{874FFE01-0645-3429-139A-3D56131B3EF4}"/>
              </a:ext>
            </a:extLst>
          </p:cNvPr>
          <p:cNvPicPr>
            <a:picLocks noChangeAspect="1"/>
          </p:cNvPicPr>
          <p:nvPr/>
        </p:nvPicPr>
        <p:blipFill>
          <a:blip r:embed="rId4"/>
          <a:stretch>
            <a:fillRect/>
          </a:stretch>
        </p:blipFill>
        <p:spPr>
          <a:xfrm>
            <a:off x="2955841" y="1408556"/>
            <a:ext cx="7259577" cy="6326898"/>
          </a:xfrm>
          <a:prstGeom prst="rect">
            <a:avLst/>
          </a:prstGeom>
        </p:spPr>
      </p:pic>
    </p:spTree>
    <p:extLst>
      <p:ext uri="{BB962C8B-B14F-4D97-AF65-F5344CB8AC3E}">
        <p14:creationId xmlns:p14="http://schemas.microsoft.com/office/powerpoint/2010/main" val="893059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5B2D-481B-F0E3-E0A9-7B6CA7965C84}"/>
              </a:ext>
            </a:extLst>
          </p:cNvPr>
          <p:cNvSpPr>
            <a:spLocks noGrp="1"/>
          </p:cNvSpPr>
          <p:nvPr>
            <p:ph type="title"/>
          </p:nvPr>
        </p:nvSpPr>
        <p:spPr/>
        <p:txBody>
          <a:bodyPr/>
          <a:lstStyle/>
          <a:p>
            <a:r>
              <a:rPr lang="en-US" dirty="0" err="1"/>
              <a:t>CrashTech</a:t>
            </a:r>
            <a:endParaRPr lang="LID4096" dirty="0"/>
          </a:p>
        </p:txBody>
      </p:sp>
      <p:sp>
        <p:nvSpPr>
          <p:cNvPr id="3" name="Content Placeholder 2">
            <a:extLst>
              <a:ext uri="{FF2B5EF4-FFF2-40B4-BE49-F238E27FC236}">
                <a16:creationId xmlns:a16="http://schemas.microsoft.com/office/drawing/2014/main" id="{42D3E71D-D8FE-D829-5DDD-0B9DA5DC9931}"/>
              </a:ext>
            </a:extLst>
          </p:cNvPr>
          <p:cNvSpPr>
            <a:spLocks noGrp="1"/>
          </p:cNvSpPr>
          <p:nvPr>
            <p:ph idx="1"/>
          </p:nvPr>
        </p:nvSpPr>
        <p:spPr>
          <a:xfrm>
            <a:off x="838200" y="1825625"/>
            <a:ext cx="10515600" cy="1202583"/>
          </a:xfrm>
        </p:spPr>
        <p:txBody>
          <a:bodyPr/>
          <a:lstStyle/>
          <a:p>
            <a:r>
              <a:rPr lang="en-US" dirty="0">
                <a:hlinkClick r:id="rId2"/>
              </a:rPr>
              <a:t>https://avisalmon.github.io/TechCrash2026/</a:t>
            </a:r>
            <a:endParaRPr lang="en-US" dirty="0"/>
          </a:p>
          <a:p>
            <a:endParaRPr lang="en-US" dirty="0"/>
          </a:p>
          <a:p>
            <a:pPr marL="0" indent="0">
              <a:buNone/>
            </a:pPr>
            <a:endParaRPr lang="LID4096" dirty="0"/>
          </a:p>
        </p:txBody>
      </p:sp>
      <p:pic>
        <p:nvPicPr>
          <p:cNvPr id="4" name="Picture 3" descr="DE10-Lite FPGA Board">
            <a:extLst>
              <a:ext uri="{FF2B5EF4-FFF2-40B4-BE49-F238E27FC236}">
                <a16:creationId xmlns:a16="http://schemas.microsoft.com/office/drawing/2014/main" id="{7E585CCE-1174-AF38-DF9B-F6BB28EEF3E4}"/>
              </a:ext>
            </a:extLst>
          </p:cNvPr>
          <p:cNvPicPr>
            <a:picLocks noChangeAspect="1"/>
          </p:cNvPicPr>
          <p:nvPr/>
        </p:nvPicPr>
        <p:blipFill>
          <a:blip r:embed="rId3"/>
          <a:stretch>
            <a:fillRect/>
          </a:stretch>
        </p:blipFill>
        <p:spPr>
          <a:xfrm>
            <a:off x="2018805" y="3028208"/>
            <a:ext cx="4466214" cy="3319886"/>
          </a:xfrm>
          <a:prstGeom prst="rect">
            <a:avLst/>
          </a:prstGeom>
        </p:spPr>
      </p:pic>
      <p:pic>
        <p:nvPicPr>
          <p:cNvPr id="5" name="Picture 4" descr="ESP32 Controller Kit">
            <a:extLst>
              <a:ext uri="{FF2B5EF4-FFF2-40B4-BE49-F238E27FC236}">
                <a16:creationId xmlns:a16="http://schemas.microsoft.com/office/drawing/2014/main" id="{6AB84889-FA91-E952-7C54-8C61585EB979}"/>
              </a:ext>
            </a:extLst>
          </p:cNvPr>
          <p:cNvPicPr>
            <a:picLocks noChangeAspect="1"/>
          </p:cNvPicPr>
          <p:nvPr/>
        </p:nvPicPr>
        <p:blipFill>
          <a:blip r:embed="rId4"/>
          <a:stretch>
            <a:fillRect/>
          </a:stretch>
        </p:blipFill>
        <p:spPr>
          <a:xfrm>
            <a:off x="6976511" y="3329398"/>
            <a:ext cx="4199685" cy="2537011"/>
          </a:xfrm>
          <a:prstGeom prst="rect">
            <a:avLst/>
          </a:prstGeom>
        </p:spPr>
      </p:pic>
    </p:spTree>
    <p:extLst>
      <p:ext uri="{BB962C8B-B14F-4D97-AF65-F5344CB8AC3E}">
        <p14:creationId xmlns:p14="http://schemas.microsoft.com/office/powerpoint/2010/main" val="350443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657C-AF02-5ABB-BED8-68F18B73BEA7}"/>
              </a:ext>
            </a:extLst>
          </p:cNvPr>
          <p:cNvSpPr>
            <a:spLocks noGrp="1"/>
          </p:cNvSpPr>
          <p:nvPr>
            <p:ph type="title"/>
          </p:nvPr>
        </p:nvSpPr>
        <p:spPr/>
        <p:txBody>
          <a:bodyPr/>
          <a:lstStyle/>
          <a:p>
            <a:pPr algn="ctr"/>
            <a:r>
              <a:rPr lang="en-US" dirty="0"/>
              <a:t>Learning by experience</a:t>
            </a:r>
            <a:endParaRPr lang="LID4096" dirty="0"/>
          </a:p>
        </p:txBody>
      </p:sp>
      <p:sp>
        <p:nvSpPr>
          <p:cNvPr id="3" name="Content Placeholder 2">
            <a:extLst>
              <a:ext uri="{FF2B5EF4-FFF2-40B4-BE49-F238E27FC236}">
                <a16:creationId xmlns:a16="http://schemas.microsoft.com/office/drawing/2014/main" id="{1F427FE3-37D7-E71B-B069-49F6BFDE60AD}"/>
              </a:ext>
            </a:extLst>
          </p:cNvPr>
          <p:cNvSpPr>
            <a:spLocks noGrp="1"/>
          </p:cNvSpPr>
          <p:nvPr>
            <p:ph idx="1"/>
          </p:nvPr>
        </p:nvSpPr>
        <p:spPr/>
        <p:txBody>
          <a:bodyPr>
            <a:normAutofit/>
          </a:bodyPr>
          <a:lstStyle/>
          <a:p>
            <a:pPr marL="0" indent="0" algn="ctr">
              <a:buNone/>
            </a:pPr>
            <a:r>
              <a:rPr lang="" sz="4800" b="1" dirty="0">
                <a:solidFill>
                  <a:srgbClr val="00B0F0"/>
                </a:solidFill>
              </a:rPr>
              <a:t>Curiosity</a:t>
            </a:r>
            <a:endParaRPr lang="he-IL" sz="4800" b="1" dirty="0">
              <a:solidFill>
                <a:srgbClr val="00B0F0"/>
              </a:solidFill>
            </a:endParaRPr>
          </a:p>
          <a:p>
            <a:pPr marL="0" indent="0" algn="ctr">
              <a:buNone/>
            </a:pPr>
            <a:r>
              <a:rPr lang="" sz="4800" b="1" dirty="0">
                <a:solidFill>
                  <a:srgbClr val="00B0F0"/>
                </a:solidFill>
              </a:rPr>
              <a:t>Determination</a:t>
            </a:r>
            <a:endParaRPr lang="he-IL" sz="4800" b="1" dirty="0">
              <a:solidFill>
                <a:srgbClr val="00B0F0"/>
              </a:solidFill>
            </a:endParaRPr>
          </a:p>
          <a:p>
            <a:pPr marL="0" indent="0" algn="ctr">
              <a:buNone/>
            </a:pPr>
            <a:r>
              <a:rPr lang="" sz="4800" b="1" dirty="0">
                <a:solidFill>
                  <a:srgbClr val="00B0F0"/>
                </a:solidFill>
              </a:rPr>
              <a:t>Humility</a:t>
            </a:r>
            <a:endParaRPr lang="LID4096" sz="4800" b="1" dirty="0">
              <a:solidFill>
                <a:srgbClr val="00B0F0"/>
              </a:solidFill>
            </a:endParaRPr>
          </a:p>
        </p:txBody>
      </p:sp>
    </p:spTree>
    <p:extLst>
      <p:ext uri="{BB962C8B-B14F-4D97-AF65-F5344CB8AC3E}">
        <p14:creationId xmlns:p14="http://schemas.microsoft.com/office/powerpoint/2010/main" val="1768823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_BasicWhite">
  <a:themeElements>
    <a:clrScheme name="Custom 1">
      <a:dk1>
        <a:srgbClr val="FFFFFF"/>
      </a:dk1>
      <a:lt1>
        <a:srgbClr val="000000"/>
      </a:lt1>
      <a:dk2>
        <a:srgbClr val="525252"/>
      </a:dk2>
      <a:lt2>
        <a:srgbClr val="004A86"/>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0F1D9D-EA1F-4A5D-8ACD-E9E5F4364FEC}"/>
</file>

<file path=customXml/itemProps2.xml><?xml version="1.0" encoding="utf-8"?>
<ds:datastoreItem xmlns:ds="http://schemas.openxmlformats.org/officeDocument/2006/customXml" ds:itemID="{0AC61A31-411A-427F-AA16-DD2E1B66F66A}"/>
</file>

<file path=customXml/itemProps3.xml><?xml version="1.0" encoding="utf-8"?>
<ds:datastoreItem xmlns:ds="http://schemas.openxmlformats.org/officeDocument/2006/customXml" ds:itemID="{79B9A76F-1ACB-416F-80FE-7F56A94DA592}"/>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73</TotalTime>
  <Words>607</Words>
  <Application>Microsoft Office PowerPoint</Application>
  <PresentationFormat>Widescreen</PresentationFormat>
  <Paragraphs>50</Paragraphs>
  <Slides>13</Slides>
  <Notes>4</Notes>
  <HiddenSlides>0</HiddenSlides>
  <MMClips>2</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13</vt:i4>
      </vt:variant>
    </vt:vector>
  </HeadingPairs>
  <TitlesOfParts>
    <vt:vector size="27" baseType="lpstr">
      <vt:lpstr>Aptos</vt:lpstr>
      <vt:lpstr>Aptos Display</vt:lpstr>
      <vt:lpstr>Arial</vt:lpstr>
      <vt:lpstr>Calibri</vt:lpstr>
      <vt:lpstr>Calibri Light</vt:lpstr>
      <vt:lpstr>Helvetica</vt:lpstr>
      <vt:lpstr>Helvetica Neue Medium</vt:lpstr>
      <vt:lpstr>Intel Clear</vt:lpstr>
      <vt:lpstr>IntelOne Display Regular</vt:lpstr>
      <vt:lpstr>Wingdings</vt:lpstr>
      <vt:lpstr>Office Theme</vt:lpstr>
      <vt:lpstr>1_Office Theme</vt:lpstr>
      <vt:lpstr>2_Office Theme</vt:lpstr>
      <vt:lpstr>24_BasicWhite</vt:lpstr>
      <vt:lpstr>Training by experience</vt:lpstr>
      <vt:lpstr>Haifa</vt:lpstr>
      <vt:lpstr>JER</vt:lpstr>
      <vt:lpstr>PTK</vt:lpstr>
      <vt:lpstr>Why? </vt:lpstr>
      <vt:lpstr>Deep Racer</vt:lpstr>
      <vt:lpstr>PowerPoint Presentation</vt:lpstr>
      <vt:lpstr>PowerPoint Presentation</vt:lpstr>
      <vt:lpstr>Education – Breaking paradigms.</vt:lpstr>
      <vt:lpstr>Engineering upskilling – Breaking paradigms</vt:lpstr>
      <vt:lpstr>PowerPoint Presentation</vt:lpstr>
      <vt:lpstr>CrashTech</vt:lpstr>
      <vt:lpstr>Learning by experience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Salmon, Avi</dc:creator>
  <cp:lastModifiedBy>Salmon, Avi</cp:lastModifiedBy>
  <cp:revision>1</cp:revision>
  <dcterms:created xsi:type="dcterms:W3CDTF">2026-07-20T16:53:02Z</dcterms:created>
  <dcterms:modified xsi:type="dcterms:W3CDTF">2026-07-21T06:46:13Z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0x0101004DBCC0738EEC624F9D360D04B21611FC</vt:lpwstr>
  </property>
</Properties>
</file>