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81" r:id="rId2"/>
  </p:sldMasterIdLst>
  <p:notesMasterIdLst>
    <p:notesMasterId r:id="rId29"/>
  </p:notesMasterIdLst>
  <p:sldIdLst>
    <p:sldId id="331" r:id="rId3"/>
    <p:sldId id="336" r:id="rId4"/>
    <p:sldId id="334" r:id="rId5"/>
    <p:sldId id="332" r:id="rId6"/>
    <p:sldId id="365" r:id="rId7"/>
    <p:sldId id="373" r:id="rId8"/>
    <p:sldId id="342" r:id="rId9"/>
    <p:sldId id="368" r:id="rId10"/>
    <p:sldId id="309" r:id="rId11"/>
    <p:sldId id="369" r:id="rId12"/>
    <p:sldId id="370" r:id="rId13"/>
    <p:sldId id="371" r:id="rId14"/>
    <p:sldId id="372" r:id="rId15"/>
    <p:sldId id="374" r:id="rId16"/>
    <p:sldId id="379" r:id="rId17"/>
    <p:sldId id="376" r:id="rId18"/>
    <p:sldId id="377" r:id="rId19"/>
    <p:sldId id="378" r:id="rId20"/>
    <p:sldId id="380" r:id="rId21"/>
    <p:sldId id="381" r:id="rId22"/>
    <p:sldId id="375" r:id="rId23"/>
    <p:sldId id="383" r:id="rId24"/>
    <p:sldId id="384" r:id="rId25"/>
    <p:sldId id="385" r:id="rId26"/>
    <p:sldId id="382" r:id="rId27"/>
    <p:sldId id="268"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Slides" id="{A2E59BFB-C479-4F8C-AF79-2952C79E1E2A}">
          <p14:sldIdLst>
            <p14:sldId id="331"/>
          </p14:sldIdLst>
        </p14:section>
        <p14:section name="Section Dividers" id="{C5B0B83B-9377-45AA-9761-B7BD5EAE3ADC}">
          <p14:sldIdLst>
            <p14:sldId id="336"/>
            <p14:sldId id="334"/>
            <p14:sldId id="332"/>
            <p14:sldId id="365"/>
            <p14:sldId id="373"/>
            <p14:sldId id="342"/>
            <p14:sldId id="368"/>
            <p14:sldId id="309"/>
            <p14:sldId id="369"/>
            <p14:sldId id="370"/>
            <p14:sldId id="371"/>
            <p14:sldId id="372"/>
            <p14:sldId id="374"/>
            <p14:sldId id="379"/>
            <p14:sldId id="376"/>
            <p14:sldId id="377"/>
            <p14:sldId id="378"/>
            <p14:sldId id="380"/>
            <p14:sldId id="381"/>
            <p14:sldId id="375"/>
            <p14:sldId id="383"/>
            <p14:sldId id="384"/>
            <p14:sldId id="385"/>
            <p14:sldId id="382"/>
            <p14:sldId id="268"/>
          </p14:sldIdLst>
        </p14:section>
        <p14:section name="Title and Content slides" id="{0D588563-7FD3-4CD6-87E6-0F79DE6BDF3A}">
          <p14:sldIdLst/>
        </p14:section>
        <p14:section name="Image and Content Slides" id="{01377C16-8858-4584-9325-1CEA31A62ED2}">
          <p14:sldIdLst/>
        </p14:section>
        <p14:section name="Table Slides" id="{92CF7FB0-C135-462F-A4CA-0B7B71DA6BA8}">
          <p14:sldIdLst/>
        </p14:section>
        <p14:section name="Title and Content slides with backgrounds" id="{EE7CAE91-C2B9-47EF-A2EE-90421F7B7BC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5F2F5"/>
    <a:srgbClr val="F9ECF5"/>
    <a:srgbClr val="373636"/>
    <a:srgbClr val="C74298"/>
    <a:srgbClr val="EAF4F2"/>
    <a:srgbClr val="373634"/>
    <a:srgbClr val="373635"/>
    <a:srgbClr val="58BCA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E78F4AE-C03A-A949-B04F-9AEF0466D97A}" v="52" dt="2026-06-09T11:31:51.24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096" autoAdjust="0"/>
    <p:restoredTop sz="74965" autoAdjust="0"/>
  </p:normalViewPr>
  <p:slideViewPr>
    <p:cSldViewPr snapToGrid="0">
      <p:cViewPr varScale="1">
        <p:scale>
          <a:sx n="92" d="100"/>
          <a:sy n="92" d="100"/>
        </p:scale>
        <p:origin x="936" y="192"/>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microsoft.com/office/2016/11/relationships/changesInfo" Target="changesInfos/changesInfo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bleStyles" Target="tableStyles.xml"/><Relationship Id="rId38" Type="http://schemas.openxmlformats.org/officeDocument/2006/relationships/customXml" Target="../customXml/item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heme" Target="theme/theme1.xml"/><Relationship Id="rId37" Type="http://schemas.openxmlformats.org/officeDocument/2006/relationships/customXml" Target="../customXml/item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customXml" Target="../customXml/item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6.xml"/><Relationship Id="rId3"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ussell Tytler" userId="5db573d8-b1e2-4362-9188-d39940cb946c" providerId="ADAL" clId="{915921FB-FDEE-5EAF-ACCD-80FCBFA8F8E7}"/>
    <pc:docChg chg="undo custSel mod addSld delSld modSld sldOrd modSection">
      <pc:chgData name="Russell Tytler" userId="5db573d8-b1e2-4362-9188-d39940cb946c" providerId="ADAL" clId="{915921FB-FDEE-5EAF-ACCD-80FCBFA8F8E7}" dt="2026-06-09T11:32:04.141" v="4701" actId="20577"/>
      <pc:docMkLst>
        <pc:docMk/>
      </pc:docMkLst>
      <pc:sldChg chg="del">
        <pc:chgData name="Russell Tytler" userId="5db573d8-b1e2-4362-9188-d39940cb946c" providerId="ADAL" clId="{915921FB-FDEE-5EAF-ACCD-80FCBFA8F8E7}" dt="2026-06-09T11:31:13.220" v="4663" actId="2696"/>
        <pc:sldMkLst>
          <pc:docMk/>
          <pc:sldMk cId="955940737" sldId="265"/>
        </pc:sldMkLst>
      </pc:sldChg>
      <pc:sldChg chg="modSp mod">
        <pc:chgData name="Russell Tytler" userId="5db573d8-b1e2-4362-9188-d39940cb946c" providerId="ADAL" clId="{915921FB-FDEE-5EAF-ACCD-80FCBFA8F8E7}" dt="2026-06-09T11:25:26.052" v="4496" actId="20577"/>
        <pc:sldMkLst>
          <pc:docMk/>
          <pc:sldMk cId="1184633005" sldId="268"/>
        </pc:sldMkLst>
        <pc:spChg chg="mod">
          <ac:chgData name="Russell Tytler" userId="5db573d8-b1e2-4362-9188-d39940cb946c" providerId="ADAL" clId="{915921FB-FDEE-5EAF-ACCD-80FCBFA8F8E7}" dt="2026-06-09T11:25:26.052" v="4496" actId="20577"/>
          <ac:spMkLst>
            <pc:docMk/>
            <pc:sldMk cId="1184633005" sldId="268"/>
            <ac:spMk id="15" creationId="{A1D80CFB-E925-4313-9382-6418B3B61728}"/>
          </ac:spMkLst>
        </pc:spChg>
      </pc:sldChg>
      <pc:sldChg chg="del">
        <pc:chgData name="Russell Tytler" userId="5db573d8-b1e2-4362-9188-d39940cb946c" providerId="ADAL" clId="{915921FB-FDEE-5EAF-ACCD-80FCBFA8F8E7}" dt="2026-06-09T11:31:13.227" v="4670" actId="2696"/>
        <pc:sldMkLst>
          <pc:docMk/>
          <pc:sldMk cId="2804265714" sldId="271"/>
        </pc:sldMkLst>
      </pc:sldChg>
      <pc:sldChg chg="del">
        <pc:chgData name="Russell Tytler" userId="5db573d8-b1e2-4362-9188-d39940cb946c" providerId="ADAL" clId="{915921FB-FDEE-5EAF-ACCD-80FCBFA8F8E7}" dt="2026-06-09T11:31:13.237" v="4676" actId="2696"/>
        <pc:sldMkLst>
          <pc:docMk/>
          <pc:sldMk cId="2489273582" sldId="275"/>
        </pc:sldMkLst>
      </pc:sldChg>
      <pc:sldChg chg="del">
        <pc:chgData name="Russell Tytler" userId="5db573d8-b1e2-4362-9188-d39940cb946c" providerId="ADAL" clId="{915921FB-FDEE-5EAF-ACCD-80FCBFA8F8E7}" dt="2026-06-09T11:31:13.219" v="4662" actId="2696"/>
        <pc:sldMkLst>
          <pc:docMk/>
          <pc:sldMk cId="3118139396" sldId="281"/>
        </pc:sldMkLst>
      </pc:sldChg>
      <pc:sldChg chg="del">
        <pc:chgData name="Russell Tytler" userId="5db573d8-b1e2-4362-9188-d39940cb946c" providerId="ADAL" clId="{915921FB-FDEE-5EAF-ACCD-80FCBFA8F8E7}" dt="2026-06-09T11:31:13.256" v="4678" actId="2696"/>
        <pc:sldMkLst>
          <pc:docMk/>
          <pc:sldMk cId="2142382395" sldId="282"/>
        </pc:sldMkLst>
      </pc:sldChg>
      <pc:sldChg chg="del">
        <pc:chgData name="Russell Tytler" userId="5db573d8-b1e2-4362-9188-d39940cb946c" providerId="ADAL" clId="{915921FB-FDEE-5EAF-ACCD-80FCBFA8F8E7}" dt="2026-06-09T11:31:13.223" v="4665" actId="2696"/>
        <pc:sldMkLst>
          <pc:docMk/>
          <pc:sldMk cId="2066744419" sldId="283"/>
        </pc:sldMkLst>
      </pc:sldChg>
      <pc:sldChg chg="del">
        <pc:chgData name="Russell Tytler" userId="5db573d8-b1e2-4362-9188-d39940cb946c" providerId="ADAL" clId="{915921FB-FDEE-5EAF-ACCD-80FCBFA8F8E7}" dt="2026-06-09T11:31:13.228" v="4671" actId="2696"/>
        <pc:sldMkLst>
          <pc:docMk/>
          <pc:sldMk cId="3836974877" sldId="285"/>
        </pc:sldMkLst>
      </pc:sldChg>
      <pc:sldChg chg="del">
        <pc:chgData name="Russell Tytler" userId="5db573d8-b1e2-4362-9188-d39940cb946c" providerId="ADAL" clId="{915921FB-FDEE-5EAF-ACCD-80FCBFA8F8E7}" dt="2026-06-09T11:31:13.236" v="4675" actId="2696"/>
        <pc:sldMkLst>
          <pc:docMk/>
          <pc:sldMk cId="1599252354" sldId="286"/>
        </pc:sldMkLst>
      </pc:sldChg>
      <pc:sldChg chg="del">
        <pc:chgData name="Russell Tytler" userId="5db573d8-b1e2-4362-9188-d39940cb946c" providerId="ADAL" clId="{915921FB-FDEE-5EAF-ACCD-80FCBFA8F8E7}" dt="2026-06-09T11:31:13.210" v="4659" actId="2696"/>
        <pc:sldMkLst>
          <pc:docMk/>
          <pc:sldMk cId="2218568752" sldId="302"/>
        </pc:sldMkLst>
      </pc:sldChg>
      <pc:sldChg chg="addSp modSp add mod">
        <pc:chgData name="Russell Tytler" userId="5db573d8-b1e2-4362-9188-d39940cb946c" providerId="ADAL" clId="{915921FB-FDEE-5EAF-ACCD-80FCBFA8F8E7}" dt="2026-06-09T08:41:30.389" v="2410" actId="948"/>
        <pc:sldMkLst>
          <pc:docMk/>
          <pc:sldMk cId="524081919" sldId="309"/>
        </pc:sldMkLst>
        <pc:spChg chg="add mod">
          <ac:chgData name="Russell Tytler" userId="5db573d8-b1e2-4362-9188-d39940cb946c" providerId="ADAL" clId="{915921FB-FDEE-5EAF-ACCD-80FCBFA8F8E7}" dt="2026-06-09T08:37:03.236" v="2273" actId="207"/>
          <ac:spMkLst>
            <pc:docMk/>
            <pc:sldMk cId="524081919" sldId="309"/>
            <ac:spMk id="5" creationId="{E939B925-9BB9-9648-5979-888D0C27828B}"/>
          </ac:spMkLst>
        </pc:spChg>
        <pc:spChg chg="mod">
          <ac:chgData name="Russell Tytler" userId="5db573d8-b1e2-4362-9188-d39940cb946c" providerId="ADAL" clId="{915921FB-FDEE-5EAF-ACCD-80FCBFA8F8E7}" dt="2026-06-09T08:38:43.506" v="2296" actId="207"/>
          <ac:spMkLst>
            <pc:docMk/>
            <pc:sldMk cId="524081919" sldId="309"/>
            <ac:spMk id="11" creationId="{554ECB98-9D54-9446-8896-767FAC392C73}"/>
          </ac:spMkLst>
        </pc:spChg>
        <pc:spChg chg="mod">
          <ac:chgData name="Russell Tytler" userId="5db573d8-b1e2-4362-9188-d39940cb946c" providerId="ADAL" clId="{915921FB-FDEE-5EAF-ACCD-80FCBFA8F8E7}" dt="2026-06-09T08:41:30.389" v="2410" actId="948"/>
          <ac:spMkLst>
            <pc:docMk/>
            <pc:sldMk cId="524081919" sldId="309"/>
            <ac:spMk id="16" creationId="{1E9D0232-8872-0740-9D29-55744B4B28B9}"/>
          </ac:spMkLst>
        </pc:spChg>
      </pc:sldChg>
      <pc:sldChg chg="modSp del mod">
        <pc:chgData name="Russell Tytler" userId="5db573d8-b1e2-4362-9188-d39940cb946c" providerId="ADAL" clId="{915921FB-FDEE-5EAF-ACCD-80FCBFA8F8E7}" dt="2026-06-09T11:26:35.824" v="4597" actId="2696"/>
        <pc:sldMkLst>
          <pc:docMk/>
          <pc:sldMk cId="2079468340" sldId="315"/>
        </pc:sldMkLst>
      </pc:sldChg>
      <pc:sldChg chg="del">
        <pc:chgData name="Russell Tytler" userId="5db573d8-b1e2-4362-9188-d39940cb946c" providerId="ADAL" clId="{915921FB-FDEE-5EAF-ACCD-80FCBFA8F8E7}" dt="2026-06-09T11:25:35.682" v="4497" actId="2696"/>
        <pc:sldMkLst>
          <pc:docMk/>
          <pc:sldMk cId="3657292659" sldId="316"/>
        </pc:sldMkLst>
      </pc:sldChg>
      <pc:sldChg chg="del">
        <pc:chgData name="Russell Tytler" userId="5db573d8-b1e2-4362-9188-d39940cb946c" providerId="ADAL" clId="{915921FB-FDEE-5EAF-ACCD-80FCBFA8F8E7}" dt="2026-06-09T11:31:13.203" v="4656" actId="2696"/>
        <pc:sldMkLst>
          <pc:docMk/>
          <pc:sldMk cId="2088735241" sldId="317"/>
        </pc:sldMkLst>
      </pc:sldChg>
      <pc:sldChg chg="del">
        <pc:chgData name="Russell Tytler" userId="5db573d8-b1e2-4362-9188-d39940cb946c" providerId="ADAL" clId="{915921FB-FDEE-5EAF-ACCD-80FCBFA8F8E7}" dt="2026-06-09T11:31:13.234" v="4673" actId="2696"/>
        <pc:sldMkLst>
          <pc:docMk/>
          <pc:sldMk cId="4164290628" sldId="318"/>
        </pc:sldMkLst>
      </pc:sldChg>
      <pc:sldChg chg="del">
        <pc:chgData name="Russell Tytler" userId="5db573d8-b1e2-4362-9188-d39940cb946c" providerId="ADAL" clId="{915921FB-FDEE-5EAF-ACCD-80FCBFA8F8E7}" dt="2026-06-09T11:31:13.251" v="4677" actId="2696"/>
        <pc:sldMkLst>
          <pc:docMk/>
          <pc:sldMk cId="65580153" sldId="319"/>
        </pc:sldMkLst>
      </pc:sldChg>
      <pc:sldChg chg="del">
        <pc:chgData name="Russell Tytler" userId="5db573d8-b1e2-4362-9188-d39940cb946c" providerId="ADAL" clId="{915921FB-FDEE-5EAF-ACCD-80FCBFA8F8E7}" dt="2026-06-09T11:31:13.209" v="4658" actId="2696"/>
        <pc:sldMkLst>
          <pc:docMk/>
          <pc:sldMk cId="4143388737" sldId="320"/>
        </pc:sldMkLst>
      </pc:sldChg>
      <pc:sldChg chg="del">
        <pc:chgData name="Russell Tytler" userId="5db573d8-b1e2-4362-9188-d39940cb946c" providerId="ADAL" clId="{915921FB-FDEE-5EAF-ACCD-80FCBFA8F8E7}" dt="2026-06-09T11:31:13.225" v="4668" actId="2696"/>
        <pc:sldMkLst>
          <pc:docMk/>
          <pc:sldMk cId="1984464492" sldId="321"/>
        </pc:sldMkLst>
      </pc:sldChg>
      <pc:sldChg chg="del">
        <pc:chgData name="Russell Tytler" userId="5db573d8-b1e2-4362-9188-d39940cb946c" providerId="ADAL" clId="{915921FB-FDEE-5EAF-ACCD-80FCBFA8F8E7}" dt="2026-06-09T11:31:13.226" v="4669" actId="2696"/>
        <pc:sldMkLst>
          <pc:docMk/>
          <pc:sldMk cId="2495289803" sldId="322"/>
        </pc:sldMkLst>
      </pc:sldChg>
      <pc:sldChg chg="del">
        <pc:chgData name="Russell Tytler" userId="5db573d8-b1e2-4362-9188-d39940cb946c" providerId="ADAL" clId="{915921FB-FDEE-5EAF-ACCD-80FCBFA8F8E7}" dt="2026-06-09T11:31:13.224" v="4666" actId="2696"/>
        <pc:sldMkLst>
          <pc:docMk/>
          <pc:sldMk cId="2233403877" sldId="323"/>
        </pc:sldMkLst>
      </pc:sldChg>
      <pc:sldChg chg="del">
        <pc:chgData name="Russell Tytler" userId="5db573d8-b1e2-4362-9188-d39940cb946c" providerId="ADAL" clId="{915921FB-FDEE-5EAF-ACCD-80FCBFA8F8E7}" dt="2026-06-09T11:31:13.221" v="4664" actId="2696"/>
        <pc:sldMkLst>
          <pc:docMk/>
          <pc:sldMk cId="3490874762" sldId="324"/>
        </pc:sldMkLst>
      </pc:sldChg>
      <pc:sldChg chg="del">
        <pc:chgData name="Russell Tytler" userId="5db573d8-b1e2-4362-9188-d39940cb946c" providerId="ADAL" clId="{915921FB-FDEE-5EAF-ACCD-80FCBFA8F8E7}" dt="2026-06-09T11:31:13.217" v="4661" actId="2696"/>
        <pc:sldMkLst>
          <pc:docMk/>
          <pc:sldMk cId="2128972550" sldId="325"/>
        </pc:sldMkLst>
      </pc:sldChg>
      <pc:sldChg chg="del">
        <pc:chgData name="Russell Tytler" userId="5db573d8-b1e2-4362-9188-d39940cb946c" providerId="ADAL" clId="{915921FB-FDEE-5EAF-ACCD-80FCBFA8F8E7}" dt="2026-06-09T11:31:13.214" v="4660" actId="2696"/>
        <pc:sldMkLst>
          <pc:docMk/>
          <pc:sldMk cId="3129765458" sldId="326"/>
        </pc:sldMkLst>
      </pc:sldChg>
      <pc:sldChg chg="del">
        <pc:chgData name="Russell Tytler" userId="5db573d8-b1e2-4362-9188-d39940cb946c" providerId="ADAL" clId="{915921FB-FDEE-5EAF-ACCD-80FCBFA8F8E7}" dt="2026-06-09T11:31:13.229" v="4672" actId="2696"/>
        <pc:sldMkLst>
          <pc:docMk/>
          <pc:sldMk cId="1314155497" sldId="327"/>
        </pc:sldMkLst>
      </pc:sldChg>
      <pc:sldChg chg="del">
        <pc:chgData name="Russell Tytler" userId="5db573d8-b1e2-4362-9188-d39940cb946c" providerId="ADAL" clId="{915921FB-FDEE-5EAF-ACCD-80FCBFA8F8E7}" dt="2026-06-09T11:31:13.225" v="4667" actId="2696"/>
        <pc:sldMkLst>
          <pc:docMk/>
          <pc:sldMk cId="3538582080" sldId="328"/>
        </pc:sldMkLst>
      </pc:sldChg>
      <pc:sldChg chg="del">
        <pc:chgData name="Russell Tytler" userId="5db573d8-b1e2-4362-9188-d39940cb946c" providerId="ADAL" clId="{915921FB-FDEE-5EAF-ACCD-80FCBFA8F8E7}" dt="2026-06-09T11:31:13.206" v="4657" actId="2696"/>
        <pc:sldMkLst>
          <pc:docMk/>
          <pc:sldMk cId="3603380319" sldId="329"/>
        </pc:sldMkLst>
      </pc:sldChg>
      <pc:sldChg chg="del">
        <pc:chgData name="Russell Tytler" userId="5db573d8-b1e2-4362-9188-d39940cb946c" providerId="ADAL" clId="{915921FB-FDEE-5EAF-ACCD-80FCBFA8F8E7}" dt="2026-06-09T11:31:13.235" v="4674" actId="2696"/>
        <pc:sldMkLst>
          <pc:docMk/>
          <pc:sldMk cId="1446795191" sldId="330"/>
        </pc:sldMkLst>
      </pc:sldChg>
      <pc:sldChg chg="modSp mod">
        <pc:chgData name="Russell Tytler" userId="5db573d8-b1e2-4362-9188-d39940cb946c" providerId="ADAL" clId="{915921FB-FDEE-5EAF-ACCD-80FCBFA8F8E7}" dt="2026-06-09T11:26:28.535" v="4596" actId="20577"/>
        <pc:sldMkLst>
          <pc:docMk/>
          <pc:sldMk cId="1538843847" sldId="331"/>
        </pc:sldMkLst>
        <pc:spChg chg="mod">
          <ac:chgData name="Russell Tytler" userId="5db573d8-b1e2-4362-9188-d39940cb946c" providerId="ADAL" clId="{915921FB-FDEE-5EAF-ACCD-80FCBFA8F8E7}" dt="2026-06-04T22:15:56.784" v="39" actId="20577"/>
          <ac:spMkLst>
            <pc:docMk/>
            <pc:sldMk cId="1538843847" sldId="331"/>
            <ac:spMk id="6" creationId="{CFFA1BAF-0148-4509-A5AC-56C34D62B92B}"/>
          </ac:spMkLst>
        </pc:spChg>
        <pc:spChg chg="mod">
          <ac:chgData name="Russell Tytler" userId="5db573d8-b1e2-4362-9188-d39940cb946c" providerId="ADAL" clId="{915921FB-FDEE-5EAF-ACCD-80FCBFA8F8E7}" dt="2026-06-09T11:26:28.535" v="4596" actId="20577"/>
          <ac:spMkLst>
            <pc:docMk/>
            <pc:sldMk cId="1538843847" sldId="331"/>
            <ac:spMk id="7" creationId="{79171F5E-BEF8-402D-A884-1BB1B6838097}"/>
          </ac:spMkLst>
        </pc:spChg>
      </pc:sldChg>
      <pc:sldChg chg="modSp add mod">
        <pc:chgData name="Russell Tytler" userId="5db573d8-b1e2-4362-9188-d39940cb946c" providerId="ADAL" clId="{915921FB-FDEE-5EAF-ACCD-80FCBFA8F8E7}" dt="2026-06-09T11:32:04.141" v="4701" actId="20577"/>
        <pc:sldMkLst>
          <pc:docMk/>
          <pc:sldMk cId="3260738147" sldId="332"/>
        </pc:sldMkLst>
        <pc:spChg chg="mod">
          <ac:chgData name="Russell Tytler" userId="5db573d8-b1e2-4362-9188-d39940cb946c" providerId="ADAL" clId="{915921FB-FDEE-5EAF-ACCD-80FCBFA8F8E7}" dt="2026-06-09T11:32:04.141" v="4701" actId="20577"/>
          <ac:spMkLst>
            <pc:docMk/>
            <pc:sldMk cId="3260738147" sldId="332"/>
            <ac:spMk id="2" creationId="{BE308FA8-422D-BCD8-2553-C96880C8EB29}"/>
          </ac:spMkLst>
        </pc:spChg>
      </pc:sldChg>
      <pc:sldChg chg="modSp del mod ord">
        <pc:chgData name="Russell Tytler" userId="5db573d8-b1e2-4362-9188-d39940cb946c" providerId="ADAL" clId="{915921FB-FDEE-5EAF-ACCD-80FCBFA8F8E7}" dt="2026-06-09T11:31:47.526" v="4679" actId="2696"/>
        <pc:sldMkLst>
          <pc:docMk/>
          <pc:sldMk cId="4062804841" sldId="332"/>
        </pc:sldMkLst>
        <pc:spChg chg="mod">
          <ac:chgData name="Russell Tytler" userId="5db573d8-b1e2-4362-9188-d39940cb946c" providerId="ADAL" clId="{915921FB-FDEE-5EAF-ACCD-80FCBFA8F8E7}" dt="2026-06-09T07:59:30.312" v="1146" actId="20577"/>
          <ac:spMkLst>
            <pc:docMk/>
            <pc:sldMk cId="4062804841" sldId="332"/>
            <ac:spMk id="2" creationId="{BE308FA8-422D-BCD8-2553-C96880C8EB29}"/>
          </ac:spMkLst>
        </pc:spChg>
      </pc:sldChg>
      <pc:sldChg chg="del">
        <pc:chgData name="Russell Tytler" userId="5db573d8-b1e2-4362-9188-d39940cb946c" providerId="ADAL" clId="{915921FB-FDEE-5EAF-ACCD-80FCBFA8F8E7}" dt="2026-06-09T11:25:20.309" v="4483" actId="2696"/>
        <pc:sldMkLst>
          <pc:docMk/>
          <pc:sldMk cId="2467391616" sldId="333"/>
        </pc:sldMkLst>
      </pc:sldChg>
      <pc:sldChg chg="modSp add mod">
        <pc:chgData name="Russell Tytler" userId="5db573d8-b1e2-4362-9188-d39940cb946c" providerId="ADAL" clId="{915921FB-FDEE-5EAF-ACCD-80FCBFA8F8E7}" dt="2026-06-09T08:20:05.425" v="2187" actId="948"/>
        <pc:sldMkLst>
          <pc:docMk/>
          <pc:sldMk cId="3531996506" sldId="334"/>
        </pc:sldMkLst>
        <pc:spChg chg="mod">
          <ac:chgData name="Russell Tytler" userId="5db573d8-b1e2-4362-9188-d39940cb946c" providerId="ADAL" clId="{915921FB-FDEE-5EAF-ACCD-80FCBFA8F8E7}" dt="2026-06-09T08:06:57.760" v="1298" actId="20577"/>
          <ac:spMkLst>
            <pc:docMk/>
            <pc:sldMk cId="3531996506" sldId="334"/>
            <ac:spMk id="6" creationId="{DBC5C059-3C85-CD72-B032-92EC8D11D027}"/>
          </ac:spMkLst>
        </pc:spChg>
        <pc:spChg chg="mod">
          <ac:chgData name="Russell Tytler" userId="5db573d8-b1e2-4362-9188-d39940cb946c" providerId="ADAL" clId="{915921FB-FDEE-5EAF-ACCD-80FCBFA8F8E7}" dt="2026-06-09T08:20:05.425" v="2187" actId="948"/>
          <ac:spMkLst>
            <pc:docMk/>
            <pc:sldMk cId="3531996506" sldId="334"/>
            <ac:spMk id="7" creationId="{62D55271-1BDA-A410-F039-3AC8B93AE789}"/>
          </ac:spMkLst>
        </pc:spChg>
      </pc:sldChg>
      <pc:sldChg chg="add del">
        <pc:chgData name="Russell Tytler" userId="5db573d8-b1e2-4362-9188-d39940cb946c" providerId="ADAL" clId="{915921FB-FDEE-5EAF-ACCD-80FCBFA8F8E7}" dt="2026-06-09T11:25:19.610" v="4482" actId="2696"/>
        <pc:sldMkLst>
          <pc:docMk/>
          <pc:sldMk cId="210750371" sldId="335"/>
        </pc:sldMkLst>
      </pc:sldChg>
      <pc:sldChg chg="addSp delSp modSp new mod ord">
        <pc:chgData name="Russell Tytler" userId="5db573d8-b1e2-4362-9188-d39940cb946c" providerId="ADAL" clId="{915921FB-FDEE-5EAF-ACCD-80FCBFA8F8E7}" dt="2026-06-09T08:06:49.674" v="1286" actId="20578"/>
        <pc:sldMkLst>
          <pc:docMk/>
          <pc:sldMk cId="451092551" sldId="336"/>
        </pc:sldMkLst>
        <pc:spChg chg="mod">
          <ac:chgData name="Russell Tytler" userId="5db573d8-b1e2-4362-9188-d39940cb946c" providerId="ADAL" clId="{915921FB-FDEE-5EAF-ACCD-80FCBFA8F8E7}" dt="2026-06-09T08:00:45.520" v="1194" actId="20577"/>
          <ac:spMkLst>
            <pc:docMk/>
            <pc:sldMk cId="451092551" sldId="336"/>
            <ac:spMk id="2" creationId="{D0177F5B-066F-B6DD-3B50-54776745AD97}"/>
          </ac:spMkLst>
        </pc:spChg>
        <pc:spChg chg="del">
          <ac:chgData name="Russell Tytler" userId="5db573d8-b1e2-4362-9188-d39940cb946c" providerId="ADAL" clId="{915921FB-FDEE-5EAF-ACCD-80FCBFA8F8E7}" dt="2026-06-09T08:01:05.591" v="1195"/>
          <ac:spMkLst>
            <pc:docMk/>
            <pc:sldMk cId="451092551" sldId="336"/>
            <ac:spMk id="3" creationId="{F44021AE-8DBE-0673-06F9-F286612AB0FD}"/>
          </ac:spMkLst>
        </pc:spChg>
        <pc:spChg chg="add mod">
          <ac:chgData name="Russell Tytler" userId="5db573d8-b1e2-4362-9188-d39940cb946c" providerId="ADAL" clId="{915921FB-FDEE-5EAF-ACCD-80FCBFA8F8E7}" dt="2026-06-09T08:06:38.234" v="1285" actId="14100"/>
          <ac:spMkLst>
            <pc:docMk/>
            <pc:sldMk cId="451092551" sldId="336"/>
            <ac:spMk id="6" creationId="{446DB669-B740-E18B-DCED-F2071E1B95F5}"/>
          </ac:spMkLst>
        </pc:spChg>
      </pc:sldChg>
      <pc:sldChg chg="add del">
        <pc:chgData name="Russell Tytler" userId="5db573d8-b1e2-4362-9188-d39940cb946c" providerId="ADAL" clId="{915921FB-FDEE-5EAF-ACCD-80FCBFA8F8E7}" dt="2026-06-09T11:28:27.506" v="4641" actId="2696"/>
        <pc:sldMkLst>
          <pc:docMk/>
          <pc:sldMk cId="3126152781" sldId="337"/>
        </pc:sldMkLst>
      </pc:sldChg>
      <pc:sldChg chg="addSp delSp modSp add mod">
        <pc:chgData name="Russell Tytler" userId="5db573d8-b1e2-4362-9188-d39940cb946c" providerId="ADAL" clId="{915921FB-FDEE-5EAF-ACCD-80FCBFA8F8E7}" dt="2026-06-09T11:27:21.497" v="4599" actId="21"/>
        <pc:sldMkLst>
          <pc:docMk/>
          <pc:sldMk cId="154008691" sldId="342"/>
        </pc:sldMkLst>
        <pc:spChg chg="add del mod">
          <ac:chgData name="Russell Tytler" userId="5db573d8-b1e2-4362-9188-d39940cb946c" providerId="ADAL" clId="{915921FB-FDEE-5EAF-ACCD-80FCBFA8F8E7}" dt="2026-06-09T11:27:21.497" v="4599" actId="21"/>
          <ac:spMkLst>
            <pc:docMk/>
            <pc:sldMk cId="154008691" sldId="342"/>
            <ac:spMk id="8" creationId="{365B3C41-DB52-D7A7-B2A2-F054909AB856}"/>
          </ac:spMkLst>
        </pc:spChg>
      </pc:sldChg>
      <pc:sldChg chg="addSp delSp modSp add mod">
        <pc:chgData name="Russell Tytler" userId="5db573d8-b1e2-4362-9188-d39940cb946c" providerId="ADAL" clId="{915921FB-FDEE-5EAF-ACCD-80FCBFA8F8E7}" dt="2026-06-09T08:31:23.759" v="2223" actId="20577"/>
        <pc:sldMkLst>
          <pc:docMk/>
          <pc:sldMk cId="2860241176" sldId="365"/>
        </pc:sldMkLst>
        <pc:spChg chg="mod">
          <ac:chgData name="Russell Tytler" userId="5db573d8-b1e2-4362-9188-d39940cb946c" providerId="ADAL" clId="{915921FB-FDEE-5EAF-ACCD-80FCBFA8F8E7}" dt="2026-06-09T08:31:23.759" v="2223" actId="20577"/>
          <ac:spMkLst>
            <pc:docMk/>
            <pc:sldMk cId="2860241176" sldId="365"/>
            <ac:spMk id="2" creationId="{6F45719F-3F2D-5500-CB88-D1CA8D61B395}"/>
          </ac:spMkLst>
        </pc:spChg>
        <pc:spChg chg="mod">
          <ac:chgData name="Russell Tytler" userId="5db573d8-b1e2-4362-9188-d39940cb946c" providerId="ADAL" clId="{915921FB-FDEE-5EAF-ACCD-80FCBFA8F8E7}" dt="2026-06-09T08:28:55.691" v="2198" actId="1076"/>
          <ac:spMkLst>
            <pc:docMk/>
            <pc:sldMk cId="2860241176" sldId="365"/>
            <ac:spMk id="3" creationId="{670E5219-4221-6381-2E69-DA885BD69227}"/>
          </ac:spMkLst>
        </pc:spChg>
        <pc:grpChg chg="add del mod">
          <ac:chgData name="Russell Tytler" userId="5db573d8-b1e2-4362-9188-d39940cb946c" providerId="ADAL" clId="{915921FB-FDEE-5EAF-ACCD-80FCBFA8F8E7}" dt="2026-06-09T08:30:37.074" v="2205" actId="478"/>
          <ac:grpSpMkLst>
            <pc:docMk/>
            <pc:sldMk cId="2860241176" sldId="365"/>
            <ac:grpSpMk id="4" creationId="{08CFFFA0-3C7C-AF88-89A8-FEEFB3291DE5}"/>
          </ac:grpSpMkLst>
        </pc:grpChg>
        <pc:picChg chg="mod topLvl modCrop">
          <ac:chgData name="Russell Tytler" userId="5db573d8-b1e2-4362-9188-d39940cb946c" providerId="ADAL" clId="{915921FB-FDEE-5EAF-ACCD-80FCBFA8F8E7}" dt="2026-06-09T08:30:42.772" v="2206" actId="1076"/>
          <ac:picMkLst>
            <pc:docMk/>
            <pc:sldMk cId="2860241176" sldId="365"/>
            <ac:picMk id="5" creationId="{8D3002C4-0E92-FE7B-9EE6-DE950AB96159}"/>
          </ac:picMkLst>
        </pc:picChg>
        <pc:inkChg chg="del mod topLvl">
          <ac:chgData name="Russell Tytler" userId="5db573d8-b1e2-4362-9188-d39940cb946c" providerId="ADAL" clId="{915921FB-FDEE-5EAF-ACCD-80FCBFA8F8E7}" dt="2026-06-09T08:30:37.074" v="2205" actId="478"/>
          <ac:inkMkLst>
            <pc:docMk/>
            <pc:sldMk cId="2860241176" sldId="365"/>
            <ac:inkMk id="6" creationId="{39734607-5989-D87D-C7A0-695BDD00CD2B}"/>
          </ac:inkMkLst>
        </pc:inkChg>
      </pc:sldChg>
      <pc:sldChg chg="modSp new del mod">
        <pc:chgData name="Russell Tytler" userId="5db573d8-b1e2-4362-9188-d39940cb946c" providerId="ADAL" clId="{915921FB-FDEE-5EAF-ACCD-80FCBFA8F8E7}" dt="2026-06-09T11:25:16.770" v="4481" actId="2696"/>
        <pc:sldMkLst>
          <pc:docMk/>
          <pc:sldMk cId="1287776452" sldId="366"/>
        </pc:sldMkLst>
        <pc:spChg chg="mod">
          <ac:chgData name="Russell Tytler" userId="5db573d8-b1e2-4362-9188-d39940cb946c" providerId="ADAL" clId="{915921FB-FDEE-5EAF-ACCD-80FCBFA8F8E7}" dt="2026-06-09T10:54:53.715" v="3808" actId="20577"/>
          <ac:spMkLst>
            <pc:docMk/>
            <pc:sldMk cId="1287776452" sldId="366"/>
            <ac:spMk id="2" creationId="{71D2AC11-BA2C-0FDA-80F0-12E79E71A922}"/>
          </ac:spMkLst>
        </pc:spChg>
        <pc:spChg chg="mod">
          <ac:chgData name="Russell Tytler" userId="5db573d8-b1e2-4362-9188-d39940cb946c" providerId="ADAL" clId="{915921FB-FDEE-5EAF-ACCD-80FCBFA8F8E7}" dt="2026-06-09T10:57:43.263" v="4104" actId="20577"/>
          <ac:spMkLst>
            <pc:docMk/>
            <pc:sldMk cId="1287776452" sldId="366"/>
            <ac:spMk id="3" creationId="{78867B0E-CAFD-8FB1-1E6F-B140AB21310B}"/>
          </ac:spMkLst>
        </pc:spChg>
      </pc:sldChg>
      <pc:sldChg chg="modSp new del mod">
        <pc:chgData name="Russell Tytler" userId="5db573d8-b1e2-4362-9188-d39940cb946c" providerId="ADAL" clId="{915921FB-FDEE-5EAF-ACCD-80FCBFA8F8E7}" dt="2026-06-09T08:41:07.690" v="2409" actId="2696"/>
        <pc:sldMkLst>
          <pc:docMk/>
          <pc:sldMk cId="885460235" sldId="367"/>
        </pc:sldMkLst>
        <pc:spChg chg="mod">
          <ac:chgData name="Russell Tytler" userId="5db573d8-b1e2-4362-9188-d39940cb946c" providerId="ADAL" clId="{915921FB-FDEE-5EAF-ACCD-80FCBFA8F8E7}" dt="2026-06-09T08:38:13.244" v="2295" actId="20577"/>
          <ac:spMkLst>
            <pc:docMk/>
            <pc:sldMk cId="885460235" sldId="367"/>
            <ac:spMk id="2" creationId="{B9B35D1E-FC7C-3068-4DD7-EAEEA54A7235}"/>
          </ac:spMkLst>
        </pc:spChg>
        <pc:spChg chg="mod">
          <ac:chgData name="Russell Tytler" userId="5db573d8-b1e2-4362-9188-d39940cb946c" providerId="ADAL" clId="{915921FB-FDEE-5EAF-ACCD-80FCBFA8F8E7}" dt="2026-06-09T08:39:55.607" v="2377" actId="20577"/>
          <ac:spMkLst>
            <pc:docMk/>
            <pc:sldMk cId="885460235" sldId="367"/>
            <ac:spMk id="3" creationId="{8E87CCBB-2710-820B-1136-89040E3315B5}"/>
          </ac:spMkLst>
        </pc:spChg>
      </pc:sldChg>
      <pc:sldChg chg="new del">
        <pc:chgData name="Russell Tytler" userId="5db573d8-b1e2-4362-9188-d39940cb946c" providerId="ADAL" clId="{915921FB-FDEE-5EAF-ACCD-80FCBFA8F8E7}" dt="2026-06-09T08:37:59.345" v="2277" actId="680"/>
        <pc:sldMkLst>
          <pc:docMk/>
          <pc:sldMk cId="3466243315" sldId="367"/>
        </pc:sldMkLst>
      </pc:sldChg>
      <pc:sldChg chg="modSp add mod">
        <pc:chgData name="Russell Tytler" userId="5db573d8-b1e2-4362-9188-d39940cb946c" providerId="ADAL" clId="{915921FB-FDEE-5EAF-ACCD-80FCBFA8F8E7}" dt="2026-06-09T08:48:57.713" v="2911" actId="20577"/>
        <pc:sldMkLst>
          <pc:docMk/>
          <pc:sldMk cId="2364843599" sldId="368"/>
        </pc:sldMkLst>
        <pc:spChg chg="mod">
          <ac:chgData name="Russell Tytler" userId="5db573d8-b1e2-4362-9188-d39940cb946c" providerId="ADAL" clId="{915921FB-FDEE-5EAF-ACCD-80FCBFA8F8E7}" dt="2026-06-09T08:48:57.713" v="2911" actId="20577"/>
          <ac:spMkLst>
            <pc:docMk/>
            <pc:sldMk cId="2364843599" sldId="368"/>
            <ac:spMk id="2" creationId="{394ED93C-62A5-12C1-9556-4AF6E4F43ED2}"/>
          </ac:spMkLst>
        </pc:spChg>
      </pc:sldChg>
      <pc:sldChg chg="add">
        <pc:chgData name="Russell Tytler" userId="5db573d8-b1e2-4362-9188-d39940cb946c" providerId="ADAL" clId="{915921FB-FDEE-5EAF-ACCD-80FCBFA8F8E7}" dt="2026-06-09T08:41:46.177" v="2411"/>
        <pc:sldMkLst>
          <pc:docMk/>
          <pc:sldMk cId="118330820" sldId="369"/>
        </pc:sldMkLst>
      </pc:sldChg>
      <pc:sldChg chg="add">
        <pc:chgData name="Russell Tytler" userId="5db573d8-b1e2-4362-9188-d39940cb946c" providerId="ADAL" clId="{915921FB-FDEE-5EAF-ACCD-80FCBFA8F8E7}" dt="2026-06-09T08:42:08.721" v="2412"/>
        <pc:sldMkLst>
          <pc:docMk/>
          <pc:sldMk cId="1470055352" sldId="370"/>
        </pc:sldMkLst>
      </pc:sldChg>
      <pc:sldChg chg="add">
        <pc:chgData name="Russell Tytler" userId="5db573d8-b1e2-4362-9188-d39940cb946c" providerId="ADAL" clId="{915921FB-FDEE-5EAF-ACCD-80FCBFA8F8E7}" dt="2026-06-09T08:42:28.475" v="2413"/>
        <pc:sldMkLst>
          <pc:docMk/>
          <pc:sldMk cId="1127420802" sldId="371"/>
        </pc:sldMkLst>
      </pc:sldChg>
      <pc:sldChg chg="add">
        <pc:chgData name="Russell Tytler" userId="5db573d8-b1e2-4362-9188-d39940cb946c" providerId="ADAL" clId="{915921FB-FDEE-5EAF-ACCD-80FCBFA8F8E7}" dt="2026-06-09T08:42:47.650" v="2414"/>
        <pc:sldMkLst>
          <pc:docMk/>
          <pc:sldMk cId="1434638855" sldId="372"/>
        </pc:sldMkLst>
      </pc:sldChg>
      <pc:sldChg chg="addSp modSp new mod ord">
        <pc:chgData name="Russell Tytler" userId="5db573d8-b1e2-4362-9188-d39940cb946c" providerId="ADAL" clId="{915921FB-FDEE-5EAF-ACCD-80FCBFA8F8E7}" dt="2026-06-09T11:27:56.340" v="4640" actId="113"/>
        <pc:sldMkLst>
          <pc:docMk/>
          <pc:sldMk cId="2946945487" sldId="373"/>
        </pc:sldMkLst>
        <pc:spChg chg="mod">
          <ac:chgData name="Russell Tytler" userId="5db573d8-b1e2-4362-9188-d39940cb946c" providerId="ADAL" clId="{915921FB-FDEE-5EAF-ACCD-80FCBFA8F8E7}" dt="2026-06-09T08:45:01.219" v="2503" actId="14100"/>
          <ac:spMkLst>
            <pc:docMk/>
            <pc:sldMk cId="2946945487" sldId="373"/>
            <ac:spMk id="2" creationId="{58D43E7C-0E95-87EB-FFD7-09AD7527156C}"/>
          </ac:spMkLst>
        </pc:spChg>
        <pc:spChg chg="mod">
          <ac:chgData name="Russell Tytler" userId="5db573d8-b1e2-4362-9188-d39940cb946c" providerId="ADAL" clId="{915921FB-FDEE-5EAF-ACCD-80FCBFA8F8E7}" dt="2026-06-09T11:27:56.340" v="4640" actId="113"/>
          <ac:spMkLst>
            <pc:docMk/>
            <pc:sldMk cId="2946945487" sldId="373"/>
            <ac:spMk id="3" creationId="{E77E8998-381E-65A2-368A-56F343FCD85F}"/>
          </ac:spMkLst>
        </pc:spChg>
        <pc:spChg chg="add mod">
          <ac:chgData name="Russell Tytler" userId="5db573d8-b1e2-4362-9188-d39940cb946c" providerId="ADAL" clId="{915921FB-FDEE-5EAF-ACCD-80FCBFA8F8E7}" dt="2026-06-09T11:27:51.840" v="4638" actId="1076"/>
          <ac:spMkLst>
            <pc:docMk/>
            <pc:sldMk cId="2946945487" sldId="373"/>
            <ac:spMk id="6" creationId="{793C9A12-0F01-E7D1-4D15-CB321B358605}"/>
          </ac:spMkLst>
        </pc:spChg>
      </pc:sldChg>
      <pc:sldChg chg="modSp add mod">
        <pc:chgData name="Russell Tytler" userId="5db573d8-b1e2-4362-9188-d39940cb946c" providerId="ADAL" clId="{915921FB-FDEE-5EAF-ACCD-80FCBFA8F8E7}" dt="2026-06-09T08:48:16.567" v="2882" actId="20577"/>
        <pc:sldMkLst>
          <pc:docMk/>
          <pc:sldMk cId="3675341538" sldId="374"/>
        </pc:sldMkLst>
        <pc:spChg chg="mod">
          <ac:chgData name="Russell Tytler" userId="5db573d8-b1e2-4362-9188-d39940cb946c" providerId="ADAL" clId="{915921FB-FDEE-5EAF-ACCD-80FCBFA8F8E7}" dt="2026-06-09T08:48:16.567" v="2882" actId="20577"/>
          <ac:spMkLst>
            <pc:docMk/>
            <pc:sldMk cId="3675341538" sldId="374"/>
            <ac:spMk id="2" creationId="{99238C81-77D4-53FF-0FAC-DF7AF128DAD5}"/>
          </ac:spMkLst>
        </pc:spChg>
      </pc:sldChg>
      <pc:sldChg chg="modSp new mod">
        <pc:chgData name="Russell Tytler" userId="5db573d8-b1e2-4362-9188-d39940cb946c" providerId="ADAL" clId="{915921FB-FDEE-5EAF-ACCD-80FCBFA8F8E7}" dt="2026-06-09T11:11:39.726" v="4338" actId="404"/>
        <pc:sldMkLst>
          <pc:docMk/>
          <pc:sldMk cId="757456026" sldId="375"/>
        </pc:sldMkLst>
        <pc:spChg chg="mod">
          <ac:chgData name="Russell Tytler" userId="5db573d8-b1e2-4362-9188-d39940cb946c" providerId="ADAL" clId="{915921FB-FDEE-5EAF-ACCD-80FCBFA8F8E7}" dt="2026-06-09T11:11:39.726" v="4338" actId="404"/>
          <ac:spMkLst>
            <pc:docMk/>
            <pc:sldMk cId="757456026" sldId="375"/>
            <ac:spMk id="2" creationId="{90E2001D-3FD9-C87D-80C7-997096509F5F}"/>
          </ac:spMkLst>
        </pc:spChg>
      </pc:sldChg>
      <pc:sldChg chg="addSp delSp modSp new mod modClrScheme chgLayout">
        <pc:chgData name="Russell Tytler" userId="5db573d8-b1e2-4362-9188-d39940cb946c" providerId="ADAL" clId="{915921FB-FDEE-5EAF-ACCD-80FCBFA8F8E7}" dt="2026-06-09T11:30:20.465" v="4654" actId="14100"/>
        <pc:sldMkLst>
          <pc:docMk/>
          <pc:sldMk cId="2990855073" sldId="376"/>
        </pc:sldMkLst>
        <pc:spChg chg="del mod ord">
          <ac:chgData name="Russell Tytler" userId="5db573d8-b1e2-4362-9188-d39940cb946c" providerId="ADAL" clId="{915921FB-FDEE-5EAF-ACCD-80FCBFA8F8E7}" dt="2026-06-09T10:31:09.991" v="2914" actId="700"/>
          <ac:spMkLst>
            <pc:docMk/>
            <pc:sldMk cId="2990855073" sldId="376"/>
            <ac:spMk id="2" creationId="{3480D033-C985-C166-D642-954AA75F8185}"/>
          </ac:spMkLst>
        </pc:spChg>
        <pc:spChg chg="mod ord">
          <ac:chgData name="Russell Tytler" userId="5db573d8-b1e2-4362-9188-d39940cb946c" providerId="ADAL" clId="{915921FB-FDEE-5EAF-ACCD-80FCBFA8F8E7}" dt="2026-06-09T10:31:09.991" v="2914" actId="700"/>
          <ac:spMkLst>
            <pc:docMk/>
            <pc:sldMk cId="2990855073" sldId="376"/>
            <ac:spMk id="3" creationId="{B9193608-30F0-72A9-2ED0-C82E9A8C34E5}"/>
          </ac:spMkLst>
        </pc:spChg>
        <pc:spChg chg="add mod ord">
          <ac:chgData name="Russell Tytler" userId="5db573d8-b1e2-4362-9188-d39940cb946c" providerId="ADAL" clId="{915921FB-FDEE-5EAF-ACCD-80FCBFA8F8E7}" dt="2026-06-09T11:30:20.465" v="4654" actId="14100"/>
          <ac:spMkLst>
            <pc:docMk/>
            <pc:sldMk cId="2990855073" sldId="376"/>
            <ac:spMk id="4" creationId="{D5F9DBDB-8F5D-E0A2-F9F2-E7C5374E5E7E}"/>
          </ac:spMkLst>
        </pc:spChg>
        <pc:spChg chg="add mod ord">
          <ac:chgData name="Russell Tytler" userId="5db573d8-b1e2-4362-9188-d39940cb946c" providerId="ADAL" clId="{915921FB-FDEE-5EAF-ACCD-80FCBFA8F8E7}" dt="2026-06-09T11:30:13.537" v="4653" actId="12"/>
          <ac:spMkLst>
            <pc:docMk/>
            <pc:sldMk cId="2990855073" sldId="376"/>
            <ac:spMk id="5" creationId="{D46B87A2-7092-00D3-D0C5-170605E03321}"/>
          </ac:spMkLst>
        </pc:spChg>
      </pc:sldChg>
      <pc:sldChg chg="modSp new mod">
        <pc:chgData name="Russell Tytler" userId="5db573d8-b1e2-4362-9188-d39940cb946c" providerId="ADAL" clId="{915921FB-FDEE-5EAF-ACCD-80FCBFA8F8E7}" dt="2026-06-09T10:44:05.006" v="3526" actId="1076"/>
        <pc:sldMkLst>
          <pc:docMk/>
          <pc:sldMk cId="3852904999" sldId="377"/>
        </pc:sldMkLst>
        <pc:spChg chg="mod">
          <ac:chgData name="Russell Tytler" userId="5db573d8-b1e2-4362-9188-d39940cb946c" providerId="ADAL" clId="{915921FB-FDEE-5EAF-ACCD-80FCBFA8F8E7}" dt="2026-06-09T10:37:33.662" v="3379" actId="20577"/>
          <ac:spMkLst>
            <pc:docMk/>
            <pc:sldMk cId="3852904999" sldId="377"/>
            <ac:spMk id="2" creationId="{D1D5419B-709A-6FAA-DF63-C5ABECA79863}"/>
          </ac:spMkLst>
        </pc:spChg>
        <pc:spChg chg="mod">
          <ac:chgData name="Russell Tytler" userId="5db573d8-b1e2-4362-9188-d39940cb946c" providerId="ADAL" clId="{915921FB-FDEE-5EAF-ACCD-80FCBFA8F8E7}" dt="2026-06-09T10:44:05.006" v="3526" actId="1076"/>
          <ac:spMkLst>
            <pc:docMk/>
            <pc:sldMk cId="3852904999" sldId="377"/>
            <ac:spMk id="3" creationId="{CCE8F8F7-B49D-A5BA-E728-44AE4B7DDF82}"/>
          </ac:spMkLst>
        </pc:spChg>
      </pc:sldChg>
      <pc:sldChg chg="modSp new mod">
        <pc:chgData name="Russell Tytler" userId="5db573d8-b1e2-4362-9188-d39940cb946c" providerId="ADAL" clId="{915921FB-FDEE-5EAF-ACCD-80FCBFA8F8E7}" dt="2026-06-09T11:30:36.764" v="4655" actId="1076"/>
        <pc:sldMkLst>
          <pc:docMk/>
          <pc:sldMk cId="2015758916" sldId="378"/>
        </pc:sldMkLst>
        <pc:spChg chg="mod">
          <ac:chgData name="Russell Tytler" userId="5db573d8-b1e2-4362-9188-d39940cb946c" providerId="ADAL" clId="{915921FB-FDEE-5EAF-ACCD-80FCBFA8F8E7}" dt="2026-06-09T10:41:13.190" v="3475"/>
          <ac:spMkLst>
            <pc:docMk/>
            <pc:sldMk cId="2015758916" sldId="378"/>
            <ac:spMk id="2" creationId="{205ABF00-4375-0A00-D3B6-C6A8FCD490B7}"/>
          </ac:spMkLst>
        </pc:spChg>
        <pc:spChg chg="mod">
          <ac:chgData name="Russell Tytler" userId="5db573d8-b1e2-4362-9188-d39940cb946c" providerId="ADAL" clId="{915921FB-FDEE-5EAF-ACCD-80FCBFA8F8E7}" dt="2026-06-09T11:30:36.764" v="4655" actId="1076"/>
          <ac:spMkLst>
            <pc:docMk/>
            <pc:sldMk cId="2015758916" sldId="378"/>
            <ac:spMk id="3" creationId="{718396AC-4275-7BAF-6C40-8C79F2B4453A}"/>
          </ac:spMkLst>
        </pc:spChg>
      </pc:sldChg>
      <pc:sldChg chg="modSp new mod ord">
        <pc:chgData name="Russell Tytler" userId="5db573d8-b1e2-4362-9188-d39940cb946c" providerId="ADAL" clId="{915921FB-FDEE-5EAF-ACCD-80FCBFA8F8E7}" dt="2026-06-09T11:28:58.696" v="4643" actId="1076"/>
        <pc:sldMkLst>
          <pc:docMk/>
          <pc:sldMk cId="3567252793" sldId="379"/>
        </pc:sldMkLst>
        <pc:spChg chg="mod">
          <ac:chgData name="Russell Tytler" userId="5db573d8-b1e2-4362-9188-d39940cb946c" providerId="ADAL" clId="{915921FB-FDEE-5EAF-ACCD-80FCBFA8F8E7}" dt="2026-06-09T10:47:28.102" v="3613" actId="20577"/>
          <ac:spMkLst>
            <pc:docMk/>
            <pc:sldMk cId="3567252793" sldId="379"/>
            <ac:spMk id="2" creationId="{A71048C5-56C8-2888-6CE8-E1C02DF0970E}"/>
          </ac:spMkLst>
        </pc:spChg>
        <pc:spChg chg="mod">
          <ac:chgData name="Russell Tytler" userId="5db573d8-b1e2-4362-9188-d39940cb946c" providerId="ADAL" clId="{915921FB-FDEE-5EAF-ACCD-80FCBFA8F8E7}" dt="2026-06-09T11:28:58.696" v="4643" actId="1076"/>
          <ac:spMkLst>
            <pc:docMk/>
            <pc:sldMk cId="3567252793" sldId="379"/>
            <ac:spMk id="3" creationId="{526BCE12-9BE6-F350-C149-AC9E05232F72}"/>
          </ac:spMkLst>
        </pc:spChg>
      </pc:sldChg>
      <pc:sldChg chg="modSp new mod">
        <pc:chgData name="Russell Tytler" userId="5db573d8-b1e2-4362-9188-d39940cb946c" providerId="ADAL" clId="{915921FB-FDEE-5EAF-ACCD-80FCBFA8F8E7}" dt="2026-06-09T10:51:39.455" v="3722" actId="12"/>
        <pc:sldMkLst>
          <pc:docMk/>
          <pc:sldMk cId="1907330292" sldId="380"/>
        </pc:sldMkLst>
        <pc:spChg chg="mod">
          <ac:chgData name="Russell Tytler" userId="5db573d8-b1e2-4362-9188-d39940cb946c" providerId="ADAL" clId="{915921FB-FDEE-5EAF-ACCD-80FCBFA8F8E7}" dt="2026-06-09T10:49:51.461" v="3710" actId="20577"/>
          <ac:spMkLst>
            <pc:docMk/>
            <pc:sldMk cId="1907330292" sldId="380"/>
            <ac:spMk id="2" creationId="{BE7A84B8-2A71-1CBB-2F66-B455C6B82DB4}"/>
          </ac:spMkLst>
        </pc:spChg>
        <pc:spChg chg="mod">
          <ac:chgData name="Russell Tytler" userId="5db573d8-b1e2-4362-9188-d39940cb946c" providerId="ADAL" clId="{915921FB-FDEE-5EAF-ACCD-80FCBFA8F8E7}" dt="2026-06-09T10:51:39.455" v="3722" actId="12"/>
          <ac:spMkLst>
            <pc:docMk/>
            <pc:sldMk cId="1907330292" sldId="380"/>
            <ac:spMk id="3" creationId="{17DBCDEE-15C3-B883-E2A6-9D349AF4B2D5}"/>
          </ac:spMkLst>
        </pc:spChg>
      </pc:sldChg>
      <pc:sldChg chg="addSp delSp modSp new mod">
        <pc:chgData name="Russell Tytler" userId="5db573d8-b1e2-4362-9188-d39940cb946c" providerId="ADAL" clId="{915921FB-FDEE-5EAF-ACCD-80FCBFA8F8E7}" dt="2026-06-09T10:52:56.308" v="3748" actId="14100"/>
        <pc:sldMkLst>
          <pc:docMk/>
          <pc:sldMk cId="1544838428" sldId="381"/>
        </pc:sldMkLst>
        <pc:spChg chg="mod">
          <ac:chgData name="Russell Tytler" userId="5db573d8-b1e2-4362-9188-d39940cb946c" providerId="ADAL" clId="{915921FB-FDEE-5EAF-ACCD-80FCBFA8F8E7}" dt="2026-06-09T10:52:40.120" v="3746" actId="20577"/>
          <ac:spMkLst>
            <pc:docMk/>
            <pc:sldMk cId="1544838428" sldId="381"/>
            <ac:spMk id="2" creationId="{050EC9AA-C8A3-52F5-0DBE-6A42FEAF4891}"/>
          </ac:spMkLst>
        </pc:spChg>
        <pc:spChg chg="del">
          <ac:chgData name="Russell Tytler" userId="5db573d8-b1e2-4362-9188-d39940cb946c" providerId="ADAL" clId="{915921FB-FDEE-5EAF-ACCD-80FCBFA8F8E7}" dt="2026-06-09T10:52:43.139" v="3747"/>
          <ac:spMkLst>
            <pc:docMk/>
            <pc:sldMk cId="1544838428" sldId="381"/>
            <ac:spMk id="3" creationId="{8378FED2-87A4-37BB-953B-539206200CB0}"/>
          </ac:spMkLst>
        </pc:spChg>
        <pc:spChg chg="add mod">
          <ac:chgData name="Russell Tytler" userId="5db573d8-b1e2-4362-9188-d39940cb946c" providerId="ADAL" clId="{915921FB-FDEE-5EAF-ACCD-80FCBFA8F8E7}" dt="2026-06-09T10:52:56.308" v="3748" actId="14100"/>
          <ac:spMkLst>
            <pc:docMk/>
            <pc:sldMk cId="1544838428" sldId="381"/>
            <ac:spMk id="6" creationId="{1CB845BB-6D1D-AB2E-739A-1EDDEC352110}"/>
          </ac:spMkLst>
        </pc:spChg>
      </pc:sldChg>
      <pc:sldChg chg="addSp delSp modSp new del mod modClrScheme chgLayout">
        <pc:chgData name="Russell Tytler" userId="5db573d8-b1e2-4362-9188-d39940cb946c" providerId="ADAL" clId="{915921FB-FDEE-5EAF-ACCD-80FCBFA8F8E7}" dt="2026-06-09T11:21:18.126" v="4454" actId="2696"/>
        <pc:sldMkLst>
          <pc:docMk/>
          <pc:sldMk cId="3183396752" sldId="382"/>
        </pc:sldMkLst>
        <pc:spChg chg="del mod ord">
          <ac:chgData name="Russell Tytler" userId="5db573d8-b1e2-4362-9188-d39940cb946c" providerId="ADAL" clId="{915921FB-FDEE-5EAF-ACCD-80FCBFA8F8E7}" dt="2026-06-09T11:05:28.615" v="4145" actId="700"/>
          <ac:spMkLst>
            <pc:docMk/>
            <pc:sldMk cId="3183396752" sldId="382"/>
            <ac:spMk id="2" creationId="{A629744D-C1A8-81BF-89D8-482F7061FAFC}"/>
          </ac:spMkLst>
        </pc:spChg>
        <pc:spChg chg="mod ord">
          <ac:chgData name="Russell Tytler" userId="5db573d8-b1e2-4362-9188-d39940cb946c" providerId="ADAL" clId="{915921FB-FDEE-5EAF-ACCD-80FCBFA8F8E7}" dt="2026-06-09T11:05:28.615" v="4145" actId="700"/>
          <ac:spMkLst>
            <pc:docMk/>
            <pc:sldMk cId="3183396752" sldId="382"/>
            <ac:spMk id="3" creationId="{1502ED4E-935A-1895-2002-DD108E7A8349}"/>
          </ac:spMkLst>
        </pc:spChg>
        <pc:spChg chg="add mod ord">
          <ac:chgData name="Russell Tytler" userId="5db573d8-b1e2-4362-9188-d39940cb946c" providerId="ADAL" clId="{915921FB-FDEE-5EAF-ACCD-80FCBFA8F8E7}" dt="2026-06-09T11:07:03.414" v="4259" actId="14100"/>
          <ac:spMkLst>
            <pc:docMk/>
            <pc:sldMk cId="3183396752" sldId="382"/>
            <ac:spMk id="4" creationId="{22EB7EF3-6AD4-5A07-3723-F9887F3BD852}"/>
          </ac:spMkLst>
        </pc:spChg>
        <pc:spChg chg="add mod ord">
          <ac:chgData name="Russell Tytler" userId="5db573d8-b1e2-4362-9188-d39940cb946c" providerId="ADAL" clId="{915921FB-FDEE-5EAF-ACCD-80FCBFA8F8E7}" dt="2026-06-09T11:20:53.508" v="4453" actId="20577"/>
          <ac:spMkLst>
            <pc:docMk/>
            <pc:sldMk cId="3183396752" sldId="382"/>
            <ac:spMk id="5" creationId="{96765E0A-B5F5-C1BD-A838-145EAEDAA42F}"/>
          </ac:spMkLst>
        </pc:spChg>
      </pc:sldChg>
      <pc:sldChg chg="add">
        <pc:chgData name="Russell Tytler" userId="5db573d8-b1e2-4362-9188-d39940cb946c" providerId="ADAL" clId="{915921FB-FDEE-5EAF-ACCD-80FCBFA8F8E7}" dt="2026-06-09T11:21:21.675" v="4455"/>
        <pc:sldMkLst>
          <pc:docMk/>
          <pc:sldMk cId="4158251946" sldId="382"/>
        </pc:sldMkLst>
      </pc:sldChg>
      <pc:sldChg chg="addSp delSp modSp new mod">
        <pc:chgData name="Russell Tytler" userId="5db573d8-b1e2-4362-9188-d39940cb946c" providerId="ADAL" clId="{915921FB-FDEE-5EAF-ACCD-80FCBFA8F8E7}" dt="2026-06-09T11:25:10.226" v="4480" actId="1076"/>
        <pc:sldMkLst>
          <pc:docMk/>
          <pc:sldMk cId="1558289910" sldId="383"/>
        </pc:sldMkLst>
        <pc:spChg chg="mod">
          <ac:chgData name="Russell Tytler" userId="5db573d8-b1e2-4362-9188-d39940cb946c" providerId="ADAL" clId="{915921FB-FDEE-5EAF-ACCD-80FCBFA8F8E7}" dt="2026-06-09T11:08:11.128" v="4327" actId="14100"/>
          <ac:spMkLst>
            <pc:docMk/>
            <pc:sldMk cId="1558289910" sldId="383"/>
            <ac:spMk id="2" creationId="{89409E3A-040F-E15A-AC0C-9EEC66066875}"/>
          </ac:spMkLst>
        </pc:spChg>
        <pc:spChg chg="del">
          <ac:chgData name="Russell Tytler" userId="5db573d8-b1e2-4362-9188-d39940cb946c" providerId="ADAL" clId="{915921FB-FDEE-5EAF-ACCD-80FCBFA8F8E7}" dt="2026-06-09T11:08:39.887" v="4328"/>
          <ac:spMkLst>
            <pc:docMk/>
            <pc:sldMk cId="1558289910" sldId="383"/>
            <ac:spMk id="3" creationId="{8E291290-05E2-A8D1-9422-239318DA7339}"/>
          </ac:spMkLst>
        </pc:spChg>
        <pc:spChg chg="add del mod">
          <ac:chgData name="Russell Tytler" userId="5db573d8-b1e2-4362-9188-d39940cb946c" providerId="ADAL" clId="{915921FB-FDEE-5EAF-ACCD-80FCBFA8F8E7}" dt="2026-06-09T11:12:11.710" v="4340"/>
          <ac:spMkLst>
            <pc:docMk/>
            <pc:sldMk cId="1558289910" sldId="383"/>
            <ac:spMk id="6" creationId="{8E1FD206-A857-5409-5707-ABB161ECFDC3}"/>
          </ac:spMkLst>
        </pc:spChg>
        <pc:spChg chg="add">
          <ac:chgData name="Russell Tytler" userId="5db573d8-b1e2-4362-9188-d39940cb946c" providerId="ADAL" clId="{915921FB-FDEE-5EAF-ACCD-80FCBFA8F8E7}" dt="2026-06-09T11:08:45.800" v="4329"/>
          <ac:spMkLst>
            <pc:docMk/>
            <pc:sldMk cId="1558289910" sldId="383"/>
            <ac:spMk id="7" creationId="{C95EAC18-81BB-27FC-AAE6-9108B36B8D85}"/>
          </ac:spMkLst>
        </pc:spChg>
        <pc:spChg chg="add mod">
          <ac:chgData name="Russell Tytler" userId="5db573d8-b1e2-4362-9188-d39940cb946c" providerId="ADAL" clId="{915921FB-FDEE-5EAF-ACCD-80FCBFA8F8E7}" dt="2026-06-09T11:09:06.191" v="4330"/>
          <ac:spMkLst>
            <pc:docMk/>
            <pc:sldMk cId="1558289910" sldId="383"/>
            <ac:spMk id="8" creationId="{FB3E0F47-BA05-2896-3FCF-EECABF0DB7FB}"/>
          </ac:spMkLst>
        </pc:spChg>
        <pc:picChg chg="add mod ord">
          <ac:chgData name="Russell Tytler" userId="5db573d8-b1e2-4362-9188-d39940cb946c" providerId="ADAL" clId="{915921FB-FDEE-5EAF-ACCD-80FCBFA8F8E7}" dt="2026-06-09T11:23:18.010" v="4469" actId="14100"/>
          <ac:picMkLst>
            <pc:docMk/>
            <pc:sldMk cId="1558289910" sldId="383"/>
            <ac:picMk id="10" creationId="{58623E09-AD3E-2235-AC05-4E6D5747117D}"/>
          </ac:picMkLst>
        </pc:picChg>
        <pc:picChg chg="add mod">
          <ac:chgData name="Russell Tytler" userId="5db573d8-b1e2-4362-9188-d39940cb946c" providerId="ADAL" clId="{915921FB-FDEE-5EAF-ACCD-80FCBFA8F8E7}" dt="2026-06-09T11:25:10.226" v="4480" actId="1076"/>
          <ac:picMkLst>
            <pc:docMk/>
            <pc:sldMk cId="1558289910" sldId="383"/>
            <ac:picMk id="12" creationId="{500199FB-F1CE-1B52-DFDB-31A67786CA1D}"/>
          </ac:picMkLst>
        </pc:picChg>
        <pc:picChg chg="add del mod">
          <ac:chgData name="Russell Tytler" userId="5db573d8-b1e2-4362-9188-d39940cb946c" providerId="ADAL" clId="{915921FB-FDEE-5EAF-ACCD-80FCBFA8F8E7}" dt="2026-06-09T11:24:44.491" v="4472" actId="21"/>
          <ac:picMkLst>
            <pc:docMk/>
            <pc:sldMk cId="1558289910" sldId="383"/>
            <ac:picMk id="14" creationId="{561D0FAC-2373-B14B-E369-9DEBF265A4F2}"/>
          </ac:picMkLst>
        </pc:picChg>
        <pc:picChg chg="add mod">
          <ac:chgData name="Russell Tytler" userId="5db573d8-b1e2-4362-9188-d39940cb946c" providerId="ADAL" clId="{915921FB-FDEE-5EAF-ACCD-80FCBFA8F8E7}" dt="2026-06-09T11:25:07.275" v="4479" actId="14100"/>
          <ac:picMkLst>
            <pc:docMk/>
            <pc:sldMk cId="1558289910" sldId="383"/>
            <ac:picMk id="15" creationId="{76628C90-927D-2AB7-DA3C-DF8F5E79E1EA}"/>
          </ac:picMkLst>
        </pc:picChg>
      </pc:sldChg>
      <pc:sldChg chg="addSp delSp modSp new mod">
        <pc:chgData name="Russell Tytler" userId="5db573d8-b1e2-4362-9188-d39940cb946c" providerId="ADAL" clId="{915921FB-FDEE-5EAF-ACCD-80FCBFA8F8E7}" dt="2026-06-09T11:24:50.833" v="4474" actId="21"/>
        <pc:sldMkLst>
          <pc:docMk/>
          <pc:sldMk cId="60101627" sldId="384"/>
        </pc:sldMkLst>
        <pc:spChg chg="mod">
          <ac:chgData name="Russell Tytler" userId="5db573d8-b1e2-4362-9188-d39940cb946c" providerId="ADAL" clId="{915921FB-FDEE-5EAF-ACCD-80FCBFA8F8E7}" dt="2026-06-09T11:17:18.652" v="4398" actId="20577"/>
          <ac:spMkLst>
            <pc:docMk/>
            <pc:sldMk cId="60101627" sldId="384"/>
            <ac:spMk id="2" creationId="{03722118-69C7-BDE1-5C20-9B4A879A1094}"/>
          </ac:spMkLst>
        </pc:spChg>
        <pc:spChg chg="del">
          <ac:chgData name="Russell Tytler" userId="5db573d8-b1e2-4362-9188-d39940cb946c" providerId="ADAL" clId="{915921FB-FDEE-5EAF-ACCD-80FCBFA8F8E7}" dt="2026-06-09T11:16:11.798" v="4347"/>
          <ac:spMkLst>
            <pc:docMk/>
            <pc:sldMk cId="60101627" sldId="384"/>
            <ac:spMk id="3" creationId="{0B04A854-3260-7B1E-7C36-F52847D9E39A}"/>
          </ac:spMkLst>
        </pc:spChg>
        <pc:picChg chg="add mod ord">
          <ac:chgData name="Russell Tytler" userId="5db573d8-b1e2-4362-9188-d39940cb946c" providerId="ADAL" clId="{915921FB-FDEE-5EAF-ACCD-80FCBFA8F8E7}" dt="2026-06-09T11:16:40.310" v="4356" actId="1076"/>
          <ac:picMkLst>
            <pc:docMk/>
            <pc:sldMk cId="60101627" sldId="384"/>
            <ac:picMk id="7" creationId="{28EB1F6A-C85C-5A61-54DA-A35F1F7C5B5E}"/>
          </ac:picMkLst>
        </pc:picChg>
        <pc:picChg chg="add mod">
          <ac:chgData name="Russell Tytler" userId="5db573d8-b1e2-4362-9188-d39940cb946c" providerId="ADAL" clId="{915921FB-FDEE-5EAF-ACCD-80FCBFA8F8E7}" dt="2026-06-09T11:16:35.224" v="4355" actId="1076"/>
          <ac:picMkLst>
            <pc:docMk/>
            <pc:sldMk cId="60101627" sldId="384"/>
            <ac:picMk id="9" creationId="{9892A9C3-4F0B-3F1B-C0B9-10FBA170BEC3}"/>
          </ac:picMkLst>
        </pc:picChg>
        <pc:picChg chg="add del mod">
          <ac:chgData name="Russell Tytler" userId="5db573d8-b1e2-4362-9188-d39940cb946c" providerId="ADAL" clId="{915921FB-FDEE-5EAF-ACCD-80FCBFA8F8E7}" dt="2026-06-09T11:24:50.833" v="4474" actId="21"/>
          <ac:picMkLst>
            <pc:docMk/>
            <pc:sldMk cId="60101627" sldId="384"/>
            <ac:picMk id="11" creationId="{6073F3BC-B827-1D4C-FD54-252F786351F7}"/>
          </ac:picMkLst>
        </pc:picChg>
        <pc:picChg chg="add mod">
          <ac:chgData name="Russell Tytler" userId="5db573d8-b1e2-4362-9188-d39940cb946c" providerId="ADAL" clId="{915921FB-FDEE-5EAF-ACCD-80FCBFA8F8E7}" dt="2026-06-09T11:24:47.826" v="4473"/>
          <ac:picMkLst>
            <pc:docMk/>
            <pc:sldMk cId="60101627" sldId="384"/>
            <ac:picMk id="12" creationId="{97C54776-EC99-9A79-61F5-40A77EA3DD18}"/>
          </ac:picMkLst>
        </pc:picChg>
      </pc:sldChg>
      <pc:sldChg chg="addSp delSp modSp new mod">
        <pc:chgData name="Russell Tytler" userId="5db573d8-b1e2-4362-9188-d39940cb946c" providerId="ADAL" clId="{915921FB-FDEE-5EAF-ACCD-80FCBFA8F8E7}" dt="2026-06-09T11:22:51.680" v="4466" actId="1076"/>
        <pc:sldMkLst>
          <pc:docMk/>
          <pc:sldMk cId="807694819" sldId="385"/>
        </pc:sldMkLst>
        <pc:spChg chg="mod">
          <ac:chgData name="Russell Tytler" userId="5db573d8-b1e2-4362-9188-d39940cb946c" providerId="ADAL" clId="{915921FB-FDEE-5EAF-ACCD-80FCBFA8F8E7}" dt="2026-06-09T11:18:31.134" v="4452" actId="20577"/>
          <ac:spMkLst>
            <pc:docMk/>
            <pc:sldMk cId="807694819" sldId="385"/>
            <ac:spMk id="2" creationId="{EB30D3F0-57E3-EBC6-94E4-0FB7F3230D59}"/>
          </ac:spMkLst>
        </pc:spChg>
        <pc:spChg chg="del">
          <ac:chgData name="Russell Tytler" userId="5db573d8-b1e2-4362-9188-d39940cb946c" providerId="ADAL" clId="{915921FB-FDEE-5EAF-ACCD-80FCBFA8F8E7}" dt="2026-06-09T11:17:33.289" v="4401"/>
          <ac:spMkLst>
            <pc:docMk/>
            <pc:sldMk cId="807694819" sldId="385"/>
            <ac:spMk id="3" creationId="{6080DB9C-5B12-ECFE-0285-0D01A8B103C7}"/>
          </ac:spMkLst>
        </pc:spChg>
        <pc:picChg chg="add mod ord">
          <ac:chgData name="Russell Tytler" userId="5db573d8-b1e2-4362-9188-d39940cb946c" providerId="ADAL" clId="{915921FB-FDEE-5EAF-ACCD-80FCBFA8F8E7}" dt="2026-06-09T11:21:44.750" v="4457" actId="1076"/>
          <ac:picMkLst>
            <pc:docMk/>
            <pc:sldMk cId="807694819" sldId="385"/>
            <ac:picMk id="7" creationId="{3F71DACC-62FE-8116-333A-D669F9283715}"/>
          </ac:picMkLst>
        </pc:picChg>
        <pc:picChg chg="add mod">
          <ac:chgData name="Russell Tytler" userId="5db573d8-b1e2-4362-9188-d39940cb946c" providerId="ADAL" clId="{915921FB-FDEE-5EAF-ACCD-80FCBFA8F8E7}" dt="2026-06-09T11:21:51.186" v="4459" actId="1076"/>
          <ac:picMkLst>
            <pc:docMk/>
            <pc:sldMk cId="807694819" sldId="385"/>
            <ac:picMk id="9" creationId="{8B83C48A-FC0F-10AD-528B-5B85DF554288}"/>
          </ac:picMkLst>
        </pc:picChg>
        <pc:picChg chg="add mod">
          <ac:chgData name="Russell Tytler" userId="5db573d8-b1e2-4362-9188-d39940cb946c" providerId="ADAL" clId="{915921FB-FDEE-5EAF-ACCD-80FCBFA8F8E7}" dt="2026-06-09T11:21:47.785" v="4458" actId="1076"/>
          <ac:picMkLst>
            <pc:docMk/>
            <pc:sldMk cId="807694819" sldId="385"/>
            <ac:picMk id="11" creationId="{109EE407-6119-BACF-A026-7BBF07A687BF}"/>
          </ac:picMkLst>
        </pc:picChg>
        <pc:picChg chg="add del mod">
          <ac:chgData name="Russell Tytler" userId="5db573d8-b1e2-4362-9188-d39940cb946c" providerId="ADAL" clId="{915921FB-FDEE-5EAF-ACCD-80FCBFA8F8E7}" dt="2026-06-09T11:22:10.230" v="4462" actId="478"/>
          <ac:picMkLst>
            <pc:docMk/>
            <pc:sldMk cId="807694819" sldId="385"/>
            <ac:picMk id="13" creationId="{BE24DFC5-7B71-D20E-C3FE-0B6F3B8F7DE7}"/>
          </ac:picMkLst>
        </pc:picChg>
        <pc:picChg chg="add mod">
          <ac:chgData name="Russell Tytler" userId="5db573d8-b1e2-4362-9188-d39940cb946c" providerId="ADAL" clId="{915921FB-FDEE-5EAF-ACCD-80FCBFA8F8E7}" dt="2026-06-09T11:22:51.680" v="4466" actId="1076"/>
          <ac:picMkLst>
            <pc:docMk/>
            <pc:sldMk cId="807694819" sldId="385"/>
            <ac:picMk id="15" creationId="{794E7C6B-B4CD-4D92-E157-D2039A077911}"/>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BA2D941-AE15-4EE4-B46B-8EBB12E4C80D}" type="doc">
      <dgm:prSet loTypeId="urn:microsoft.com/office/officeart/2005/8/layout/default" loCatId="list" qsTypeId="urn:microsoft.com/office/officeart/2005/8/quickstyle/simple5" qsCatId="simple" csTypeId="urn:microsoft.com/office/officeart/2005/8/colors/accent1_2" csCatId="accent1" phldr="1"/>
      <dgm:spPr/>
      <dgm:t>
        <a:bodyPr/>
        <a:lstStyle/>
        <a:p>
          <a:endParaRPr lang="en-US"/>
        </a:p>
      </dgm:t>
    </dgm:pt>
    <dgm:pt modelId="{1D796FFD-3CAC-4EAB-A5D1-25F8D8221A50}">
      <dgm:prSet/>
      <dgm:spPr/>
      <dgm:t>
        <a:bodyPr/>
        <a:lstStyle/>
        <a:p>
          <a:r>
            <a:rPr lang="en-AU" dirty="0"/>
            <a:t>Phased instructional practice</a:t>
          </a:r>
          <a:endParaRPr lang="en-US" dirty="0"/>
        </a:p>
      </dgm:t>
    </dgm:pt>
    <dgm:pt modelId="{000E8C06-B854-42E1-910D-332CC80FF1BB}" type="parTrans" cxnId="{564A583D-9766-48D9-A27B-78DD5CD202E7}">
      <dgm:prSet/>
      <dgm:spPr/>
      <dgm:t>
        <a:bodyPr/>
        <a:lstStyle/>
        <a:p>
          <a:endParaRPr lang="en-US"/>
        </a:p>
      </dgm:t>
    </dgm:pt>
    <dgm:pt modelId="{57EBD377-0FE0-44F2-A627-8AD86DEFA55A}" type="sibTrans" cxnId="{564A583D-9766-48D9-A27B-78DD5CD202E7}">
      <dgm:prSet/>
      <dgm:spPr/>
      <dgm:t>
        <a:bodyPr/>
        <a:lstStyle/>
        <a:p>
          <a:endParaRPr lang="en-US"/>
        </a:p>
      </dgm:t>
    </dgm:pt>
    <dgm:pt modelId="{EE91BDF8-6BF9-4461-AF1D-85A00F1ECD05}">
      <dgm:prSet/>
      <dgm:spPr/>
      <dgm:t>
        <a:bodyPr/>
        <a:lstStyle/>
        <a:p>
          <a:r>
            <a:rPr lang="en-AU" dirty="0"/>
            <a:t>Adaptive and differentiated</a:t>
          </a:r>
          <a:endParaRPr lang="en-US" dirty="0"/>
        </a:p>
      </dgm:t>
    </dgm:pt>
    <dgm:pt modelId="{A7CDA329-388A-47C3-B729-B20F255E6D5E}" type="parTrans" cxnId="{32FDA93F-15D9-4FCB-9F3B-11AEF34EC75C}">
      <dgm:prSet/>
      <dgm:spPr/>
      <dgm:t>
        <a:bodyPr/>
        <a:lstStyle/>
        <a:p>
          <a:endParaRPr lang="en-US"/>
        </a:p>
      </dgm:t>
    </dgm:pt>
    <dgm:pt modelId="{7DE0EF00-37A2-4BDC-AA5B-332D196DA3BE}" type="sibTrans" cxnId="{32FDA93F-15D9-4FCB-9F3B-11AEF34EC75C}">
      <dgm:prSet/>
      <dgm:spPr/>
      <dgm:t>
        <a:bodyPr/>
        <a:lstStyle/>
        <a:p>
          <a:endParaRPr lang="en-US"/>
        </a:p>
      </dgm:t>
    </dgm:pt>
    <dgm:pt modelId="{5065A713-D721-4256-B71D-F171356B0686}">
      <dgm:prSet/>
      <dgm:spPr/>
      <dgm:t>
        <a:bodyPr/>
        <a:lstStyle/>
        <a:p>
          <a:r>
            <a:rPr lang="en-AU" dirty="0"/>
            <a:t>Interrupted students to ask questions</a:t>
          </a:r>
          <a:endParaRPr lang="en-US" dirty="0"/>
        </a:p>
      </dgm:t>
    </dgm:pt>
    <dgm:pt modelId="{B5637DD5-1105-457F-8AB6-F54D889CB3AF}" type="parTrans" cxnId="{5E0885D3-1083-4A48-B255-AE5BD9BC032F}">
      <dgm:prSet/>
      <dgm:spPr/>
      <dgm:t>
        <a:bodyPr/>
        <a:lstStyle/>
        <a:p>
          <a:endParaRPr lang="en-US"/>
        </a:p>
      </dgm:t>
    </dgm:pt>
    <dgm:pt modelId="{77465913-445D-457D-81B9-3B9534618817}" type="sibTrans" cxnId="{5E0885D3-1083-4A48-B255-AE5BD9BC032F}">
      <dgm:prSet/>
      <dgm:spPr/>
      <dgm:t>
        <a:bodyPr/>
        <a:lstStyle/>
        <a:p>
          <a:endParaRPr lang="en-US"/>
        </a:p>
      </dgm:t>
    </dgm:pt>
    <dgm:pt modelId="{F460FC9C-3327-46D6-92CA-5469140080A0}">
      <dgm:prSet/>
      <dgm:spPr/>
      <dgm:t>
        <a:bodyPr/>
        <a:lstStyle/>
        <a:p>
          <a:r>
            <a:rPr lang="en-US" dirty="0"/>
            <a:t>A</a:t>
          </a:r>
          <a:r>
            <a:rPr lang="en-US" baseline="0" dirty="0"/>
            <a:t> focus on metacognitive regulation</a:t>
          </a:r>
          <a:endParaRPr lang="en-US" dirty="0"/>
        </a:p>
      </dgm:t>
    </dgm:pt>
    <dgm:pt modelId="{1896A03B-3D13-40DA-AE34-1297BE66009B}" type="parTrans" cxnId="{62A0F0BB-7734-402D-A4ED-AE229ACFB7AD}">
      <dgm:prSet/>
      <dgm:spPr/>
      <dgm:t>
        <a:bodyPr/>
        <a:lstStyle/>
        <a:p>
          <a:endParaRPr lang="en-US"/>
        </a:p>
      </dgm:t>
    </dgm:pt>
    <dgm:pt modelId="{6FA106E0-27F8-4124-82D9-8407F4F4E543}" type="sibTrans" cxnId="{62A0F0BB-7734-402D-A4ED-AE229ACFB7AD}">
      <dgm:prSet/>
      <dgm:spPr/>
      <dgm:t>
        <a:bodyPr/>
        <a:lstStyle/>
        <a:p>
          <a:endParaRPr lang="en-US"/>
        </a:p>
      </dgm:t>
    </dgm:pt>
    <dgm:pt modelId="{9387C245-99F3-4996-B875-FC533F874B88}">
      <dgm:prSet/>
      <dgm:spPr/>
      <dgm:t>
        <a:bodyPr/>
        <a:lstStyle/>
        <a:p>
          <a:r>
            <a:rPr lang="en-US" dirty="0"/>
            <a:t>Explicit</a:t>
          </a:r>
          <a:r>
            <a:rPr lang="en-US" baseline="0" dirty="0"/>
            <a:t> instruction supports procedure</a:t>
          </a:r>
          <a:endParaRPr lang="en-US" dirty="0"/>
        </a:p>
      </dgm:t>
    </dgm:pt>
    <dgm:pt modelId="{FDF57A2E-6DCA-488F-81D5-AD0ABF2119F8}" type="sibTrans" cxnId="{D14C95F4-B910-4613-8A0C-90BAC1343667}">
      <dgm:prSet/>
      <dgm:spPr/>
      <dgm:t>
        <a:bodyPr/>
        <a:lstStyle/>
        <a:p>
          <a:endParaRPr lang="en-US"/>
        </a:p>
      </dgm:t>
    </dgm:pt>
    <dgm:pt modelId="{0B5230B7-242B-45D4-B1F2-5EADFEBF13D5}" type="parTrans" cxnId="{D14C95F4-B910-4613-8A0C-90BAC1343667}">
      <dgm:prSet/>
      <dgm:spPr/>
      <dgm:t>
        <a:bodyPr/>
        <a:lstStyle/>
        <a:p>
          <a:endParaRPr lang="en-US"/>
        </a:p>
      </dgm:t>
    </dgm:pt>
    <dgm:pt modelId="{67D8FD0C-214A-49E9-9F3D-5DDCD070CCDD}" type="pres">
      <dgm:prSet presAssocID="{DBA2D941-AE15-4EE4-B46B-8EBB12E4C80D}" presName="diagram" presStyleCnt="0">
        <dgm:presLayoutVars>
          <dgm:dir/>
          <dgm:resizeHandles val="exact"/>
        </dgm:presLayoutVars>
      </dgm:prSet>
      <dgm:spPr/>
    </dgm:pt>
    <dgm:pt modelId="{E5E00C91-17B5-4E19-9494-B260C789F7F6}" type="pres">
      <dgm:prSet presAssocID="{1D796FFD-3CAC-4EAB-A5D1-25F8D8221A50}" presName="node" presStyleLbl="node1" presStyleIdx="0" presStyleCnt="5">
        <dgm:presLayoutVars>
          <dgm:bulletEnabled val="1"/>
        </dgm:presLayoutVars>
      </dgm:prSet>
      <dgm:spPr/>
    </dgm:pt>
    <dgm:pt modelId="{856BEDBE-9357-4AAF-8AC1-45D7B3D893A2}" type="pres">
      <dgm:prSet presAssocID="{57EBD377-0FE0-44F2-A627-8AD86DEFA55A}" presName="sibTrans" presStyleCnt="0"/>
      <dgm:spPr/>
    </dgm:pt>
    <dgm:pt modelId="{442CC15D-66DC-4621-9415-D8611CE857D8}" type="pres">
      <dgm:prSet presAssocID="{EE91BDF8-6BF9-4461-AF1D-85A00F1ECD05}" presName="node" presStyleLbl="node1" presStyleIdx="1" presStyleCnt="5" custLinFactY="15727" custLinFactNeighborX="-48475" custLinFactNeighborY="100000">
        <dgm:presLayoutVars>
          <dgm:bulletEnabled val="1"/>
        </dgm:presLayoutVars>
      </dgm:prSet>
      <dgm:spPr/>
    </dgm:pt>
    <dgm:pt modelId="{5D149C15-715C-4C1B-B407-1D908714078A}" type="pres">
      <dgm:prSet presAssocID="{7DE0EF00-37A2-4BDC-AA5B-332D196DA3BE}" presName="sibTrans" presStyleCnt="0"/>
      <dgm:spPr/>
    </dgm:pt>
    <dgm:pt modelId="{0FC313D2-2829-46B6-B0B0-876FFA531304}" type="pres">
      <dgm:prSet presAssocID="{9387C245-99F3-4996-B875-FC533F874B88}" presName="node" presStyleLbl="node1" presStyleIdx="2" presStyleCnt="5" custLinFactY="16785" custLinFactNeighborX="11130" custLinFactNeighborY="100000">
        <dgm:presLayoutVars>
          <dgm:bulletEnabled val="1"/>
        </dgm:presLayoutVars>
      </dgm:prSet>
      <dgm:spPr/>
    </dgm:pt>
    <dgm:pt modelId="{5AA24272-22E5-4686-BCD3-F0B569670C76}" type="pres">
      <dgm:prSet presAssocID="{FDF57A2E-6DCA-488F-81D5-AD0ABF2119F8}" presName="sibTrans" presStyleCnt="0"/>
      <dgm:spPr/>
    </dgm:pt>
    <dgm:pt modelId="{0D9EF448-3B0C-4BA9-BBA7-5733C2FE25E3}" type="pres">
      <dgm:prSet presAssocID="{5065A713-D721-4256-B71D-F171356B0686}" presName="node" presStyleLbl="node1" presStyleIdx="3" presStyleCnt="5" custLinFactX="-85976" custLinFactNeighborX="-100000" custLinFactNeighborY="-118">
        <dgm:presLayoutVars>
          <dgm:bulletEnabled val="1"/>
        </dgm:presLayoutVars>
      </dgm:prSet>
      <dgm:spPr/>
    </dgm:pt>
    <dgm:pt modelId="{8899D81F-CFD2-4AC2-9438-0731073ADF04}" type="pres">
      <dgm:prSet presAssocID="{77465913-445D-457D-81B9-3B9534618817}" presName="sibTrans" presStyleCnt="0"/>
      <dgm:spPr/>
    </dgm:pt>
    <dgm:pt modelId="{D005116F-F9AD-4104-9150-33818D187E17}" type="pres">
      <dgm:prSet presAssocID="{F460FC9C-3327-46D6-92CA-5469140080A0}" presName="node" presStyleLbl="node1" presStyleIdx="4" presStyleCnt="5" custLinFactX="30766" custLinFactY="-16785" custLinFactNeighborX="100000" custLinFactNeighborY="-100000">
        <dgm:presLayoutVars>
          <dgm:bulletEnabled val="1"/>
        </dgm:presLayoutVars>
      </dgm:prSet>
      <dgm:spPr/>
    </dgm:pt>
  </dgm:ptLst>
  <dgm:cxnLst>
    <dgm:cxn modelId="{0C4D4517-EBE8-42A2-95BF-56FDBDC486F5}" type="presOf" srcId="{F460FC9C-3327-46D6-92CA-5469140080A0}" destId="{D005116F-F9AD-4104-9150-33818D187E17}" srcOrd="0" destOrd="0" presId="urn:microsoft.com/office/officeart/2005/8/layout/default"/>
    <dgm:cxn modelId="{EAFB2219-062B-4B25-B7C7-761AB6ED4D4A}" type="presOf" srcId="{1D796FFD-3CAC-4EAB-A5D1-25F8D8221A50}" destId="{E5E00C91-17B5-4E19-9494-B260C789F7F6}" srcOrd="0" destOrd="0" presId="urn:microsoft.com/office/officeart/2005/8/layout/default"/>
    <dgm:cxn modelId="{56E42A26-3FD9-4CE7-BBB9-AD2E6AB13ADF}" type="presOf" srcId="{9387C245-99F3-4996-B875-FC533F874B88}" destId="{0FC313D2-2829-46B6-B0B0-876FFA531304}" srcOrd="0" destOrd="0" presId="urn:microsoft.com/office/officeart/2005/8/layout/default"/>
    <dgm:cxn modelId="{564A583D-9766-48D9-A27B-78DD5CD202E7}" srcId="{DBA2D941-AE15-4EE4-B46B-8EBB12E4C80D}" destId="{1D796FFD-3CAC-4EAB-A5D1-25F8D8221A50}" srcOrd="0" destOrd="0" parTransId="{000E8C06-B854-42E1-910D-332CC80FF1BB}" sibTransId="{57EBD377-0FE0-44F2-A627-8AD86DEFA55A}"/>
    <dgm:cxn modelId="{32FDA93F-15D9-4FCB-9F3B-11AEF34EC75C}" srcId="{DBA2D941-AE15-4EE4-B46B-8EBB12E4C80D}" destId="{EE91BDF8-6BF9-4461-AF1D-85A00F1ECD05}" srcOrd="1" destOrd="0" parTransId="{A7CDA329-388A-47C3-B729-B20F255E6D5E}" sibTransId="{7DE0EF00-37A2-4BDC-AA5B-332D196DA3BE}"/>
    <dgm:cxn modelId="{7E90AF4D-C53B-443D-A101-084B400C7D4C}" type="presOf" srcId="{DBA2D941-AE15-4EE4-B46B-8EBB12E4C80D}" destId="{67D8FD0C-214A-49E9-9F3D-5DDCD070CCDD}" srcOrd="0" destOrd="0" presId="urn:microsoft.com/office/officeart/2005/8/layout/default"/>
    <dgm:cxn modelId="{0A67097D-7C40-4C39-8E91-EE98A92531D9}" type="presOf" srcId="{5065A713-D721-4256-B71D-F171356B0686}" destId="{0D9EF448-3B0C-4BA9-BBA7-5733C2FE25E3}" srcOrd="0" destOrd="0" presId="urn:microsoft.com/office/officeart/2005/8/layout/default"/>
    <dgm:cxn modelId="{62A0F0BB-7734-402D-A4ED-AE229ACFB7AD}" srcId="{DBA2D941-AE15-4EE4-B46B-8EBB12E4C80D}" destId="{F460FC9C-3327-46D6-92CA-5469140080A0}" srcOrd="4" destOrd="0" parTransId="{1896A03B-3D13-40DA-AE34-1297BE66009B}" sibTransId="{6FA106E0-27F8-4124-82D9-8407F4F4E543}"/>
    <dgm:cxn modelId="{5E0885D3-1083-4A48-B255-AE5BD9BC032F}" srcId="{DBA2D941-AE15-4EE4-B46B-8EBB12E4C80D}" destId="{5065A713-D721-4256-B71D-F171356B0686}" srcOrd="3" destOrd="0" parTransId="{B5637DD5-1105-457F-8AB6-F54D889CB3AF}" sibTransId="{77465913-445D-457D-81B9-3B9534618817}"/>
    <dgm:cxn modelId="{D14C95F4-B910-4613-8A0C-90BAC1343667}" srcId="{DBA2D941-AE15-4EE4-B46B-8EBB12E4C80D}" destId="{9387C245-99F3-4996-B875-FC533F874B88}" srcOrd="2" destOrd="0" parTransId="{0B5230B7-242B-45D4-B1F2-5EADFEBF13D5}" sibTransId="{FDF57A2E-6DCA-488F-81D5-AD0ABF2119F8}"/>
    <dgm:cxn modelId="{0E54FEF5-7CBD-4C45-A497-FC18A26536E6}" type="presOf" srcId="{EE91BDF8-6BF9-4461-AF1D-85A00F1ECD05}" destId="{442CC15D-66DC-4621-9415-D8611CE857D8}" srcOrd="0" destOrd="0" presId="urn:microsoft.com/office/officeart/2005/8/layout/default"/>
    <dgm:cxn modelId="{D23CFE03-D4EE-484B-85A6-1843DFA759FA}" type="presParOf" srcId="{67D8FD0C-214A-49E9-9F3D-5DDCD070CCDD}" destId="{E5E00C91-17B5-4E19-9494-B260C789F7F6}" srcOrd="0" destOrd="0" presId="urn:microsoft.com/office/officeart/2005/8/layout/default"/>
    <dgm:cxn modelId="{C9CB1B25-A2CB-4A34-A591-3C457E6B0B10}" type="presParOf" srcId="{67D8FD0C-214A-49E9-9F3D-5DDCD070CCDD}" destId="{856BEDBE-9357-4AAF-8AC1-45D7B3D893A2}" srcOrd="1" destOrd="0" presId="urn:microsoft.com/office/officeart/2005/8/layout/default"/>
    <dgm:cxn modelId="{8E10724E-561E-453D-9963-120E836A9AC4}" type="presParOf" srcId="{67D8FD0C-214A-49E9-9F3D-5DDCD070CCDD}" destId="{442CC15D-66DC-4621-9415-D8611CE857D8}" srcOrd="2" destOrd="0" presId="urn:microsoft.com/office/officeart/2005/8/layout/default"/>
    <dgm:cxn modelId="{06201B6D-5C08-48C5-8B17-F91B42BA1646}" type="presParOf" srcId="{67D8FD0C-214A-49E9-9F3D-5DDCD070CCDD}" destId="{5D149C15-715C-4C1B-B407-1D908714078A}" srcOrd="3" destOrd="0" presId="urn:microsoft.com/office/officeart/2005/8/layout/default"/>
    <dgm:cxn modelId="{A04B81CE-08A9-4FEF-81B6-CF79304332B1}" type="presParOf" srcId="{67D8FD0C-214A-49E9-9F3D-5DDCD070CCDD}" destId="{0FC313D2-2829-46B6-B0B0-876FFA531304}" srcOrd="4" destOrd="0" presId="urn:microsoft.com/office/officeart/2005/8/layout/default"/>
    <dgm:cxn modelId="{CD7CE385-9524-4B97-BDDA-AB65CD3686F0}" type="presParOf" srcId="{67D8FD0C-214A-49E9-9F3D-5DDCD070CCDD}" destId="{5AA24272-22E5-4686-BCD3-F0B569670C76}" srcOrd="5" destOrd="0" presId="urn:microsoft.com/office/officeart/2005/8/layout/default"/>
    <dgm:cxn modelId="{ED93E876-6D81-4344-AF4C-DFAC3CA7B411}" type="presParOf" srcId="{67D8FD0C-214A-49E9-9F3D-5DDCD070CCDD}" destId="{0D9EF448-3B0C-4BA9-BBA7-5733C2FE25E3}" srcOrd="6" destOrd="0" presId="urn:microsoft.com/office/officeart/2005/8/layout/default"/>
    <dgm:cxn modelId="{88669F60-CC9C-4BD2-BF2D-D836504AF7F6}" type="presParOf" srcId="{67D8FD0C-214A-49E9-9F3D-5DDCD070CCDD}" destId="{8899D81F-CFD2-4AC2-9438-0731073ADF04}" srcOrd="7" destOrd="0" presId="urn:microsoft.com/office/officeart/2005/8/layout/default"/>
    <dgm:cxn modelId="{5B26A814-5C2E-41B5-A5E5-E936609844C9}" type="presParOf" srcId="{67D8FD0C-214A-49E9-9F3D-5DDCD070CCDD}" destId="{D005116F-F9AD-4104-9150-33818D187E17}" srcOrd="8"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E00C91-17B5-4E19-9494-B260C789F7F6}">
      <dsp:nvSpPr>
        <dsp:cNvPr id="0" name=""/>
        <dsp:cNvSpPr/>
      </dsp:nvSpPr>
      <dsp:spPr>
        <a:xfrm>
          <a:off x="217696" y="1698"/>
          <a:ext cx="2400174" cy="1440104"/>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AU" sz="2300" kern="1200" dirty="0"/>
            <a:t>Phased instructional practice</a:t>
          </a:r>
          <a:endParaRPr lang="en-US" sz="2300" kern="1200" dirty="0"/>
        </a:p>
      </dsp:txBody>
      <dsp:txXfrm>
        <a:off x="217696" y="1698"/>
        <a:ext cx="2400174" cy="1440104"/>
      </dsp:txXfrm>
    </dsp:sp>
    <dsp:sp modelId="{442CC15D-66DC-4621-9415-D8611CE857D8}">
      <dsp:nvSpPr>
        <dsp:cNvPr id="0" name=""/>
        <dsp:cNvSpPr/>
      </dsp:nvSpPr>
      <dsp:spPr>
        <a:xfrm>
          <a:off x="1694403" y="1668288"/>
          <a:ext cx="2400174" cy="1440104"/>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AU" sz="2300" kern="1200" dirty="0"/>
            <a:t>Adaptive and differentiated</a:t>
          </a:r>
          <a:endParaRPr lang="en-US" sz="2300" kern="1200" dirty="0"/>
        </a:p>
      </dsp:txBody>
      <dsp:txXfrm>
        <a:off x="1694403" y="1668288"/>
        <a:ext cx="2400174" cy="1440104"/>
      </dsp:txXfrm>
    </dsp:sp>
    <dsp:sp modelId="{0FC313D2-2829-46B6-B0B0-876FFA531304}">
      <dsp:nvSpPr>
        <dsp:cNvPr id="0" name=""/>
        <dsp:cNvSpPr/>
      </dsp:nvSpPr>
      <dsp:spPr>
        <a:xfrm>
          <a:off x="5765219" y="1683518"/>
          <a:ext cx="2400174" cy="1440104"/>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Explicit</a:t>
          </a:r>
          <a:r>
            <a:rPr lang="en-US" sz="2300" kern="1200" baseline="0" dirty="0"/>
            <a:t> instruction supports procedure</a:t>
          </a:r>
          <a:endParaRPr lang="en-US" sz="2300" kern="1200" dirty="0"/>
        </a:p>
      </dsp:txBody>
      <dsp:txXfrm>
        <a:off x="5765219" y="1683518"/>
        <a:ext cx="2400174" cy="1440104"/>
      </dsp:txXfrm>
    </dsp:sp>
    <dsp:sp modelId="{0D9EF448-3B0C-4BA9-BBA7-5733C2FE25E3}">
      <dsp:nvSpPr>
        <dsp:cNvPr id="0" name=""/>
        <dsp:cNvSpPr/>
      </dsp:nvSpPr>
      <dsp:spPr>
        <a:xfrm>
          <a:off x="3674523" y="0"/>
          <a:ext cx="2400174" cy="1440104"/>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AU" sz="2300" kern="1200" dirty="0"/>
            <a:t>Interrupted students to ask questions</a:t>
          </a:r>
          <a:endParaRPr lang="en-US" sz="2300" kern="1200" dirty="0"/>
        </a:p>
      </dsp:txBody>
      <dsp:txXfrm>
        <a:off x="3674523" y="0"/>
        <a:ext cx="2400174" cy="1440104"/>
      </dsp:txXfrm>
    </dsp:sp>
    <dsp:sp modelId="{D005116F-F9AD-4104-9150-33818D187E17}">
      <dsp:nvSpPr>
        <dsp:cNvPr id="0" name=""/>
        <dsp:cNvSpPr/>
      </dsp:nvSpPr>
      <dsp:spPr>
        <a:xfrm>
          <a:off x="7316595" y="0"/>
          <a:ext cx="2400174" cy="1440104"/>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A</a:t>
          </a:r>
          <a:r>
            <a:rPr lang="en-US" sz="2300" kern="1200" baseline="0" dirty="0"/>
            <a:t> focus on metacognitive regulation</a:t>
          </a:r>
          <a:endParaRPr lang="en-US" sz="2300" kern="1200" dirty="0"/>
        </a:p>
      </dsp:txBody>
      <dsp:txXfrm>
        <a:off x="7316595" y="0"/>
        <a:ext cx="2400174" cy="1440104"/>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A94D05-2413-416E-8BCF-22CC6EAE5C7A}" type="datetimeFigureOut">
              <a:rPr lang="en-GB" smtClean="0"/>
              <a:t>09/06/2026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02EEF7-10B8-48BD-98D2-6BEDC41F7233}" type="slidenum">
              <a:rPr lang="en-GB" smtClean="0"/>
              <a:t>‹#›</a:t>
            </a:fld>
            <a:endParaRPr lang="en-GB"/>
          </a:p>
        </p:txBody>
      </p:sp>
    </p:spTree>
    <p:extLst>
      <p:ext uri="{BB962C8B-B14F-4D97-AF65-F5344CB8AC3E}">
        <p14:creationId xmlns:p14="http://schemas.microsoft.com/office/powerpoint/2010/main" val="27000269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0000"/>
              </a:lnSpc>
              <a:spcBef>
                <a:spcPts val="600"/>
              </a:spcBef>
              <a:spcAft>
                <a:spcPts val="1200"/>
              </a:spcAft>
            </a:pPr>
            <a:r>
              <a:rPr lang="en-AU" sz="1100" b="1" dirty="0">
                <a:effectLst/>
                <a:latin typeface="Calibri" panose="020F0502020204030204" pitchFamily="34" charset="0"/>
                <a:ea typeface="Calibri" panose="020F0502020204030204" pitchFamily="34" charset="0"/>
                <a:cs typeface="Times New Roman" panose="02020603050405020304" pitchFamily="18" charset="0"/>
              </a:rPr>
              <a:t>Accessibility requirements for template users</a:t>
            </a:r>
          </a:p>
          <a:p>
            <a:pPr>
              <a:lnSpc>
                <a:spcPct val="100000"/>
              </a:lnSpc>
              <a:spcBef>
                <a:spcPts val="600"/>
              </a:spcBef>
              <a:spcAft>
                <a:spcPts val="1200"/>
              </a:spcAft>
            </a:pPr>
            <a:endParaRPr lang="en-AU" sz="1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0000"/>
              </a:lnSpc>
              <a:spcBef>
                <a:spcPts val="600"/>
              </a:spcBef>
              <a:spcAft>
                <a:spcPts val="1200"/>
              </a:spcAft>
            </a:pPr>
            <a:r>
              <a:rPr lang="en-AU" sz="1100" dirty="0">
                <a:effectLst/>
                <a:latin typeface="Calibri" panose="020F0502020204030204" pitchFamily="34" charset="0"/>
                <a:ea typeface="Calibri" panose="020F0502020204030204" pitchFamily="34" charset="0"/>
                <a:cs typeface="Times New Roman" panose="02020603050405020304" pitchFamily="18" charset="0"/>
              </a:rPr>
              <a:t>This PowerPoint template has been created with a number of in-built accessibility options.</a:t>
            </a:r>
          </a:p>
          <a:p>
            <a:pPr>
              <a:lnSpc>
                <a:spcPct val="100000"/>
              </a:lnSpc>
              <a:spcBef>
                <a:spcPts val="600"/>
              </a:spcBef>
              <a:spcAft>
                <a:spcPts val="1200"/>
              </a:spcAft>
            </a:pPr>
            <a:r>
              <a:rPr lang="en-AU" sz="1100" dirty="0">
                <a:effectLst/>
                <a:latin typeface="Calibri" panose="020F0502020204030204" pitchFamily="34" charset="0"/>
                <a:ea typeface="Calibri" panose="020F0502020204030204" pitchFamily="34" charset="0"/>
                <a:cs typeface="Times New Roman" panose="02020603050405020304" pitchFamily="18" charset="0"/>
              </a:rPr>
              <a:t>When working with this template, there are a few things you will need to do within the file to ensure that it meets Deakin’s accessibility requirements when documents, or exported pdf files, are shared with others or placed online.</a:t>
            </a:r>
          </a:p>
          <a:p>
            <a:pPr>
              <a:lnSpc>
                <a:spcPct val="100000"/>
              </a:lnSpc>
              <a:spcBef>
                <a:spcPts val="600"/>
              </a:spcBef>
              <a:spcAft>
                <a:spcPts val="1200"/>
              </a:spcAft>
            </a:pPr>
            <a:endParaRPr lang="en-AU" sz="1100" dirty="0">
              <a:effectLst/>
              <a:latin typeface="Calibri" panose="020F0502020204030204" pitchFamily="34" charset="0"/>
              <a:ea typeface="Calibri" panose="020F0502020204030204" pitchFamily="34" charset="0"/>
              <a:cs typeface="Times New Roman" panose="02020603050405020304" pitchFamily="18" charset="0"/>
            </a:endParaRPr>
          </a:p>
          <a:p>
            <a:pPr marL="180000" lvl="0" indent="-180000">
              <a:lnSpc>
                <a:spcPct val="100000"/>
              </a:lnSpc>
              <a:spcBef>
                <a:spcPts val="600"/>
              </a:spcBef>
              <a:spcAft>
                <a:spcPts val="1200"/>
              </a:spcAft>
              <a:buFont typeface="Symbol" panose="05050102010706020507" pitchFamily="18" charset="2"/>
              <a:buChar char=""/>
            </a:pPr>
            <a:r>
              <a:rPr lang="en-AU" sz="1100" dirty="0">
                <a:effectLst/>
                <a:latin typeface="Calibri" panose="020F0502020204030204" pitchFamily="34" charset="0"/>
                <a:ea typeface="Calibri" panose="020F0502020204030204" pitchFamily="34" charset="0"/>
                <a:cs typeface="Times New Roman" panose="02020603050405020304" pitchFamily="18" charset="0"/>
              </a:rPr>
              <a:t>Font styles</a:t>
            </a:r>
          </a:p>
          <a:p>
            <a:pPr marL="360000" lvl="1" indent="-180000">
              <a:lnSpc>
                <a:spcPct val="100000"/>
              </a:lnSpc>
              <a:spcBef>
                <a:spcPts val="600"/>
              </a:spcBef>
              <a:spcAft>
                <a:spcPts val="1200"/>
              </a:spcAft>
              <a:buFont typeface="Calibri" panose="020F0502020204030204" pitchFamily="34" charset="0"/>
              <a:buChar char="–"/>
            </a:pPr>
            <a:r>
              <a:rPr lang="en-AU" sz="1100" dirty="0">
                <a:effectLst/>
                <a:latin typeface="Calibri" panose="020F0502020204030204" pitchFamily="34" charset="0"/>
                <a:ea typeface="Calibri" panose="020F0502020204030204" pitchFamily="34" charset="0"/>
                <a:cs typeface="Times New Roman" panose="02020603050405020304" pitchFamily="18" charset="0"/>
              </a:rPr>
              <a:t>Only use the provided heading styles and text styles as pre-set in the template</a:t>
            </a:r>
            <a:br>
              <a:rPr lang="en-AU" sz="1100" dirty="0">
                <a:effectLst/>
                <a:latin typeface="Calibri" panose="020F0502020204030204" pitchFamily="34" charset="0"/>
                <a:ea typeface="Calibri" panose="020F0502020204030204" pitchFamily="34" charset="0"/>
                <a:cs typeface="Times New Roman" panose="02020603050405020304" pitchFamily="18" charset="0"/>
              </a:rPr>
            </a:br>
            <a:endParaRPr lang="en-AU" sz="1100" dirty="0">
              <a:effectLst/>
              <a:latin typeface="Calibri" panose="020F0502020204030204" pitchFamily="34" charset="0"/>
              <a:ea typeface="Calibri" panose="020F0502020204030204" pitchFamily="34" charset="0"/>
              <a:cs typeface="Times New Roman" panose="02020603050405020304" pitchFamily="18" charset="0"/>
            </a:endParaRPr>
          </a:p>
          <a:p>
            <a:pPr marL="180000" lvl="0" indent="-180000">
              <a:lnSpc>
                <a:spcPct val="100000"/>
              </a:lnSpc>
              <a:spcBef>
                <a:spcPts val="600"/>
              </a:spcBef>
              <a:spcAft>
                <a:spcPts val="1200"/>
              </a:spcAft>
              <a:buFont typeface="Symbol" panose="05050102010706020507" pitchFamily="18" charset="2"/>
              <a:buChar char=""/>
            </a:pPr>
            <a:r>
              <a:rPr lang="en-AU" sz="1100" dirty="0">
                <a:effectLst/>
                <a:latin typeface="Calibri" panose="020F0502020204030204" pitchFamily="34" charset="0"/>
                <a:ea typeface="Calibri" panose="020F0502020204030204" pitchFamily="34" charset="0"/>
                <a:cs typeface="Times New Roman" panose="02020603050405020304" pitchFamily="18" charset="0"/>
              </a:rPr>
              <a:t>ALT text</a:t>
            </a:r>
          </a:p>
          <a:p>
            <a:pPr marL="360000" lvl="1" indent="-180000">
              <a:lnSpc>
                <a:spcPct val="100000"/>
              </a:lnSpc>
              <a:spcBef>
                <a:spcPts val="600"/>
              </a:spcBef>
              <a:spcAft>
                <a:spcPts val="1200"/>
              </a:spcAft>
              <a:buFont typeface="Calibri" panose="020F0502020204030204" pitchFamily="34" charset="0"/>
              <a:buChar char="–"/>
            </a:pPr>
            <a:r>
              <a:rPr lang="en-AU" sz="1100" dirty="0">
                <a:effectLst/>
                <a:latin typeface="Calibri" panose="020F0502020204030204" pitchFamily="34" charset="0"/>
                <a:ea typeface="Calibri" panose="020F0502020204030204" pitchFamily="34" charset="0"/>
                <a:cs typeface="Times New Roman" panose="02020603050405020304" pitchFamily="18" charset="0"/>
              </a:rPr>
              <a:t>All images and graphics, backgrounds, logo and brand shapes need to have ALT text added to describe the image or be indicated as decorative. Elements provided within the template have had this added, but if you make any changes or add your own images/replace any default imagery, you will need to ensure ALT text is added.</a:t>
            </a:r>
          </a:p>
          <a:p>
            <a:pPr marL="360000" lvl="1" indent="-180000">
              <a:lnSpc>
                <a:spcPct val="100000"/>
              </a:lnSpc>
              <a:spcBef>
                <a:spcPts val="600"/>
              </a:spcBef>
              <a:spcAft>
                <a:spcPts val="1200"/>
              </a:spcAft>
              <a:buFont typeface="Calibri" panose="020F0502020204030204" pitchFamily="34" charset="0"/>
              <a:buChar char="–"/>
            </a:pPr>
            <a:r>
              <a:rPr lang="en-AU" sz="1100" dirty="0">
                <a:effectLst/>
                <a:latin typeface="Calibri" panose="020F0502020204030204" pitchFamily="34" charset="0"/>
                <a:ea typeface="Calibri" panose="020F0502020204030204" pitchFamily="34" charset="0"/>
                <a:cs typeface="Times New Roman" panose="02020603050405020304" pitchFamily="18" charset="0"/>
              </a:rPr>
              <a:t>If an image is also a hyperlink provide the destination in writing, for example an image of a ‘Hand holding a pen writing in a notebook’ that hyperlinks to Deakin homepage should also explain that the link goes to that page.</a:t>
            </a:r>
          </a:p>
          <a:p>
            <a:pPr marL="360000" lvl="1" indent="-180000">
              <a:lnSpc>
                <a:spcPct val="100000"/>
              </a:lnSpc>
              <a:spcBef>
                <a:spcPts val="600"/>
              </a:spcBef>
              <a:spcAft>
                <a:spcPts val="1200"/>
              </a:spcAft>
              <a:buFont typeface="Calibri" panose="020F0502020204030204" pitchFamily="34" charset="0"/>
              <a:buChar char="–"/>
            </a:pPr>
            <a:r>
              <a:rPr lang="en-AU" sz="1100" dirty="0">
                <a:effectLst/>
                <a:latin typeface="Calibri" panose="020F0502020204030204" pitchFamily="34" charset="0"/>
                <a:ea typeface="Calibri" panose="020F0502020204030204" pitchFamily="34" charset="0"/>
                <a:cs typeface="Times New Roman" panose="02020603050405020304" pitchFamily="18" charset="0"/>
              </a:rPr>
              <a:t>ALT text can be added by right clicking on the image/graphic and selecting ‘Edit alt text’ from the window.</a:t>
            </a:r>
            <a:br>
              <a:rPr lang="en-AU" sz="1100" dirty="0">
                <a:effectLst/>
                <a:latin typeface="Calibri" panose="020F0502020204030204" pitchFamily="34" charset="0"/>
                <a:ea typeface="Calibri" panose="020F0502020204030204" pitchFamily="34" charset="0"/>
                <a:cs typeface="Times New Roman" panose="02020603050405020304" pitchFamily="18" charset="0"/>
              </a:rPr>
            </a:br>
            <a:endParaRPr lang="en-AU" sz="1100" dirty="0">
              <a:effectLst/>
              <a:latin typeface="Calibri" panose="020F0502020204030204" pitchFamily="34" charset="0"/>
              <a:ea typeface="Calibri" panose="020F0502020204030204" pitchFamily="34" charset="0"/>
              <a:cs typeface="Times New Roman" panose="02020603050405020304" pitchFamily="18" charset="0"/>
            </a:endParaRPr>
          </a:p>
          <a:p>
            <a:pPr marL="180000" lvl="0" indent="-180000">
              <a:lnSpc>
                <a:spcPct val="100000"/>
              </a:lnSpc>
              <a:spcBef>
                <a:spcPts val="600"/>
              </a:spcBef>
              <a:spcAft>
                <a:spcPts val="1200"/>
              </a:spcAft>
              <a:buFont typeface="Symbol" panose="05050102010706020507" pitchFamily="18" charset="2"/>
              <a:buChar char=""/>
            </a:pPr>
            <a:r>
              <a:rPr lang="en-AU" sz="1100" dirty="0">
                <a:effectLst/>
                <a:latin typeface="Calibri" panose="020F0502020204030204" pitchFamily="34" charset="0"/>
                <a:ea typeface="Calibri" panose="020F0502020204030204" pitchFamily="34" charset="0"/>
                <a:cs typeface="Times New Roman" panose="02020603050405020304" pitchFamily="18" charset="0"/>
              </a:rPr>
              <a:t>Tables</a:t>
            </a:r>
          </a:p>
          <a:p>
            <a:pPr marL="360000" lvl="1" indent="-180000">
              <a:lnSpc>
                <a:spcPct val="100000"/>
              </a:lnSpc>
              <a:spcBef>
                <a:spcPts val="600"/>
              </a:spcBef>
              <a:spcAft>
                <a:spcPts val="1200"/>
              </a:spcAft>
              <a:buFont typeface="Calibri" panose="020F0502020204030204" pitchFamily="34" charset="0"/>
              <a:buChar char="–"/>
            </a:pPr>
            <a:r>
              <a:rPr lang="en-AU" sz="1100" dirty="0">
                <a:effectLst/>
                <a:latin typeface="Calibri" panose="020F0502020204030204" pitchFamily="34" charset="0"/>
                <a:ea typeface="Calibri" panose="020F0502020204030204" pitchFamily="34" charset="0"/>
                <a:cs typeface="Times New Roman" panose="02020603050405020304" pitchFamily="18" charset="0"/>
              </a:rPr>
              <a:t>All tables are required to include alt text.</a:t>
            </a:r>
          </a:p>
          <a:p>
            <a:pPr marL="360000" lvl="1" indent="-180000">
              <a:lnSpc>
                <a:spcPct val="100000"/>
              </a:lnSpc>
              <a:spcBef>
                <a:spcPts val="600"/>
              </a:spcBef>
              <a:spcAft>
                <a:spcPts val="1200"/>
              </a:spcAft>
              <a:buFont typeface="Calibri" panose="020F0502020204030204" pitchFamily="34" charset="0"/>
              <a:buChar char="–"/>
            </a:pPr>
            <a:r>
              <a:rPr lang="en-AU" sz="1100" dirty="0">
                <a:effectLst/>
                <a:latin typeface="Calibri" panose="020F0502020204030204" pitchFamily="34" charset="0"/>
                <a:ea typeface="Calibri" panose="020F0502020204030204" pitchFamily="34" charset="0"/>
                <a:cs typeface="Times New Roman" panose="02020603050405020304" pitchFamily="18" charset="0"/>
              </a:rPr>
              <a:t>The first row in a Word table can be identified as a header row/table title which can help screen reader users identify what the table content is about and whether they want to read it.</a:t>
            </a:r>
          </a:p>
          <a:p>
            <a:pPr marL="360000" lvl="1" indent="-180000">
              <a:lnSpc>
                <a:spcPct val="100000"/>
              </a:lnSpc>
              <a:spcBef>
                <a:spcPts val="600"/>
              </a:spcBef>
              <a:spcAft>
                <a:spcPts val="1200"/>
              </a:spcAft>
              <a:buFont typeface="Calibri" panose="020F0502020204030204" pitchFamily="34" charset="0"/>
              <a:buChar char="–"/>
            </a:pPr>
            <a:r>
              <a:rPr lang="en-AU" sz="1100" dirty="0">
                <a:effectLst/>
                <a:latin typeface="Calibri" panose="020F0502020204030204" pitchFamily="34" charset="0"/>
                <a:ea typeface="Calibri" panose="020F0502020204030204" pitchFamily="34" charset="0"/>
                <a:cs typeface="Times New Roman" panose="02020603050405020304" pitchFamily="18" charset="0"/>
              </a:rPr>
              <a:t>Where tables are already included, a basic form of ALT text will have been added, but you will need to add your own by going into the ‘table properties’ for each table, and clicking on the’ Alt text’ tab, and then completing the fields to provide a suitable description of your content.</a:t>
            </a:r>
          </a:p>
          <a:p>
            <a:pPr marL="180000" lvl="0" indent="-180000">
              <a:lnSpc>
                <a:spcPct val="100000"/>
              </a:lnSpc>
              <a:spcBef>
                <a:spcPts val="600"/>
              </a:spcBef>
              <a:spcAft>
                <a:spcPts val="1200"/>
              </a:spcAft>
              <a:buFont typeface="Symbol" panose="05050102010706020507" pitchFamily="18" charset="2"/>
              <a:buChar char=""/>
            </a:pPr>
            <a:r>
              <a:rPr lang="en-AU" sz="1100" dirty="0">
                <a:effectLst/>
                <a:latin typeface="Calibri" panose="020F0502020204030204" pitchFamily="34" charset="0"/>
                <a:ea typeface="Calibri" panose="020F0502020204030204" pitchFamily="34" charset="0"/>
                <a:cs typeface="Times New Roman" panose="02020603050405020304" pitchFamily="18" charset="0"/>
              </a:rPr>
              <a:t>Accessibility checker</a:t>
            </a:r>
          </a:p>
          <a:p>
            <a:pPr marL="360000" lvl="1" indent="-180000">
              <a:lnSpc>
                <a:spcPct val="100000"/>
              </a:lnSpc>
              <a:spcBef>
                <a:spcPts val="600"/>
              </a:spcBef>
              <a:spcAft>
                <a:spcPts val="1200"/>
              </a:spcAft>
              <a:buFont typeface="Calibri" panose="020F0502020204030204" pitchFamily="34" charset="0"/>
              <a:buChar char="–"/>
            </a:pPr>
            <a:r>
              <a:rPr lang="en-AU" sz="1100" dirty="0">
                <a:effectLst/>
                <a:latin typeface="Calibri" panose="020F0502020204030204" pitchFamily="34" charset="0"/>
                <a:ea typeface="Calibri" panose="020F0502020204030204" pitchFamily="34" charset="0"/>
                <a:cs typeface="Times New Roman" panose="02020603050405020304" pitchFamily="18" charset="0"/>
              </a:rPr>
              <a:t>Word has an inbuilt accessibility checker which can help to flag issues – go to ‘Review &gt; Check accessibility’ in the toolbars.</a:t>
            </a:r>
          </a:p>
          <a:p>
            <a:pPr marL="180000" lvl="0" indent="-180000">
              <a:lnSpc>
                <a:spcPct val="100000"/>
              </a:lnSpc>
              <a:spcBef>
                <a:spcPts val="600"/>
              </a:spcBef>
              <a:spcAft>
                <a:spcPts val="1200"/>
              </a:spcAft>
              <a:buFont typeface="Symbol" panose="05050102010706020507" pitchFamily="18" charset="2"/>
              <a:buChar char=""/>
            </a:pPr>
            <a:r>
              <a:rPr lang="en-AU" sz="1100" dirty="0">
                <a:effectLst/>
                <a:latin typeface="Calibri" panose="020F0502020204030204" pitchFamily="34" charset="0"/>
                <a:ea typeface="Calibri" panose="020F0502020204030204" pitchFamily="34" charset="0"/>
                <a:cs typeface="Times New Roman" panose="02020603050405020304" pitchFamily="18" charset="0"/>
              </a:rPr>
              <a:t>Saving as a pdf</a:t>
            </a:r>
          </a:p>
          <a:p>
            <a:pPr marL="360000" lvl="1" indent="-180000">
              <a:lnSpc>
                <a:spcPct val="100000"/>
              </a:lnSpc>
              <a:spcBef>
                <a:spcPts val="600"/>
              </a:spcBef>
              <a:spcAft>
                <a:spcPts val="1200"/>
              </a:spcAft>
              <a:buFont typeface="Calibri" panose="020F0502020204030204" pitchFamily="34" charset="0"/>
              <a:buChar char="–"/>
            </a:pPr>
            <a:r>
              <a:rPr lang="en-AU" sz="1100" dirty="0">
                <a:effectLst/>
                <a:latin typeface="Calibri" panose="020F0502020204030204" pitchFamily="34" charset="0"/>
                <a:ea typeface="Calibri" panose="020F0502020204030204" pitchFamily="34" charset="0"/>
                <a:cs typeface="Times New Roman" panose="02020603050405020304" pitchFamily="18" charset="0"/>
              </a:rPr>
              <a:t>When saving your file as a pdf, note that using the ‘Print to PDF’ option doesn’t keep any inbuilt accessibility features. Instead use the ‘Save As &gt; PDF’ option, and check that “Document structure tags for accessibility” is selected</a:t>
            </a:r>
          </a:p>
          <a:p>
            <a:pPr algn="l">
              <a:lnSpc>
                <a:spcPct val="100000"/>
              </a:lnSpc>
              <a:spcBef>
                <a:spcPts val="600"/>
              </a:spcBef>
              <a:spcAft>
                <a:spcPts val="1200"/>
              </a:spcAft>
            </a:pPr>
            <a:endParaRPr lang="en-AU" dirty="0"/>
          </a:p>
          <a:p>
            <a:endParaRPr lang="en-AU" dirty="0"/>
          </a:p>
          <a:p>
            <a:endParaRPr lang="en-AU" dirty="0"/>
          </a:p>
          <a:p>
            <a:endParaRPr lang="en-AU" dirty="0"/>
          </a:p>
          <a:p>
            <a:endParaRPr lang="en-AU" dirty="0"/>
          </a:p>
        </p:txBody>
      </p:sp>
      <p:sp>
        <p:nvSpPr>
          <p:cNvPr id="4" name="Slide Number Placeholder 3"/>
          <p:cNvSpPr>
            <a:spLocks noGrp="1"/>
          </p:cNvSpPr>
          <p:nvPr>
            <p:ph type="sldNum" sz="quarter" idx="5"/>
          </p:nvPr>
        </p:nvSpPr>
        <p:spPr/>
        <p:txBody>
          <a:bodyPr/>
          <a:lstStyle/>
          <a:p>
            <a:fld id="{9702EEF7-10B8-48BD-98D2-6BEDC41F7233}" type="slidenum">
              <a:rPr lang="en-GB" smtClean="0"/>
              <a:t>1</a:t>
            </a:fld>
            <a:endParaRPr lang="en-GB"/>
          </a:p>
        </p:txBody>
      </p:sp>
    </p:spTree>
    <p:extLst>
      <p:ext uri="{BB962C8B-B14F-4D97-AF65-F5344CB8AC3E}">
        <p14:creationId xmlns:p14="http://schemas.microsoft.com/office/powerpoint/2010/main" val="23957398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5B2E09-EC10-2504-A7A8-5251BB7089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E0D636-3948-FEF8-7501-18C15B7A4B73}"/>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BD0CE0FF-2A6E-8398-170C-7DC40E71CD00}"/>
              </a:ext>
            </a:extLst>
          </p:cNvPr>
          <p:cNvSpPr>
            <a:spLocks noGrp="1"/>
          </p:cNvSpPr>
          <p:nvPr>
            <p:ph type="body" idx="1"/>
          </p:nvPr>
        </p:nvSpPr>
        <p:spPr/>
        <p:txBody>
          <a:bodyPr/>
          <a:lstStyle/>
          <a:p>
            <a:r>
              <a:rPr lang="en-AU" dirty="0"/>
              <a:t>A quick recap. </a:t>
            </a:r>
          </a:p>
          <a:p>
            <a:r>
              <a:rPr lang="en-AU" dirty="0"/>
              <a:t>Theoretically, these distinctions were all great, and they made sense. Practically, though, when I tried to “dissect” my participant’s identities, it was far more complex. And I’ll expand on this further by going through three teacher examples. </a:t>
            </a:r>
          </a:p>
        </p:txBody>
      </p:sp>
      <p:sp>
        <p:nvSpPr>
          <p:cNvPr id="4" name="Slide Number Placeholder 3">
            <a:extLst>
              <a:ext uri="{FF2B5EF4-FFF2-40B4-BE49-F238E27FC236}">
                <a16:creationId xmlns:a16="http://schemas.microsoft.com/office/drawing/2014/main" id="{0329189F-6632-D7F1-E6F9-13E81FE7624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7F8032-F96E-48F8-8D1B-19245E73C2B2}"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290766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75596-83A1-9ECD-B05D-A386028A2D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566E18-106E-07F3-611A-D932359AA1AE}"/>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1664897B-4C77-D646-461F-E8BABBE0ADE4}"/>
              </a:ext>
            </a:extLst>
          </p:cNvPr>
          <p:cNvSpPr>
            <a:spLocks noGrp="1"/>
          </p:cNvSpPr>
          <p:nvPr>
            <p:ph type="body" idx="1"/>
          </p:nvPr>
        </p:nvSpPr>
        <p:spPr/>
        <p:txBody>
          <a:bodyPr/>
          <a:lstStyle/>
          <a:p>
            <a:r>
              <a:rPr lang="en-AU" dirty="0"/>
              <a:t>Her view of STEM very much connects with how she was initially trained to teach, when she started teaching in the early 90s (approximately). Throughout her interview, she mentioned that the teaching style at her school used to be more integrated and so they had been doing STEM without calling it STEM. However, her use of the word “transmissive” highlights this contrast in her preferred approach  vs what she notices in specific discipline or subject classes. </a:t>
            </a:r>
          </a:p>
          <a:p>
            <a:endParaRPr lang="en-AU" dirty="0"/>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This is not to say that their </a:t>
            </a:r>
            <a:r>
              <a:rPr lang="en-AU" dirty="0" err="1"/>
              <a:t>discplinary</a:t>
            </a:r>
            <a:r>
              <a:rPr lang="en-AU" dirty="0"/>
              <a:t> identity isn’t shaping their STEM identity or preferences at all, but it seems, at least from the time I spent with her, that more is being drawn from her personal and teacher identities. </a:t>
            </a:r>
          </a:p>
          <a:p>
            <a:endParaRPr lang="en-AU" dirty="0"/>
          </a:p>
        </p:txBody>
      </p:sp>
      <p:sp>
        <p:nvSpPr>
          <p:cNvPr id="4" name="Slide Number Placeholder 3">
            <a:extLst>
              <a:ext uri="{FF2B5EF4-FFF2-40B4-BE49-F238E27FC236}">
                <a16:creationId xmlns:a16="http://schemas.microsoft.com/office/drawing/2014/main" id="{DB254E51-A78E-0FEB-63A5-F7CAD79D9B3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7F8032-F96E-48F8-8D1B-19245E73C2B2}"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657820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Expert teachers in this study wanted their students to be able to regulate their own learning. They also </a:t>
            </a:r>
            <a:r>
              <a:rPr lang="en-US" dirty="0" err="1"/>
              <a:t>realised</a:t>
            </a:r>
            <a:r>
              <a:rPr lang="en-US" dirty="0"/>
              <a:t> that some guidance was required to ensure that learning was progressing. Each study participant regularly interacted with their students and their interactions had a purpose and a specific level of guidance to challenge their students. They ensured that all students were able to progress their projects. </a:t>
            </a:r>
          </a:p>
          <a:p>
            <a:endParaRPr lang="en-US" dirty="0"/>
          </a:p>
          <a:p>
            <a:r>
              <a:rPr lang="en-US" dirty="0"/>
              <a:t>Collected data of teacher guidance was </a:t>
            </a:r>
            <a:r>
              <a:rPr lang="en-US" dirty="0" err="1"/>
              <a:t>analysed</a:t>
            </a:r>
            <a:r>
              <a:rPr lang="en-US" dirty="0"/>
              <a:t> according to two known typologies: Regulation practices which provides the purpose of teacher guidance and Levels of guidance which differentiates the practices of teachers. In this study both were observed together so it made sense to use dual typologies. </a:t>
            </a:r>
          </a:p>
          <a:p>
            <a:endParaRPr lang="en-US" dirty="0"/>
          </a:p>
          <a:p>
            <a:r>
              <a:rPr lang="en-US" dirty="0"/>
              <a:t>Regulation practices include metacognitive regulations which was dominant during the </a:t>
            </a:r>
            <a:r>
              <a:rPr lang="en-US" dirty="0" err="1"/>
              <a:t>conceptualisation</a:t>
            </a:r>
            <a:r>
              <a:rPr lang="en-US" dirty="0"/>
              <a:t> phase of the inquiry which involved guiding students to think about their learning and think critically. Of lower importance was social regulation which required teachers to guide the social aspects of learning and conceptualization which was mostly about guidance related to procedure. Levels of guidance differentiated this guidance.</a:t>
            </a:r>
          </a:p>
        </p:txBody>
      </p:sp>
      <p:sp>
        <p:nvSpPr>
          <p:cNvPr id="4" name="Slide Number Placeholder 3"/>
          <p:cNvSpPr>
            <a:spLocks noGrp="1"/>
          </p:cNvSpPr>
          <p:nvPr>
            <p:ph type="sldNum" sz="quarter" idx="5"/>
          </p:nvPr>
        </p:nvSpPr>
        <p:spPr/>
        <p:txBody>
          <a:bodyPr/>
          <a:lstStyle/>
          <a:p>
            <a:fld id="{11364B19-607B-B942-B14B-DB932692D378}" type="slidenum">
              <a:rPr lang="en-US" smtClean="0"/>
              <a:t>9</a:t>
            </a:fld>
            <a:endParaRPr lang="en-US"/>
          </a:p>
        </p:txBody>
      </p:sp>
    </p:spTree>
    <p:extLst>
      <p:ext uri="{BB962C8B-B14F-4D97-AF65-F5344CB8AC3E}">
        <p14:creationId xmlns:p14="http://schemas.microsoft.com/office/powerpoint/2010/main" val="12612289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1364B19-607B-B942-B14B-DB932692D378}" type="slidenum">
              <a:rPr lang="en-US" smtClean="0"/>
              <a:t>10</a:t>
            </a:fld>
            <a:endParaRPr lang="en-US"/>
          </a:p>
        </p:txBody>
      </p:sp>
    </p:spTree>
    <p:extLst>
      <p:ext uri="{BB962C8B-B14F-4D97-AF65-F5344CB8AC3E}">
        <p14:creationId xmlns:p14="http://schemas.microsoft.com/office/powerpoint/2010/main" val="23815680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11364B19-607B-B942-B14B-DB932692D378}" type="slidenum">
              <a:rPr lang="en-US" smtClean="0"/>
              <a:t>11</a:t>
            </a:fld>
            <a:endParaRPr lang="en-US"/>
          </a:p>
        </p:txBody>
      </p:sp>
    </p:spTree>
    <p:extLst>
      <p:ext uri="{BB962C8B-B14F-4D97-AF65-F5344CB8AC3E}">
        <p14:creationId xmlns:p14="http://schemas.microsoft.com/office/powerpoint/2010/main" val="22678934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spcBef>
                <a:spcPts val="600"/>
              </a:spcBef>
              <a:spcAft>
                <a:spcPts val="1400"/>
              </a:spcAft>
              <a:buNone/>
            </a:pPr>
            <a:r>
              <a:rPr lang="en-AU" dirty="0"/>
              <a:t>Explanations </a:t>
            </a:r>
            <a:r>
              <a:rPr lang="en-AU" dirty="0">
                <a:latin typeface="Calibri" panose="020F0502020204030204" pitchFamily="34" charset="0"/>
                <a:ea typeface="Calibri" panose="020F0502020204030204" pitchFamily="34" charset="0"/>
                <a:cs typeface="Calibri" panose="020F0502020204030204" pitchFamily="34" charset="0"/>
              </a:rPr>
              <a:t>explicit</a:t>
            </a:r>
            <a:r>
              <a:rPr lang="en-AU" sz="1200" dirty="0">
                <a:effectLst/>
                <a:latin typeface="Calibri" panose="020F0502020204030204" pitchFamily="34" charset="0"/>
                <a:ea typeface="Calibri" panose="020F0502020204030204" pitchFamily="34" charset="0"/>
                <a:cs typeface="Calibri" panose="020F0502020204030204" pitchFamily="34" charset="0"/>
              </a:rPr>
              <a:t> instruction at the start of the lesson </a:t>
            </a:r>
            <a:r>
              <a:rPr lang="en-AU" sz="1200" dirty="0">
                <a:effectLst/>
                <a:latin typeface="Calibri" panose="020F0502020204030204" pitchFamily="34" charset="0"/>
                <a:ea typeface="Calibri" panose="020F0502020204030204" pitchFamily="34" charset="0"/>
              </a:rPr>
              <a:t>to communicate expectations and provide laboratory safety expectations for group work</a:t>
            </a:r>
            <a:endParaRPr lang="en-AU" dirty="0"/>
          </a:p>
          <a:p>
            <a:r>
              <a:rPr lang="en-AU" dirty="0"/>
              <a:t>Heuristics </a:t>
            </a:r>
            <a:r>
              <a:rPr lang="en-AU" dirty="0">
                <a:latin typeface="Calibri" panose="020F0502020204030204" pitchFamily="34" charset="0"/>
                <a:ea typeface="Calibri" panose="020F0502020204030204" pitchFamily="34" charset="0"/>
              </a:rPr>
              <a:t>Verbal hints relating to group member roles</a:t>
            </a:r>
          </a:p>
          <a:p>
            <a:r>
              <a:rPr lang="en-AU" dirty="0"/>
              <a:t>Prompts </a:t>
            </a:r>
            <a:r>
              <a:rPr lang="en-AU" sz="1200" dirty="0">
                <a:effectLst/>
                <a:latin typeface="Calibri" panose="020F0502020204030204" pitchFamily="34" charset="0"/>
                <a:ea typeface="Calibri" panose="020F0502020204030204" pitchFamily="34" charset="0"/>
              </a:rPr>
              <a:t>Robin smiled and nodded at a student group that had organised group roles.</a:t>
            </a:r>
          </a:p>
          <a:p>
            <a:endParaRPr lang="en-AU" dirty="0"/>
          </a:p>
        </p:txBody>
      </p:sp>
      <p:sp>
        <p:nvSpPr>
          <p:cNvPr id="4" name="Slide Number Placeholder 3"/>
          <p:cNvSpPr>
            <a:spLocks noGrp="1"/>
          </p:cNvSpPr>
          <p:nvPr>
            <p:ph type="sldNum" sz="quarter" idx="5"/>
          </p:nvPr>
        </p:nvSpPr>
        <p:spPr/>
        <p:txBody>
          <a:bodyPr/>
          <a:lstStyle/>
          <a:p>
            <a:fld id="{11364B19-607B-B942-B14B-DB932692D378}" type="slidenum">
              <a:rPr lang="en-US" smtClean="0"/>
              <a:t>12</a:t>
            </a:fld>
            <a:endParaRPr lang="en-US"/>
          </a:p>
        </p:txBody>
      </p:sp>
    </p:spTree>
    <p:extLst>
      <p:ext uri="{BB962C8B-B14F-4D97-AF65-F5344CB8AC3E}">
        <p14:creationId xmlns:p14="http://schemas.microsoft.com/office/powerpoint/2010/main" val="40125643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Phased instructional practice: 5 distinct phases were observed. Students were provided with explicit lesson intentions at the start of every lesson and every phase.</a:t>
            </a:r>
          </a:p>
          <a:p>
            <a:r>
              <a:rPr lang="en-AU" dirty="0"/>
              <a:t>Adaptive pedagogical approaches: Being able to make spontaneous, yet informed decisions. Vygotsky’s zone of proximal development was evident with teachers supporting students to develop their practices beyond their current level of comfort</a:t>
            </a:r>
          </a:p>
          <a:p>
            <a:r>
              <a:rPr lang="en-AU" dirty="0"/>
              <a:t>Differentiated practice: Being able to decide on an appropriate level of guidance and regulation practice suited to each student. All teachers knew their students well and had formed a supportive relationship with their students</a:t>
            </a:r>
          </a:p>
          <a:p>
            <a:r>
              <a:rPr lang="en-AU" dirty="0"/>
              <a:t>Use of high press questions: Teachers asked many high press questions as questions that ignited thinking and discussion. Rarely used closed questions or answered students questions directly</a:t>
            </a:r>
          </a:p>
          <a:p>
            <a:r>
              <a:rPr lang="en-AU" dirty="0"/>
              <a:t>Interrupting students to ask questions: They didn’t wait until students came to them, they circulated from group to group and asked them questions to ignite discussion.</a:t>
            </a:r>
          </a:p>
          <a:p>
            <a:r>
              <a:rPr lang="en-AU" dirty="0"/>
              <a:t>They focused on requiring the students to think through their approached and focused on metacognitive regulation.</a:t>
            </a:r>
          </a:p>
          <a:p>
            <a:endParaRPr lang="en-AU" dirty="0"/>
          </a:p>
          <a:p>
            <a:r>
              <a:rPr lang="en-AU" dirty="0"/>
              <a:t>Surprisingly, explicit instruction was used to provide lesson intentions, convey safety information, and to provide a suggested process for developing inquiry questions.</a:t>
            </a:r>
          </a:p>
        </p:txBody>
      </p:sp>
      <p:sp>
        <p:nvSpPr>
          <p:cNvPr id="4" name="Slide Number Placeholder 3"/>
          <p:cNvSpPr>
            <a:spLocks noGrp="1"/>
          </p:cNvSpPr>
          <p:nvPr>
            <p:ph type="sldNum" sz="quarter" idx="5"/>
          </p:nvPr>
        </p:nvSpPr>
        <p:spPr/>
        <p:txBody>
          <a:bodyPr/>
          <a:lstStyle/>
          <a:p>
            <a:fld id="{11364B19-607B-B942-B14B-DB932692D378}" type="slidenum">
              <a:rPr lang="en-US" smtClean="0"/>
              <a:t>13</a:t>
            </a:fld>
            <a:endParaRPr lang="en-US"/>
          </a:p>
        </p:txBody>
      </p:sp>
    </p:spTree>
    <p:extLst>
      <p:ext uri="{BB962C8B-B14F-4D97-AF65-F5344CB8AC3E}">
        <p14:creationId xmlns:p14="http://schemas.microsoft.com/office/powerpoint/2010/main" val="7676583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9702EEF7-10B8-48BD-98D2-6BEDC41F7233}" type="slidenum">
              <a:rPr lang="en-GB" smtClean="0"/>
              <a:t>26</a:t>
            </a:fld>
            <a:endParaRPr lang="en-GB"/>
          </a:p>
        </p:txBody>
      </p:sp>
    </p:spTree>
    <p:extLst>
      <p:ext uri="{BB962C8B-B14F-4D97-AF65-F5344CB8AC3E}">
        <p14:creationId xmlns:p14="http://schemas.microsoft.com/office/powerpoint/2010/main" val="120654538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3" name="Background">
            <a:extLst>
              <a:ext uri="{FF2B5EF4-FFF2-40B4-BE49-F238E27FC236}">
                <a16:creationId xmlns:a16="http://schemas.microsoft.com/office/drawing/2014/main" id="{301BC1A6-FA88-4814-A368-FA1F0C3E5EF9}"/>
              </a:ext>
              <a:ext uri="{C183D7F6-B498-43B3-948B-1728B52AA6E4}">
                <adec:decorative xmlns:adec="http://schemas.microsoft.com/office/drawing/2017/decorative" val="1"/>
              </a:ext>
            </a:extLst>
          </p:cNvPr>
          <p:cNvSpPr/>
          <p:nvPr userDrawn="1"/>
        </p:nvSpPr>
        <p:spPr>
          <a:xfrm>
            <a:off x="0" y="0"/>
            <a:ext cx="1219199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p:cNvSpPr>
            <a:spLocks noGrp="1"/>
          </p:cNvSpPr>
          <p:nvPr>
            <p:ph type="ctrTitle" hasCustomPrompt="1"/>
          </p:nvPr>
        </p:nvSpPr>
        <p:spPr>
          <a:xfrm>
            <a:off x="403907" y="1122363"/>
            <a:ext cx="5040000" cy="1835208"/>
          </a:xfrm>
        </p:spPr>
        <p:txBody>
          <a:bodyPr anchor="b"/>
          <a:lstStyle>
            <a:lvl1pPr algn="l">
              <a:defRPr sz="4500" b="0">
                <a:solidFill>
                  <a:schemeClr val="tx1"/>
                </a:solidFill>
              </a:defRPr>
            </a:lvl1pPr>
          </a:lstStyle>
          <a:p>
            <a:r>
              <a:rPr lang="en-US" dirty="0"/>
              <a:t>Click to add title</a:t>
            </a:r>
            <a:endParaRPr lang="en-GB" dirty="0"/>
          </a:p>
        </p:txBody>
      </p:sp>
      <p:sp>
        <p:nvSpPr>
          <p:cNvPr id="3" name="Subtitle"/>
          <p:cNvSpPr>
            <a:spLocks noGrp="1"/>
          </p:cNvSpPr>
          <p:nvPr>
            <p:ph type="subTitle" idx="1" hasCustomPrompt="1"/>
          </p:nvPr>
        </p:nvSpPr>
        <p:spPr>
          <a:xfrm>
            <a:off x="403908" y="3051740"/>
            <a:ext cx="5040000" cy="2206060"/>
          </a:xfrm>
        </p:spPr>
        <p:txBody>
          <a:bodyPr/>
          <a:lstStyle>
            <a:lvl1pPr marL="0" indent="0" algn="l">
              <a:buNone/>
              <a:defRPr sz="25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endParaRPr lang="en-GB" dirty="0"/>
          </a:p>
        </p:txBody>
      </p:sp>
      <p:grpSp>
        <p:nvGrpSpPr>
          <p:cNvPr id="9" name="Graphics">
            <a:extLst>
              <a:ext uri="{FF2B5EF4-FFF2-40B4-BE49-F238E27FC236}">
                <a16:creationId xmlns:a16="http://schemas.microsoft.com/office/drawing/2014/main" id="{C1BCF969-F22E-4363-BD98-B53B34219A98}"/>
              </a:ext>
              <a:ext uri="{C183D7F6-B498-43B3-948B-1728B52AA6E4}">
                <adec:decorative xmlns:adec="http://schemas.microsoft.com/office/drawing/2017/decorative" val="1"/>
              </a:ext>
            </a:extLst>
          </p:cNvPr>
          <p:cNvGrpSpPr/>
          <p:nvPr userDrawn="1"/>
        </p:nvGrpSpPr>
        <p:grpSpPr>
          <a:xfrm>
            <a:off x="6875462" y="0"/>
            <a:ext cx="5316538" cy="6858000"/>
            <a:chOff x="6242051" y="0"/>
            <a:chExt cx="5316538" cy="6858000"/>
          </a:xfrm>
        </p:grpSpPr>
        <p:sp>
          <p:nvSpPr>
            <p:cNvPr id="10" name="Shape">
              <a:extLst>
                <a:ext uri="{FF2B5EF4-FFF2-40B4-BE49-F238E27FC236}">
                  <a16:creationId xmlns:a16="http://schemas.microsoft.com/office/drawing/2014/main" id="{05E60E73-F1E3-409B-9111-F5BDA2C949A4}"/>
                </a:ext>
              </a:extLst>
            </p:cNvPr>
            <p:cNvSpPr>
              <a:spLocks/>
            </p:cNvSpPr>
            <p:nvPr userDrawn="1"/>
          </p:nvSpPr>
          <p:spPr bwMode="auto">
            <a:xfrm>
              <a:off x="6307138" y="0"/>
              <a:ext cx="5251450" cy="4816475"/>
            </a:xfrm>
            <a:custGeom>
              <a:avLst/>
              <a:gdLst>
                <a:gd name="T0" fmla="*/ 8701 w 16628"/>
                <a:gd name="T1" fmla="*/ 15209 h 15209"/>
                <a:gd name="T2" fmla="*/ 8701 w 16628"/>
                <a:gd name="T3" fmla="*/ 15209 h 15209"/>
                <a:gd name="T4" fmla="*/ 16628 w 16628"/>
                <a:gd name="T5" fmla="*/ 10101 h 15209"/>
                <a:gd name="T6" fmla="*/ 16628 w 16628"/>
                <a:gd name="T7" fmla="*/ 0 h 15209"/>
                <a:gd name="T8" fmla="*/ 0 w 16628"/>
                <a:gd name="T9" fmla="*/ 0 h 15209"/>
                <a:gd name="T10" fmla="*/ 0 w 16628"/>
                <a:gd name="T11" fmla="*/ 6508 h 15209"/>
                <a:gd name="T12" fmla="*/ 8701 w 16628"/>
                <a:gd name="T13" fmla="*/ 15209 h 15209"/>
              </a:gdLst>
              <a:ahLst/>
              <a:cxnLst>
                <a:cxn ang="0">
                  <a:pos x="T0" y="T1"/>
                </a:cxn>
                <a:cxn ang="0">
                  <a:pos x="T2" y="T3"/>
                </a:cxn>
                <a:cxn ang="0">
                  <a:pos x="T4" y="T5"/>
                </a:cxn>
                <a:cxn ang="0">
                  <a:pos x="T6" y="T7"/>
                </a:cxn>
                <a:cxn ang="0">
                  <a:pos x="T8" y="T9"/>
                </a:cxn>
                <a:cxn ang="0">
                  <a:pos x="T10" y="T11"/>
                </a:cxn>
                <a:cxn ang="0">
                  <a:pos x="T12" y="T13"/>
                </a:cxn>
              </a:cxnLst>
              <a:rect l="0" t="0" r="r" b="b"/>
              <a:pathLst>
                <a:path w="16628" h="15209">
                  <a:moveTo>
                    <a:pt x="8701" y="15209"/>
                  </a:moveTo>
                  <a:cubicBezTo>
                    <a:pt x="8701" y="15209"/>
                    <a:pt x="8701" y="15209"/>
                    <a:pt x="8701" y="15209"/>
                  </a:cubicBezTo>
                  <a:cubicBezTo>
                    <a:pt x="12225" y="15209"/>
                    <a:pt x="15260" y="13114"/>
                    <a:pt x="16628" y="10101"/>
                  </a:cubicBezTo>
                  <a:cubicBezTo>
                    <a:pt x="16628" y="0"/>
                    <a:pt x="16628" y="0"/>
                    <a:pt x="16628" y="0"/>
                  </a:cubicBezTo>
                  <a:cubicBezTo>
                    <a:pt x="0" y="0"/>
                    <a:pt x="0" y="0"/>
                    <a:pt x="0" y="0"/>
                  </a:cubicBezTo>
                  <a:cubicBezTo>
                    <a:pt x="0" y="6508"/>
                    <a:pt x="0" y="6508"/>
                    <a:pt x="0" y="6508"/>
                  </a:cubicBezTo>
                  <a:cubicBezTo>
                    <a:pt x="0" y="11314"/>
                    <a:pt x="3896" y="15209"/>
                    <a:pt x="8701" y="15209"/>
                  </a:cubicBezTo>
                  <a:close/>
                </a:path>
              </a:pathLst>
            </a:custGeom>
            <a:solidFill>
              <a:srgbClr val="37363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1" name="Shape">
              <a:extLst>
                <a:ext uri="{FF2B5EF4-FFF2-40B4-BE49-F238E27FC236}">
                  <a16:creationId xmlns:a16="http://schemas.microsoft.com/office/drawing/2014/main" id="{5E1EC7C4-B361-4504-AACA-92C6878833E5}"/>
                </a:ext>
              </a:extLst>
            </p:cNvPr>
            <p:cNvSpPr>
              <a:spLocks/>
            </p:cNvSpPr>
            <p:nvPr userDrawn="1"/>
          </p:nvSpPr>
          <p:spPr bwMode="auto">
            <a:xfrm>
              <a:off x="6242051" y="4870450"/>
              <a:ext cx="5316538" cy="1987550"/>
            </a:xfrm>
            <a:custGeom>
              <a:avLst/>
              <a:gdLst>
                <a:gd name="T0" fmla="*/ 8906 w 16833"/>
                <a:gd name="T1" fmla="*/ 0 h 6279"/>
                <a:gd name="T2" fmla="*/ 0 w 16833"/>
                <a:gd name="T3" fmla="*/ 6279 h 6279"/>
                <a:gd name="T4" fmla="*/ 16833 w 16833"/>
                <a:gd name="T5" fmla="*/ 6279 h 6279"/>
                <a:gd name="T6" fmla="*/ 16833 w 16833"/>
                <a:gd name="T7" fmla="*/ 4302 h 6279"/>
                <a:gd name="T8" fmla="*/ 8906 w 16833"/>
                <a:gd name="T9" fmla="*/ 0 h 6279"/>
              </a:gdLst>
              <a:ahLst/>
              <a:cxnLst>
                <a:cxn ang="0">
                  <a:pos x="T0" y="T1"/>
                </a:cxn>
                <a:cxn ang="0">
                  <a:pos x="T2" y="T3"/>
                </a:cxn>
                <a:cxn ang="0">
                  <a:pos x="T4" y="T5"/>
                </a:cxn>
                <a:cxn ang="0">
                  <a:pos x="T6" y="T7"/>
                </a:cxn>
                <a:cxn ang="0">
                  <a:pos x="T8" y="T9"/>
                </a:cxn>
              </a:cxnLst>
              <a:rect l="0" t="0" r="r" b="b"/>
              <a:pathLst>
                <a:path w="16833" h="6279">
                  <a:moveTo>
                    <a:pt x="8906" y="0"/>
                  </a:moveTo>
                  <a:cubicBezTo>
                    <a:pt x="4799" y="0"/>
                    <a:pt x="1304" y="2619"/>
                    <a:pt x="0" y="6279"/>
                  </a:cubicBezTo>
                  <a:cubicBezTo>
                    <a:pt x="16833" y="6279"/>
                    <a:pt x="16833" y="6279"/>
                    <a:pt x="16833" y="6279"/>
                  </a:cubicBezTo>
                  <a:cubicBezTo>
                    <a:pt x="16833" y="4302"/>
                    <a:pt x="16833" y="4302"/>
                    <a:pt x="16833" y="4302"/>
                  </a:cubicBezTo>
                  <a:cubicBezTo>
                    <a:pt x="15147" y="1712"/>
                    <a:pt x="12227" y="0"/>
                    <a:pt x="8906" y="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pic>
        <p:nvPicPr>
          <p:cNvPr id="12" name="Deakin Logo" descr="Deakin Logo">
            <a:extLst>
              <a:ext uri="{FF2B5EF4-FFF2-40B4-BE49-F238E27FC236}">
                <a16:creationId xmlns:a16="http://schemas.microsoft.com/office/drawing/2014/main" id="{69E87CCB-CBBD-4B69-825A-5D4AEE28011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812748" y="3951912"/>
            <a:ext cx="1688726" cy="1686238"/>
          </a:xfrm>
          <a:prstGeom prst="rect">
            <a:avLst/>
          </a:prstGeom>
        </p:spPr>
      </p:pic>
      <p:sp>
        <p:nvSpPr>
          <p:cNvPr id="8" name="Footer/CRICOS">
            <a:extLst>
              <a:ext uri="{FF2B5EF4-FFF2-40B4-BE49-F238E27FC236}">
                <a16:creationId xmlns:a16="http://schemas.microsoft.com/office/drawing/2014/main" id="{424D3D2D-A426-4BD9-877D-F0CB32F00FF5}"/>
              </a:ext>
            </a:extLst>
          </p:cNvPr>
          <p:cNvSpPr>
            <a:spLocks noGrp="1"/>
          </p:cNvSpPr>
          <p:nvPr>
            <p:ph type="ftr" sz="quarter" idx="11"/>
          </p:nvPr>
        </p:nvSpPr>
        <p:spPr/>
        <p:txBody>
          <a:bodyPr/>
          <a:lstStyle/>
          <a:p>
            <a:r>
              <a:rPr lang="en-AU"/>
              <a:t>Deakin University CRICOS Provider Code: 00113B</a:t>
            </a:r>
            <a:endParaRPr lang="en-GB" dirty="0"/>
          </a:p>
        </p:txBody>
      </p:sp>
    </p:spTree>
    <p:extLst>
      <p:ext uri="{BB962C8B-B14F-4D97-AF65-F5344CB8AC3E}">
        <p14:creationId xmlns:p14="http://schemas.microsoft.com/office/powerpoint/2010/main" val="16628762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B">
    <p:spTree>
      <p:nvGrpSpPr>
        <p:cNvPr id="1" name=""/>
        <p:cNvGrpSpPr/>
        <p:nvPr/>
      </p:nvGrpSpPr>
      <p:grpSpPr>
        <a:xfrm>
          <a:off x="0" y="0"/>
          <a:ext cx="0" cy="0"/>
          <a:chOff x="0" y="0"/>
          <a:chExt cx="0" cy="0"/>
        </a:xfrm>
      </p:grpSpPr>
      <p:sp>
        <p:nvSpPr>
          <p:cNvPr id="13" name="Background">
            <a:extLst>
              <a:ext uri="{FF2B5EF4-FFF2-40B4-BE49-F238E27FC236}">
                <a16:creationId xmlns:a16="http://schemas.microsoft.com/office/drawing/2014/main" id="{301BC1A6-FA88-4814-A368-FA1F0C3E5EF9}"/>
              </a:ext>
              <a:ext uri="{C183D7F6-B498-43B3-948B-1728B52AA6E4}">
                <adec:decorative xmlns:adec="http://schemas.microsoft.com/office/drawing/2017/decorative" val="1"/>
              </a:ext>
            </a:extLst>
          </p:cNvPr>
          <p:cNvSpPr/>
          <p:nvPr userDrawn="1"/>
        </p:nvSpPr>
        <p:spPr>
          <a:xfrm>
            <a:off x="0" y="0"/>
            <a:ext cx="12191999" cy="6858000"/>
          </a:xfrm>
          <a:prstGeom prst="rect">
            <a:avLst/>
          </a:prstGeom>
          <a:solidFill>
            <a:srgbClr val="3736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p:cNvSpPr>
            <a:spLocks noGrp="1"/>
          </p:cNvSpPr>
          <p:nvPr>
            <p:ph type="ctrTitle" hasCustomPrompt="1"/>
          </p:nvPr>
        </p:nvSpPr>
        <p:spPr>
          <a:xfrm>
            <a:off x="403907" y="1122363"/>
            <a:ext cx="5040000" cy="1835208"/>
          </a:xfrm>
        </p:spPr>
        <p:txBody>
          <a:bodyPr anchor="b"/>
          <a:lstStyle>
            <a:lvl1pPr algn="l">
              <a:defRPr sz="4500" b="0">
                <a:solidFill>
                  <a:schemeClr val="bg1"/>
                </a:solidFill>
              </a:defRPr>
            </a:lvl1pPr>
          </a:lstStyle>
          <a:p>
            <a:r>
              <a:rPr lang="en-US" dirty="0"/>
              <a:t>Click to add title</a:t>
            </a:r>
            <a:endParaRPr lang="en-GB" dirty="0"/>
          </a:p>
        </p:txBody>
      </p:sp>
      <p:sp>
        <p:nvSpPr>
          <p:cNvPr id="3" name="Subtitle"/>
          <p:cNvSpPr>
            <a:spLocks noGrp="1"/>
          </p:cNvSpPr>
          <p:nvPr>
            <p:ph type="subTitle" idx="1" hasCustomPrompt="1"/>
          </p:nvPr>
        </p:nvSpPr>
        <p:spPr>
          <a:xfrm>
            <a:off x="403908" y="3051740"/>
            <a:ext cx="5040000" cy="2206060"/>
          </a:xfrm>
        </p:spPr>
        <p:txBody>
          <a:bodyPr/>
          <a:lstStyle>
            <a:lvl1pPr marL="0" indent="0" algn="l">
              <a:buNone/>
              <a:defRPr sz="25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endParaRPr lang="en-GB" dirty="0"/>
          </a:p>
        </p:txBody>
      </p:sp>
      <p:grpSp>
        <p:nvGrpSpPr>
          <p:cNvPr id="9" name="Graphics">
            <a:extLst>
              <a:ext uri="{FF2B5EF4-FFF2-40B4-BE49-F238E27FC236}">
                <a16:creationId xmlns:a16="http://schemas.microsoft.com/office/drawing/2014/main" id="{C1BCF969-F22E-4363-BD98-B53B34219A98}"/>
              </a:ext>
              <a:ext uri="{C183D7F6-B498-43B3-948B-1728B52AA6E4}">
                <adec:decorative xmlns:adec="http://schemas.microsoft.com/office/drawing/2017/decorative" val="1"/>
              </a:ext>
            </a:extLst>
          </p:cNvPr>
          <p:cNvGrpSpPr/>
          <p:nvPr userDrawn="1"/>
        </p:nvGrpSpPr>
        <p:grpSpPr>
          <a:xfrm>
            <a:off x="6875462" y="0"/>
            <a:ext cx="5316538" cy="6858000"/>
            <a:chOff x="6242051" y="0"/>
            <a:chExt cx="5316538" cy="6858000"/>
          </a:xfrm>
        </p:grpSpPr>
        <p:sp>
          <p:nvSpPr>
            <p:cNvPr id="10" name="Shape">
              <a:extLst>
                <a:ext uri="{FF2B5EF4-FFF2-40B4-BE49-F238E27FC236}">
                  <a16:creationId xmlns:a16="http://schemas.microsoft.com/office/drawing/2014/main" id="{05E60E73-F1E3-409B-9111-F5BDA2C949A4}"/>
                </a:ext>
              </a:extLst>
            </p:cNvPr>
            <p:cNvSpPr>
              <a:spLocks/>
            </p:cNvSpPr>
            <p:nvPr userDrawn="1"/>
          </p:nvSpPr>
          <p:spPr bwMode="auto">
            <a:xfrm>
              <a:off x="6307138" y="0"/>
              <a:ext cx="5251450" cy="4816475"/>
            </a:xfrm>
            <a:custGeom>
              <a:avLst/>
              <a:gdLst>
                <a:gd name="T0" fmla="*/ 8701 w 16628"/>
                <a:gd name="T1" fmla="*/ 15209 h 15209"/>
                <a:gd name="T2" fmla="*/ 8701 w 16628"/>
                <a:gd name="T3" fmla="*/ 15209 h 15209"/>
                <a:gd name="T4" fmla="*/ 16628 w 16628"/>
                <a:gd name="T5" fmla="*/ 10101 h 15209"/>
                <a:gd name="T6" fmla="*/ 16628 w 16628"/>
                <a:gd name="T7" fmla="*/ 0 h 15209"/>
                <a:gd name="T8" fmla="*/ 0 w 16628"/>
                <a:gd name="T9" fmla="*/ 0 h 15209"/>
                <a:gd name="T10" fmla="*/ 0 w 16628"/>
                <a:gd name="T11" fmla="*/ 6508 h 15209"/>
                <a:gd name="T12" fmla="*/ 8701 w 16628"/>
                <a:gd name="T13" fmla="*/ 15209 h 15209"/>
              </a:gdLst>
              <a:ahLst/>
              <a:cxnLst>
                <a:cxn ang="0">
                  <a:pos x="T0" y="T1"/>
                </a:cxn>
                <a:cxn ang="0">
                  <a:pos x="T2" y="T3"/>
                </a:cxn>
                <a:cxn ang="0">
                  <a:pos x="T4" y="T5"/>
                </a:cxn>
                <a:cxn ang="0">
                  <a:pos x="T6" y="T7"/>
                </a:cxn>
                <a:cxn ang="0">
                  <a:pos x="T8" y="T9"/>
                </a:cxn>
                <a:cxn ang="0">
                  <a:pos x="T10" y="T11"/>
                </a:cxn>
                <a:cxn ang="0">
                  <a:pos x="T12" y="T13"/>
                </a:cxn>
              </a:cxnLst>
              <a:rect l="0" t="0" r="r" b="b"/>
              <a:pathLst>
                <a:path w="16628" h="15209">
                  <a:moveTo>
                    <a:pt x="8701" y="15209"/>
                  </a:moveTo>
                  <a:cubicBezTo>
                    <a:pt x="8701" y="15209"/>
                    <a:pt x="8701" y="15209"/>
                    <a:pt x="8701" y="15209"/>
                  </a:cubicBezTo>
                  <a:cubicBezTo>
                    <a:pt x="12225" y="15209"/>
                    <a:pt x="15260" y="13114"/>
                    <a:pt x="16628" y="10101"/>
                  </a:cubicBezTo>
                  <a:cubicBezTo>
                    <a:pt x="16628" y="0"/>
                    <a:pt x="16628" y="0"/>
                    <a:pt x="16628" y="0"/>
                  </a:cubicBezTo>
                  <a:cubicBezTo>
                    <a:pt x="0" y="0"/>
                    <a:pt x="0" y="0"/>
                    <a:pt x="0" y="0"/>
                  </a:cubicBezTo>
                  <a:cubicBezTo>
                    <a:pt x="0" y="6508"/>
                    <a:pt x="0" y="6508"/>
                    <a:pt x="0" y="6508"/>
                  </a:cubicBezTo>
                  <a:cubicBezTo>
                    <a:pt x="0" y="11314"/>
                    <a:pt x="3896" y="15209"/>
                    <a:pt x="8701" y="15209"/>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1" name="Shape">
              <a:extLst>
                <a:ext uri="{FF2B5EF4-FFF2-40B4-BE49-F238E27FC236}">
                  <a16:creationId xmlns:a16="http://schemas.microsoft.com/office/drawing/2014/main" id="{5E1EC7C4-B361-4504-AACA-92C6878833E5}"/>
                </a:ext>
              </a:extLst>
            </p:cNvPr>
            <p:cNvSpPr>
              <a:spLocks/>
            </p:cNvSpPr>
            <p:nvPr userDrawn="1"/>
          </p:nvSpPr>
          <p:spPr bwMode="auto">
            <a:xfrm>
              <a:off x="6242051" y="4870450"/>
              <a:ext cx="5316538" cy="1987550"/>
            </a:xfrm>
            <a:custGeom>
              <a:avLst/>
              <a:gdLst>
                <a:gd name="T0" fmla="*/ 8906 w 16833"/>
                <a:gd name="T1" fmla="*/ 0 h 6279"/>
                <a:gd name="T2" fmla="*/ 0 w 16833"/>
                <a:gd name="T3" fmla="*/ 6279 h 6279"/>
                <a:gd name="T4" fmla="*/ 16833 w 16833"/>
                <a:gd name="T5" fmla="*/ 6279 h 6279"/>
                <a:gd name="T6" fmla="*/ 16833 w 16833"/>
                <a:gd name="T7" fmla="*/ 4302 h 6279"/>
                <a:gd name="T8" fmla="*/ 8906 w 16833"/>
                <a:gd name="T9" fmla="*/ 0 h 6279"/>
              </a:gdLst>
              <a:ahLst/>
              <a:cxnLst>
                <a:cxn ang="0">
                  <a:pos x="T0" y="T1"/>
                </a:cxn>
                <a:cxn ang="0">
                  <a:pos x="T2" y="T3"/>
                </a:cxn>
                <a:cxn ang="0">
                  <a:pos x="T4" y="T5"/>
                </a:cxn>
                <a:cxn ang="0">
                  <a:pos x="T6" y="T7"/>
                </a:cxn>
                <a:cxn ang="0">
                  <a:pos x="T8" y="T9"/>
                </a:cxn>
              </a:cxnLst>
              <a:rect l="0" t="0" r="r" b="b"/>
              <a:pathLst>
                <a:path w="16833" h="6279">
                  <a:moveTo>
                    <a:pt x="8906" y="0"/>
                  </a:moveTo>
                  <a:cubicBezTo>
                    <a:pt x="4799" y="0"/>
                    <a:pt x="1304" y="2619"/>
                    <a:pt x="0" y="6279"/>
                  </a:cubicBezTo>
                  <a:cubicBezTo>
                    <a:pt x="16833" y="6279"/>
                    <a:pt x="16833" y="6279"/>
                    <a:pt x="16833" y="6279"/>
                  </a:cubicBezTo>
                  <a:cubicBezTo>
                    <a:pt x="16833" y="4302"/>
                    <a:pt x="16833" y="4302"/>
                    <a:pt x="16833" y="4302"/>
                  </a:cubicBezTo>
                  <a:cubicBezTo>
                    <a:pt x="15147" y="1712"/>
                    <a:pt x="12227" y="0"/>
                    <a:pt x="8906" y="0"/>
                  </a:cubicBez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pic>
        <p:nvPicPr>
          <p:cNvPr id="12" name="Deakin Logo" descr="Deakin Logo">
            <a:extLst>
              <a:ext uri="{FF2B5EF4-FFF2-40B4-BE49-F238E27FC236}">
                <a16:creationId xmlns:a16="http://schemas.microsoft.com/office/drawing/2014/main" id="{69E87CCB-CBBD-4B69-825A-5D4AEE28011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812748" y="3951912"/>
            <a:ext cx="1688726" cy="1686238"/>
          </a:xfrm>
          <a:prstGeom prst="rect">
            <a:avLst/>
          </a:prstGeom>
        </p:spPr>
      </p:pic>
      <p:sp>
        <p:nvSpPr>
          <p:cNvPr id="8" name="Footer/CRICOS">
            <a:extLst>
              <a:ext uri="{FF2B5EF4-FFF2-40B4-BE49-F238E27FC236}">
                <a16:creationId xmlns:a16="http://schemas.microsoft.com/office/drawing/2014/main" id="{B6F97662-707E-4F74-81B3-6A1B2ABE9BE5}"/>
              </a:ext>
            </a:extLst>
          </p:cNvPr>
          <p:cNvSpPr>
            <a:spLocks noGrp="1"/>
          </p:cNvSpPr>
          <p:nvPr>
            <p:ph type="ftr" sz="quarter" idx="11"/>
          </p:nvPr>
        </p:nvSpPr>
        <p:spPr/>
        <p:txBody>
          <a:bodyPr/>
          <a:lstStyle>
            <a:lvl1pPr>
              <a:defRPr>
                <a:solidFill>
                  <a:schemeClr val="bg1"/>
                </a:solidFill>
              </a:defRPr>
            </a:lvl1pPr>
          </a:lstStyle>
          <a:p>
            <a:r>
              <a:rPr lang="en-AU" dirty="0"/>
              <a:t>Deakin University CRICOS Provider Code: 00113B</a:t>
            </a:r>
            <a:endParaRPr lang="en-GB" dirty="0"/>
          </a:p>
        </p:txBody>
      </p:sp>
    </p:spTree>
    <p:extLst>
      <p:ext uri="{BB962C8B-B14F-4D97-AF65-F5344CB8AC3E}">
        <p14:creationId xmlns:p14="http://schemas.microsoft.com/office/powerpoint/2010/main" val="2608369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C">
    <p:spTree>
      <p:nvGrpSpPr>
        <p:cNvPr id="1" name=""/>
        <p:cNvGrpSpPr/>
        <p:nvPr/>
      </p:nvGrpSpPr>
      <p:grpSpPr>
        <a:xfrm>
          <a:off x="0" y="0"/>
          <a:ext cx="0" cy="0"/>
          <a:chOff x="0" y="0"/>
          <a:chExt cx="0" cy="0"/>
        </a:xfrm>
      </p:grpSpPr>
      <p:sp>
        <p:nvSpPr>
          <p:cNvPr id="13" name="Background">
            <a:extLst>
              <a:ext uri="{FF2B5EF4-FFF2-40B4-BE49-F238E27FC236}">
                <a16:creationId xmlns:a16="http://schemas.microsoft.com/office/drawing/2014/main" id="{301BC1A6-FA88-4814-A368-FA1F0C3E5EF9}"/>
              </a:ext>
              <a:ext uri="{C183D7F6-B498-43B3-948B-1728B52AA6E4}">
                <adec:decorative xmlns:adec="http://schemas.microsoft.com/office/drawing/2017/decorative" val="1"/>
              </a:ext>
            </a:extLst>
          </p:cNvPr>
          <p:cNvSpPr/>
          <p:nvPr userDrawn="1"/>
        </p:nvSpPr>
        <p:spPr>
          <a:xfrm>
            <a:off x="0" y="0"/>
            <a:ext cx="1219199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p:cNvSpPr>
            <a:spLocks noGrp="1"/>
          </p:cNvSpPr>
          <p:nvPr>
            <p:ph type="ctrTitle" hasCustomPrompt="1"/>
          </p:nvPr>
        </p:nvSpPr>
        <p:spPr>
          <a:xfrm>
            <a:off x="403907" y="1122363"/>
            <a:ext cx="5040000" cy="1835208"/>
          </a:xfrm>
        </p:spPr>
        <p:txBody>
          <a:bodyPr anchor="b"/>
          <a:lstStyle>
            <a:lvl1pPr algn="l">
              <a:defRPr sz="4500" b="0">
                <a:solidFill>
                  <a:schemeClr val="tx1"/>
                </a:solidFill>
              </a:defRPr>
            </a:lvl1pPr>
          </a:lstStyle>
          <a:p>
            <a:r>
              <a:rPr lang="en-US" dirty="0"/>
              <a:t>Click to add title</a:t>
            </a:r>
            <a:endParaRPr lang="en-GB" dirty="0"/>
          </a:p>
        </p:txBody>
      </p:sp>
      <p:sp>
        <p:nvSpPr>
          <p:cNvPr id="3" name="Subtitle"/>
          <p:cNvSpPr>
            <a:spLocks noGrp="1"/>
          </p:cNvSpPr>
          <p:nvPr>
            <p:ph type="subTitle" idx="1" hasCustomPrompt="1"/>
          </p:nvPr>
        </p:nvSpPr>
        <p:spPr>
          <a:xfrm>
            <a:off x="403908" y="3051740"/>
            <a:ext cx="5040000" cy="2206060"/>
          </a:xfrm>
        </p:spPr>
        <p:txBody>
          <a:bodyPr/>
          <a:lstStyle>
            <a:lvl1pPr marL="0" indent="0" algn="l">
              <a:buNone/>
              <a:defRPr sz="25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endParaRPr lang="en-GB" dirty="0"/>
          </a:p>
        </p:txBody>
      </p:sp>
      <p:sp>
        <p:nvSpPr>
          <p:cNvPr id="14" name="Picture Placeholder" descr="Image Placeholder">
            <a:extLst>
              <a:ext uri="{FF2B5EF4-FFF2-40B4-BE49-F238E27FC236}">
                <a16:creationId xmlns:a16="http://schemas.microsoft.com/office/drawing/2014/main" id="{30A4702B-2D34-4ADF-9BC5-6B1C45BD0F79}"/>
              </a:ext>
            </a:extLst>
          </p:cNvPr>
          <p:cNvSpPr>
            <a:spLocks noGrp="1"/>
          </p:cNvSpPr>
          <p:nvPr>
            <p:ph type="pic" sz="quarter" idx="12"/>
          </p:nvPr>
        </p:nvSpPr>
        <p:spPr>
          <a:xfrm>
            <a:off x="6940548" y="0"/>
            <a:ext cx="5251450" cy="4816475"/>
          </a:xfrm>
          <a:custGeom>
            <a:avLst/>
            <a:gdLst>
              <a:gd name="connsiteX0" fmla="*/ 0 w 5251450"/>
              <a:gd name="connsiteY0" fmla="*/ 0 h 4816475"/>
              <a:gd name="connsiteX1" fmla="*/ 5251450 w 5251450"/>
              <a:gd name="connsiteY1" fmla="*/ 0 h 4816475"/>
              <a:gd name="connsiteX2" fmla="*/ 5251450 w 5251450"/>
              <a:gd name="connsiteY2" fmla="*/ 3198844 h 4816475"/>
              <a:gd name="connsiteX3" fmla="*/ 2747947 w 5251450"/>
              <a:gd name="connsiteY3" fmla="*/ 4816475 h 4816475"/>
              <a:gd name="connsiteX4" fmla="*/ 0 w 5251450"/>
              <a:gd name="connsiteY4" fmla="*/ 2060992 h 4816475"/>
              <a:gd name="connsiteX5" fmla="*/ 0 w 5251450"/>
              <a:gd name="connsiteY5" fmla="*/ 0 h 4816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51450" h="4816475">
                <a:moveTo>
                  <a:pt x="0" y="0"/>
                </a:moveTo>
                <a:cubicBezTo>
                  <a:pt x="0" y="0"/>
                  <a:pt x="0" y="0"/>
                  <a:pt x="5251450" y="0"/>
                </a:cubicBezTo>
                <a:cubicBezTo>
                  <a:pt x="5251450" y="0"/>
                  <a:pt x="5251450" y="0"/>
                  <a:pt x="5251450" y="3198844"/>
                </a:cubicBezTo>
                <a:cubicBezTo>
                  <a:pt x="4819409" y="4153018"/>
                  <a:pt x="3860896" y="4816475"/>
                  <a:pt x="2747947" y="4816475"/>
                </a:cubicBezTo>
                <a:cubicBezTo>
                  <a:pt x="1230434" y="4816475"/>
                  <a:pt x="0" y="3582984"/>
                  <a:pt x="0" y="2060992"/>
                </a:cubicBezTo>
                <a:cubicBezTo>
                  <a:pt x="0" y="2060992"/>
                  <a:pt x="0" y="2060992"/>
                  <a:pt x="0" y="0"/>
                </a:cubicBezTo>
                <a:close/>
              </a:path>
            </a:pathLst>
          </a:custGeom>
          <a:solidFill>
            <a:schemeClr val="accent6">
              <a:lumMod val="90000"/>
            </a:schemeClr>
          </a:solidFill>
        </p:spPr>
        <p:txBody>
          <a:bodyPr wrap="square" lIns="144000" tIns="144000">
            <a:noAutofit/>
          </a:bodyPr>
          <a:lstStyle>
            <a:lvl1pPr>
              <a:defRPr sz="1400">
                <a:solidFill>
                  <a:schemeClr val="bg1"/>
                </a:solidFill>
              </a:defRPr>
            </a:lvl1pPr>
          </a:lstStyle>
          <a:p>
            <a:r>
              <a:rPr lang="en-GB"/>
              <a:t>Click icon to add picture</a:t>
            </a:r>
          </a:p>
        </p:txBody>
      </p:sp>
      <p:sp>
        <p:nvSpPr>
          <p:cNvPr id="11" name="Graphic">
            <a:extLst>
              <a:ext uri="{FF2B5EF4-FFF2-40B4-BE49-F238E27FC236}">
                <a16:creationId xmlns:a16="http://schemas.microsoft.com/office/drawing/2014/main" id="{5E1EC7C4-B361-4504-AACA-92C6878833E5}"/>
              </a:ext>
              <a:ext uri="{C183D7F6-B498-43B3-948B-1728B52AA6E4}">
                <adec:decorative xmlns:adec="http://schemas.microsoft.com/office/drawing/2017/decorative" val="1"/>
              </a:ext>
            </a:extLst>
          </p:cNvPr>
          <p:cNvSpPr>
            <a:spLocks/>
          </p:cNvSpPr>
          <p:nvPr userDrawn="1"/>
        </p:nvSpPr>
        <p:spPr bwMode="auto">
          <a:xfrm>
            <a:off x="6875462" y="4870450"/>
            <a:ext cx="5316538" cy="1987550"/>
          </a:xfrm>
          <a:custGeom>
            <a:avLst/>
            <a:gdLst>
              <a:gd name="T0" fmla="*/ 8906 w 16833"/>
              <a:gd name="T1" fmla="*/ 0 h 6279"/>
              <a:gd name="T2" fmla="*/ 0 w 16833"/>
              <a:gd name="T3" fmla="*/ 6279 h 6279"/>
              <a:gd name="T4" fmla="*/ 16833 w 16833"/>
              <a:gd name="T5" fmla="*/ 6279 h 6279"/>
              <a:gd name="T6" fmla="*/ 16833 w 16833"/>
              <a:gd name="T7" fmla="*/ 4302 h 6279"/>
              <a:gd name="T8" fmla="*/ 8906 w 16833"/>
              <a:gd name="T9" fmla="*/ 0 h 6279"/>
            </a:gdLst>
            <a:ahLst/>
            <a:cxnLst>
              <a:cxn ang="0">
                <a:pos x="T0" y="T1"/>
              </a:cxn>
              <a:cxn ang="0">
                <a:pos x="T2" y="T3"/>
              </a:cxn>
              <a:cxn ang="0">
                <a:pos x="T4" y="T5"/>
              </a:cxn>
              <a:cxn ang="0">
                <a:pos x="T6" y="T7"/>
              </a:cxn>
              <a:cxn ang="0">
                <a:pos x="T8" y="T9"/>
              </a:cxn>
            </a:cxnLst>
            <a:rect l="0" t="0" r="r" b="b"/>
            <a:pathLst>
              <a:path w="16833" h="6279">
                <a:moveTo>
                  <a:pt x="8906" y="0"/>
                </a:moveTo>
                <a:cubicBezTo>
                  <a:pt x="4799" y="0"/>
                  <a:pt x="1304" y="2619"/>
                  <a:pt x="0" y="6279"/>
                </a:cubicBezTo>
                <a:cubicBezTo>
                  <a:pt x="16833" y="6279"/>
                  <a:pt x="16833" y="6279"/>
                  <a:pt x="16833" y="6279"/>
                </a:cubicBezTo>
                <a:cubicBezTo>
                  <a:pt x="16833" y="4302"/>
                  <a:pt x="16833" y="4302"/>
                  <a:pt x="16833" y="4302"/>
                </a:cubicBezTo>
                <a:cubicBezTo>
                  <a:pt x="15147" y="1712"/>
                  <a:pt x="12227" y="0"/>
                  <a:pt x="8906" y="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sp>
        <p:nvSpPr>
          <p:cNvPr id="15" name="Deakin Logo" descr="Deakin Logo">
            <a:extLst>
              <a:ext uri="{FF2B5EF4-FFF2-40B4-BE49-F238E27FC236}">
                <a16:creationId xmlns:a16="http://schemas.microsoft.com/office/drawing/2014/main" id="{86A7A4D3-DC75-4624-B5C5-55F94869F68C}"/>
              </a:ext>
            </a:extLst>
          </p:cNvPr>
          <p:cNvSpPr>
            <a:spLocks noGrp="1" noChangeAspect="1"/>
          </p:cNvSpPr>
          <p:nvPr>
            <p:ph type="body" sz="quarter" idx="19" hasCustomPrompt="1"/>
          </p:nvPr>
        </p:nvSpPr>
        <p:spPr>
          <a:xfrm>
            <a:off x="8807877" y="3944914"/>
            <a:ext cx="1699200" cy="1699200"/>
          </a:xfrm>
          <a:blipFill dpi="0" rotWithShape="1">
            <a:blip r:embed="rId2" cstate="screen">
              <a:extLst>
                <a:ext uri="{28A0092B-C50C-407E-A947-70E740481C1C}">
                  <a14:useLocalDpi xmlns:a14="http://schemas.microsoft.com/office/drawing/2010/main"/>
                </a:ext>
              </a:extLst>
            </a:blip>
            <a:srcRect/>
            <a:stretch>
              <a:fillRect/>
            </a:stretch>
          </a:blipFill>
        </p:spPr>
        <p:txBody>
          <a:bodyPr/>
          <a:lstStyle>
            <a:lvl1pPr>
              <a:lnSpc>
                <a:spcPct val="100000"/>
              </a:lnSpc>
              <a:spcBef>
                <a:spcPts val="0"/>
              </a:spcBef>
              <a:spcAft>
                <a:spcPts val="0"/>
              </a:spcAft>
              <a:defRPr sz="200">
                <a:solidFill>
                  <a:schemeClr val="bg1"/>
                </a:solidFill>
              </a:defRPr>
            </a:lvl1pPr>
            <a:lvl2pPr>
              <a:spcBef>
                <a:spcPts val="0"/>
              </a:spcBef>
              <a:defRPr sz="200">
                <a:solidFill>
                  <a:schemeClr val="bg1"/>
                </a:solidFill>
              </a:defRPr>
            </a:lvl2pPr>
            <a:lvl3pPr marL="0" indent="0">
              <a:spcBef>
                <a:spcPts val="0"/>
              </a:spcBef>
              <a:buNone/>
              <a:defRPr sz="200">
                <a:solidFill>
                  <a:schemeClr val="bg1"/>
                </a:solidFill>
              </a:defRPr>
            </a:lvl3pPr>
            <a:lvl4pPr marL="0" indent="0">
              <a:spcBef>
                <a:spcPts val="0"/>
              </a:spcBef>
              <a:buNone/>
              <a:defRPr sz="200">
                <a:solidFill>
                  <a:schemeClr val="bg1"/>
                </a:solidFill>
              </a:defRPr>
            </a:lvl4pPr>
            <a:lvl5pPr marL="0">
              <a:spcBef>
                <a:spcPts val="0"/>
              </a:spcBef>
              <a:defRPr sz="200">
                <a:solidFill>
                  <a:schemeClr val="bg1"/>
                </a:solidFill>
              </a:defRPr>
            </a:lvl5pPr>
            <a:lvl6pPr>
              <a:spcBef>
                <a:spcPts val="0"/>
              </a:spcBef>
              <a:defRPr sz="200">
                <a:solidFill>
                  <a:schemeClr val="bg1"/>
                </a:solidFill>
              </a:defRPr>
            </a:lvl6pPr>
            <a:lvl7pPr>
              <a:spcBef>
                <a:spcPts val="0"/>
              </a:spcBef>
              <a:defRPr sz="200">
                <a:solidFill>
                  <a:schemeClr val="bg1"/>
                </a:solidFill>
              </a:defRPr>
            </a:lvl7pPr>
            <a:lvl8pPr>
              <a:spcBef>
                <a:spcPts val="0"/>
              </a:spcBef>
              <a:defRPr sz="200">
                <a:solidFill>
                  <a:schemeClr val="bg1"/>
                </a:solidFill>
              </a:defRPr>
            </a:lvl8pPr>
            <a:lvl9pPr>
              <a:spcBef>
                <a:spcPts val="0"/>
              </a:spcBef>
              <a:defRPr sz="200">
                <a:solidFill>
                  <a:schemeClr val="bg1"/>
                </a:solidFill>
              </a:defRPr>
            </a:lvl9pPr>
          </a:lstStyle>
          <a:p>
            <a:pPr lvl="0"/>
            <a:r>
              <a:rPr lang="en-US" dirty="0"/>
              <a:t>   </a:t>
            </a:r>
            <a:endParaRPr lang="en-AU" dirty="0"/>
          </a:p>
        </p:txBody>
      </p:sp>
      <p:sp>
        <p:nvSpPr>
          <p:cNvPr id="8" name="Footer/CRICOS">
            <a:extLst>
              <a:ext uri="{FF2B5EF4-FFF2-40B4-BE49-F238E27FC236}">
                <a16:creationId xmlns:a16="http://schemas.microsoft.com/office/drawing/2014/main" id="{9382F4FD-F26D-4EEF-AC6B-FCA4EC2B6153}"/>
              </a:ext>
            </a:extLst>
          </p:cNvPr>
          <p:cNvSpPr>
            <a:spLocks noGrp="1"/>
          </p:cNvSpPr>
          <p:nvPr>
            <p:ph type="ftr" sz="quarter" idx="21"/>
          </p:nvPr>
        </p:nvSpPr>
        <p:spPr/>
        <p:txBody>
          <a:bodyPr/>
          <a:lstStyle/>
          <a:p>
            <a:r>
              <a:rPr lang="en-AU"/>
              <a:t>Deakin University CRICOS Provider Code: 00113B</a:t>
            </a:r>
            <a:endParaRPr lang="en-GB" dirty="0"/>
          </a:p>
        </p:txBody>
      </p:sp>
    </p:spTree>
    <p:extLst>
      <p:ext uri="{BB962C8B-B14F-4D97-AF65-F5344CB8AC3E}">
        <p14:creationId xmlns:p14="http://schemas.microsoft.com/office/powerpoint/2010/main" val="13437465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Slide A">
    <p:spTree>
      <p:nvGrpSpPr>
        <p:cNvPr id="1" name=""/>
        <p:cNvGrpSpPr/>
        <p:nvPr/>
      </p:nvGrpSpPr>
      <p:grpSpPr>
        <a:xfrm>
          <a:off x="0" y="0"/>
          <a:ext cx="0" cy="0"/>
          <a:chOff x="0" y="0"/>
          <a:chExt cx="0" cy="0"/>
        </a:xfrm>
      </p:grpSpPr>
      <p:sp>
        <p:nvSpPr>
          <p:cNvPr id="36" name="Background">
            <a:extLst>
              <a:ext uri="{FF2B5EF4-FFF2-40B4-BE49-F238E27FC236}">
                <a16:creationId xmlns:a16="http://schemas.microsoft.com/office/drawing/2014/main" id="{D0474969-1787-479A-924E-1D2D1F2AE7AC}"/>
              </a:ext>
              <a:ext uri="{C183D7F6-B498-43B3-948B-1728B52AA6E4}">
                <adec:decorative xmlns:adec="http://schemas.microsoft.com/office/drawing/2017/decorative" val="1"/>
              </a:ext>
            </a:extLst>
          </p:cNvPr>
          <p:cNvSpPr/>
          <p:nvPr userDrawn="1"/>
        </p:nvSpPr>
        <p:spPr>
          <a:xfrm>
            <a:off x="0" y="0"/>
            <a:ext cx="1219199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Graphic">
            <a:extLst>
              <a:ext uri="{FF2B5EF4-FFF2-40B4-BE49-F238E27FC236}">
                <a16:creationId xmlns:a16="http://schemas.microsoft.com/office/drawing/2014/main" id="{AC22E693-5B73-479C-B297-AC021617C7C9}"/>
              </a:ext>
              <a:ext uri="{C183D7F6-B498-43B3-948B-1728B52AA6E4}">
                <adec:decorative xmlns:adec="http://schemas.microsoft.com/office/drawing/2017/decorative" val="1"/>
              </a:ext>
            </a:extLst>
          </p:cNvPr>
          <p:cNvSpPr>
            <a:spLocks/>
          </p:cNvSpPr>
          <p:nvPr userDrawn="1"/>
        </p:nvSpPr>
        <p:spPr bwMode="auto">
          <a:xfrm>
            <a:off x="0" y="601980"/>
            <a:ext cx="8245719" cy="5657444"/>
          </a:xfrm>
          <a:custGeom>
            <a:avLst/>
            <a:gdLst>
              <a:gd name="connsiteX0" fmla="*/ 0 w 8245719"/>
              <a:gd name="connsiteY0" fmla="*/ 0 h 5657444"/>
              <a:gd name="connsiteX1" fmla="*/ 2413221 w 8245719"/>
              <a:gd name="connsiteY1" fmla="*/ 0 h 5657444"/>
              <a:gd name="connsiteX2" fmla="*/ 2560722 w 8245719"/>
              <a:gd name="connsiteY2" fmla="*/ 0 h 5657444"/>
              <a:gd name="connsiteX3" fmla="*/ 2686080 w 8245719"/>
              <a:gd name="connsiteY3" fmla="*/ 0 h 5657444"/>
              <a:gd name="connsiteX4" fmla="*/ 5416593 w 8245719"/>
              <a:gd name="connsiteY4" fmla="*/ 0 h 5657444"/>
              <a:gd name="connsiteX5" fmla="*/ 8245719 w 8245719"/>
              <a:gd name="connsiteY5" fmla="*/ 2828722 h 5657444"/>
              <a:gd name="connsiteX6" fmla="*/ 5416593 w 8245719"/>
              <a:gd name="connsiteY6" fmla="*/ 5657444 h 5657444"/>
              <a:gd name="connsiteX7" fmla="*/ 2571602 w 8245719"/>
              <a:gd name="connsiteY7" fmla="*/ 5657444 h 5657444"/>
              <a:gd name="connsiteX8" fmla="*/ 2560722 w 8245719"/>
              <a:gd name="connsiteY8" fmla="*/ 5657444 h 5657444"/>
              <a:gd name="connsiteX9" fmla="*/ 2504877 w 8245719"/>
              <a:gd name="connsiteY9" fmla="*/ 5657444 h 5657444"/>
              <a:gd name="connsiteX10" fmla="*/ 2413221 w 8245719"/>
              <a:gd name="connsiteY10" fmla="*/ 5657444 h 5657444"/>
              <a:gd name="connsiteX11" fmla="*/ 0 w 8245719"/>
              <a:gd name="connsiteY11" fmla="*/ 5657444 h 5657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45719" h="5657444">
                <a:moveTo>
                  <a:pt x="0" y="0"/>
                </a:moveTo>
                <a:lnTo>
                  <a:pt x="2413221" y="0"/>
                </a:lnTo>
                <a:lnTo>
                  <a:pt x="2560722" y="0"/>
                </a:lnTo>
                <a:lnTo>
                  <a:pt x="2686080" y="0"/>
                </a:lnTo>
                <a:cubicBezTo>
                  <a:pt x="5416593" y="0"/>
                  <a:pt x="5416593" y="0"/>
                  <a:pt x="5416593" y="0"/>
                </a:cubicBezTo>
                <a:cubicBezTo>
                  <a:pt x="6978474" y="0"/>
                  <a:pt x="8245719" y="1267065"/>
                  <a:pt x="8245719" y="2828722"/>
                </a:cubicBezTo>
                <a:cubicBezTo>
                  <a:pt x="8245719" y="4390380"/>
                  <a:pt x="6978474" y="5657444"/>
                  <a:pt x="5416593" y="5657444"/>
                </a:cubicBezTo>
                <a:cubicBezTo>
                  <a:pt x="3539486" y="5657444"/>
                  <a:pt x="2835570" y="5657444"/>
                  <a:pt x="2571602" y="5657444"/>
                </a:cubicBezTo>
                <a:lnTo>
                  <a:pt x="2560722" y="5657444"/>
                </a:lnTo>
                <a:lnTo>
                  <a:pt x="2504877" y="5657444"/>
                </a:lnTo>
                <a:cubicBezTo>
                  <a:pt x="2413221" y="5657444"/>
                  <a:pt x="2413221" y="5657444"/>
                  <a:pt x="2413221" y="5657444"/>
                </a:cubicBezTo>
                <a:lnTo>
                  <a:pt x="0" y="5657444"/>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AU"/>
          </a:p>
        </p:txBody>
      </p:sp>
      <p:sp>
        <p:nvSpPr>
          <p:cNvPr id="2" name="Title"/>
          <p:cNvSpPr>
            <a:spLocks noGrp="1"/>
          </p:cNvSpPr>
          <p:nvPr userDrawn="1">
            <p:ph type="title" hasCustomPrompt="1"/>
          </p:nvPr>
        </p:nvSpPr>
        <p:spPr>
          <a:xfrm>
            <a:off x="585538" y="1693697"/>
            <a:ext cx="6039852" cy="1490662"/>
          </a:xfrm>
        </p:spPr>
        <p:txBody>
          <a:bodyPr anchor="b"/>
          <a:lstStyle>
            <a:lvl1pPr>
              <a:defRPr sz="4500" b="0">
                <a:solidFill>
                  <a:schemeClr val="bg1"/>
                </a:solidFill>
              </a:defRPr>
            </a:lvl1pPr>
          </a:lstStyle>
          <a:p>
            <a:r>
              <a:rPr lang="en-US" dirty="0"/>
              <a:t>Click to add title</a:t>
            </a:r>
            <a:endParaRPr lang="en-GB" dirty="0"/>
          </a:p>
        </p:txBody>
      </p:sp>
      <p:sp>
        <p:nvSpPr>
          <p:cNvPr id="11" name="Subtitle">
            <a:extLst>
              <a:ext uri="{FF2B5EF4-FFF2-40B4-BE49-F238E27FC236}">
                <a16:creationId xmlns:a16="http://schemas.microsoft.com/office/drawing/2014/main" id="{B36ACC5A-D2CF-40E7-8984-09E0560FD4B7}"/>
              </a:ext>
            </a:extLst>
          </p:cNvPr>
          <p:cNvSpPr>
            <a:spLocks noGrp="1"/>
          </p:cNvSpPr>
          <p:nvPr userDrawn="1">
            <p:ph type="body" sz="quarter" idx="13" hasCustomPrompt="1"/>
          </p:nvPr>
        </p:nvSpPr>
        <p:spPr>
          <a:xfrm>
            <a:off x="584954" y="3212433"/>
            <a:ext cx="6040436" cy="2117140"/>
          </a:xfr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500">
                <a:solidFill>
                  <a:schemeClr val="bg1"/>
                </a:solidFill>
              </a:defRPr>
            </a:lvl1pPr>
            <a:lvl2pPr>
              <a:spcBef>
                <a:spcPts val="0"/>
              </a:spcBef>
              <a:defRPr sz="2500">
                <a:solidFill>
                  <a:schemeClr val="bg1"/>
                </a:solidFill>
              </a:defRPr>
            </a:lvl2pPr>
            <a:lvl3pPr marL="0" indent="0">
              <a:spcBef>
                <a:spcPts val="0"/>
              </a:spcBef>
              <a:buNone/>
              <a:defRPr sz="2500">
                <a:solidFill>
                  <a:schemeClr val="bg1"/>
                </a:solidFill>
              </a:defRPr>
            </a:lvl3pPr>
            <a:lvl4pPr marL="0" indent="0">
              <a:spcBef>
                <a:spcPts val="0"/>
              </a:spcBef>
              <a:buNone/>
              <a:defRPr sz="2500">
                <a:solidFill>
                  <a:schemeClr val="bg1"/>
                </a:solidFill>
              </a:defRPr>
            </a:lvl4pPr>
            <a:lvl5pPr marL="0">
              <a:spcBef>
                <a:spcPts val="0"/>
              </a:spcBef>
              <a:defRPr sz="2500">
                <a:solidFill>
                  <a:schemeClr val="bg1"/>
                </a:solidFill>
              </a:defRPr>
            </a:lvl5pPr>
            <a:lvl6pPr>
              <a:spcBef>
                <a:spcPts val="0"/>
              </a:spcBef>
              <a:defRPr sz="2500">
                <a:solidFill>
                  <a:schemeClr val="bg1"/>
                </a:solidFill>
              </a:defRPr>
            </a:lvl6pPr>
            <a:lvl7pPr>
              <a:spcBef>
                <a:spcPts val="0"/>
              </a:spcBef>
              <a:defRPr sz="2500">
                <a:solidFill>
                  <a:schemeClr val="bg1"/>
                </a:solidFill>
              </a:defRPr>
            </a:lvl7pPr>
            <a:lvl8pPr>
              <a:spcBef>
                <a:spcPts val="0"/>
              </a:spcBef>
              <a:defRPr sz="2500">
                <a:solidFill>
                  <a:schemeClr val="bg1"/>
                </a:solidFill>
              </a:defRPr>
            </a:lvl8pPr>
            <a:lvl9pPr>
              <a:spcBef>
                <a:spcPts val="0"/>
              </a:spcBef>
              <a:defRPr sz="2500">
                <a:solidFill>
                  <a:schemeClr val="bg1"/>
                </a:solidFill>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Click to add subtitle</a:t>
            </a:r>
            <a:endParaRPr lang="en-GB" dirty="0"/>
          </a:p>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endParaRPr lang="en-AU" dirty="0"/>
          </a:p>
        </p:txBody>
      </p:sp>
      <p:sp>
        <p:nvSpPr>
          <p:cNvPr id="30" name="Picture Placeholder" descr="Image Placeholder">
            <a:extLst>
              <a:ext uri="{FF2B5EF4-FFF2-40B4-BE49-F238E27FC236}">
                <a16:creationId xmlns:a16="http://schemas.microsoft.com/office/drawing/2014/main" id="{E7AE052A-B77F-4049-9BBA-BEC841AE0D99}"/>
              </a:ext>
            </a:extLst>
          </p:cNvPr>
          <p:cNvSpPr>
            <a:spLocks noGrp="1"/>
          </p:cNvSpPr>
          <p:nvPr>
            <p:ph type="pic" sz="quarter" idx="14" hasCustomPrompt="1"/>
          </p:nvPr>
        </p:nvSpPr>
        <p:spPr>
          <a:xfrm>
            <a:off x="8326436" y="601980"/>
            <a:ext cx="3865565" cy="5657444"/>
          </a:xfrm>
          <a:custGeom>
            <a:avLst/>
            <a:gdLst>
              <a:gd name="connsiteX0" fmla="*/ 2632641 w 3865565"/>
              <a:gd name="connsiteY0" fmla="*/ 0 h 5657444"/>
              <a:gd name="connsiteX1" fmla="*/ 3039129 w 3865565"/>
              <a:gd name="connsiteY1" fmla="*/ 0 h 5657444"/>
              <a:gd name="connsiteX2" fmla="*/ 3830041 w 3865565"/>
              <a:gd name="connsiteY2" fmla="*/ 172187 h 5657444"/>
              <a:gd name="connsiteX3" fmla="*/ 3865565 w 3865565"/>
              <a:gd name="connsiteY3" fmla="*/ 186581 h 5657444"/>
              <a:gd name="connsiteX4" fmla="*/ 3865565 w 3865565"/>
              <a:gd name="connsiteY4" fmla="*/ 5462255 h 5657444"/>
              <a:gd name="connsiteX5" fmla="*/ 3760710 w 3865565"/>
              <a:gd name="connsiteY5" fmla="*/ 5502445 h 5657444"/>
              <a:gd name="connsiteX6" fmla="*/ 2835885 w 3865565"/>
              <a:gd name="connsiteY6" fmla="*/ 5657444 h 5657444"/>
              <a:gd name="connsiteX7" fmla="*/ 0 w 3865565"/>
              <a:gd name="connsiteY7" fmla="*/ 2825551 h 5657444"/>
              <a:gd name="connsiteX8" fmla="*/ 2632641 w 3865565"/>
              <a:gd name="connsiteY8" fmla="*/ 0 h 5657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65565" h="5657444">
                <a:moveTo>
                  <a:pt x="2632641" y="0"/>
                </a:moveTo>
                <a:lnTo>
                  <a:pt x="3039129" y="0"/>
                </a:lnTo>
                <a:cubicBezTo>
                  <a:pt x="3315017" y="19820"/>
                  <a:pt x="3580980" y="79280"/>
                  <a:pt x="3830041" y="172187"/>
                </a:cubicBezTo>
                <a:lnTo>
                  <a:pt x="3865565" y="186581"/>
                </a:lnTo>
                <a:lnTo>
                  <a:pt x="3865565" y="5462255"/>
                </a:lnTo>
                <a:lnTo>
                  <a:pt x="3760710" y="5502445"/>
                </a:lnTo>
                <a:cubicBezTo>
                  <a:pt x="3470525" y="5602939"/>
                  <a:pt x="3159407" y="5657444"/>
                  <a:pt x="2835885" y="5657444"/>
                </a:cubicBezTo>
                <a:cubicBezTo>
                  <a:pt x="1270273" y="5657444"/>
                  <a:pt x="0" y="4388959"/>
                  <a:pt x="0" y="2825551"/>
                </a:cubicBezTo>
                <a:cubicBezTo>
                  <a:pt x="0" y="1328738"/>
                  <a:pt x="1162300" y="104650"/>
                  <a:pt x="2632641" y="0"/>
                </a:cubicBezTo>
                <a:close/>
              </a:path>
            </a:pathLst>
          </a:custGeom>
          <a:solidFill>
            <a:schemeClr val="bg1">
              <a:lumMod val="75000"/>
            </a:schemeClr>
          </a:solidFill>
        </p:spPr>
        <p:txBody>
          <a:bodyPr wrap="square" tIns="1548000">
            <a:noAutofit/>
          </a:bodyPr>
          <a:lstStyle>
            <a:lvl1pPr algn="ctr">
              <a:defRPr sz="1400">
                <a:solidFill>
                  <a:schemeClr val="bg1"/>
                </a:solidFill>
              </a:defRPr>
            </a:lvl1pPr>
          </a:lstStyle>
          <a:p>
            <a:r>
              <a:rPr lang="en-AU" sz="1400" dirty="0"/>
              <a:t>Click Icon to Add Image</a:t>
            </a:r>
            <a:endParaRPr lang="en-AU" dirty="0"/>
          </a:p>
        </p:txBody>
      </p:sp>
      <p:sp>
        <p:nvSpPr>
          <p:cNvPr id="9" name="Deakin Logo" descr="Deakin Logo">
            <a:extLst>
              <a:ext uri="{FF2B5EF4-FFF2-40B4-BE49-F238E27FC236}">
                <a16:creationId xmlns:a16="http://schemas.microsoft.com/office/drawing/2014/main" id="{9017768F-8DC2-477F-9ECD-81F29364F3DD}"/>
              </a:ext>
            </a:extLst>
          </p:cNvPr>
          <p:cNvSpPr>
            <a:spLocks noGrp="1" noChangeAspect="1"/>
          </p:cNvSpPr>
          <p:nvPr>
            <p:ph type="body" sz="quarter" idx="19" hasCustomPrompt="1"/>
          </p:nvPr>
        </p:nvSpPr>
        <p:spPr>
          <a:xfrm>
            <a:off x="7476836" y="2579400"/>
            <a:ext cx="1699200" cy="1699200"/>
          </a:xfrm>
          <a:blipFill dpi="0" rotWithShape="1">
            <a:blip r:embed="rId2" cstate="screen">
              <a:extLst>
                <a:ext uri="{28A0092B-C50C-407E-A947-70E740481C1C}">
                  <a14:useLocalDpi xmlns:a14="http://schemas.microsoft.com/office/drawing/2010/main"/>
                </a:ext>
              </a:extLst>
            </a:blip>
            <a:srcRect/>
            <a:stretch>
              <a:fillRect/>
            </a:stretch>
          </a:blipFill>
        </p:spPr>
        <p:txBody>
          <a:bodyPr/>
          <a:lstStyle>
            <a:lvl1pPr>
              <a:lnSpc>
                <a:spcPct val="100000"/>
              </a:lnSpc>
              <a:spcBef>
                <a:spcPts val="0"/>
              </a:spcBef>
              <a:spcAft>
                <a:spcPts val="0"/>
              </a:spcAft>
              <a:defRPr sz="200">
                <a:solidFill>
                  <a:schemeClr val="bg1"/>
                </a:solidFill>
              </a:defRPr>
            </a:lvl1pPr>
            <a:lvl2pPr>
              <a:spcBef>
                <a:spcPts val="0"/>
              </a:spcBef>
              <a:defRPr sz="200">
                <a:solidFill>
                  <a:schemeClr val="bg1"/>
                </a:solidFill>
              </a:defRPr>
            </a:lvl2pPr>
            <a:lvl3pPr marL="0" indent="0">
              <a:spcBef>
                <a:spcPts val="0"/>
              </a:spcBef>
              <a:buNone/>
              <a:defRPr sz="200">
                <a:solidFill>
                  <a:schemeClr val="bg1"/>
                </a:solidFill>
              </a:defRPr>
            </a:lvl3pPr>
            <a:lvl4pPr marL="0" indent="0">
              <a:spcBef>
                <a:spcPts val="0"/>
              </a:spcBef>
              <a:buNone/>
              <a:defRPr sz="200">
                <a:solidFill>
                  <a:schemeClr val="bg1"/>
                </a:solidFill>
              </a:defRPr>
            </a:lvl4pPr>
            <a:lvl5pPr marL="0">
              <a:spcBef>
                <a:spcPts val="0"/>
              </a:spcBef>
              <a:defRPr sz="200">
                <a:solidFill>
                  <a:schemeClr val="bg1"/>
                </a:solidFill>
              </a:defRPr>
            </a:lvl5pPr>
            <a:lvl6pPr>
              <a:spcBef>
                <a:spcPts val="0"/>
              </a:spcBef>
              <a:defRPr sz="200">
                <a:solidFill>
                  <a:schemeClr val="bg1"/>
                </a:solidFill>
              </a:defRPr>
            </a:lvl6pPr>
            <a:lvl7pPr>
              <a:spcBef>
                <a:spcPts val="0"/>
              </a:spcBef>
              <a:defRPr sz="200">
                <a:solidFill>
                  <a:schemeClr val="bg1"/>
                </a:solidFill>
              </a:defRPr>
            </a:lvl7pPr>
            <a:lvl8pPr>
              <a:spcBef>
                <a:spcPts val="0"/>
              </a:spcBef>
              <a:defRPr sz="200">
                <a:solidFill>
                  <a:schemeClr val="bg1"/>
                </a:solidFill>
              </a:defRPr>
            </a:lvl8pPr>
            <a:lvl9pPr>
              <a:spcBef>
                <a:spcPts val="0"/>
              </a:spcBef>
              <a:defRPr sz="200">
                <a:solidFill>
                  <a:schemeClr val="bg1"/>
                </a:solidFill>
              </a:defRPr>
            </a:lvl9pPr>
          </a:lstStyle>
          <a:p>
            <a:pPr lvl="0"/>
            <a:r>
              <a:rPr lang="en-US" dirty="0"/>
              <a:t>   </a:t>
            </a:r>
            <a:endParaRPr lang="en-AU" dirty="0"/>
          </a:p>
        </p:txBody>
      </p:sp>
      <p:sp>
        <p:nvSpPr>
          <p:cNvPr id="7" name="Footer/CRICOS">
            <a:extLst>
              <a:ext uri="{FF2B5EF4-FFF2-40B4-BE49-F238E27FC236}">
                <a16:creationId xmlns:a16="http://schemas.microsoft.com/office/drawing/2014/main" id="{6EFCEEB8-4D2F-44F5-A63F-B50B51740E38}"/>
              </a:ext>
            </a:extLst>
          </p:cNvPr>
          <p:cNvSpPr>
            <a:spLocks noGrp="1"/>
          </p:cNvSpPr>
          <p:nvPr>
            <p:ph type="ftr" sz="quarter" idx="21"/>
          </p:nvPr>
        </p:nvSpPr>
        <p:spPr/>
        <p:txBody>
          <a:bodyPr/>
          <a:lstStyle/>
          <a:p>
            <a:r>
              <a:rPr lang="en-AU"/>
              <a:t>Deakin University CRICOS Provider Code: 00113B</a:t>
            </a:r>
            <a:endParaRPr lang="en-GB" dirty="0"/>
          </a:p>
        </p:txBody>
      </p:sp>
    </p:spTree>
    <p:extLst>
      <p:ext uri="{BB962C8B-B14F-4D97-AF65-F5344CB8AC3E}">
        <p14:creationId xmlns:p14="http://schemas.microsoft.com/office/powerpoint/2010/main" val="36350305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Slide B">
    <p:spTree>
      <p:nvGrpSpPr>
        <p:cNvPr id="1" name=""/>
        <p:cNvGrpSpPr/>
        <p:nvPr/>
      </p:nvGrpSpPr>
      <p:grpSpPr>
        <a:xfrm>
          <a:off x="0" y="0"/>
          <a:ext cx="0" cy="0"/>
          <a:chOff x="0" y="0"/>
          <a:chExt cx="0" cy="0"/>
        </a:xfrm>
      </p:grpSpPr>
      <p:sp>
        <p:nvSpPr>
          <p:cNvPr id="52" name="Background">
            <a:extLst>
              <a:ext uri="{FF2B5EF4-FFF2-40B4-BE49-F238E27FC236}">
                <a16:creationId xmlns:a16="http://schemas.microsoft.com/office/drawing/2014/main" id="{67BA4DE8-38D7-442D-A110-51B4EF65A77C}"/>
              </a:ext>
              <a:ext uri="{C183D7F6-B498-43B3-948B-1728B52AA6E4}">
                <adec:decorative xmlns:adec="http://schemas.microsoft.com/office/drawing/2017/decorative" val="1"/>
              </a:ext>
            </a:extLst>
          </p:cNvPr>
          <p:cNvSpPr/>
          <p:nvPr userDrawn="1"/>
        </p:nvSpPr>
        <p:spPr>
          <a:xfrm>
            <a:off x="0" y="0"/>
            <a:ext cx="1219199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p:cNvSpPr>
            <a:spLocks noGrp="1"/>
          </p:cNvSpPr>
          <p:nvPr userDrawn="1">
            <p:ph type="title" hasCustomPrompt="1"/>
          </p:nvPr>
        </p:nvSpPr>
        <p:spPr>
          <a:xfrm>
            <a:off x="585538" y="838201"/>
            <a:ext cx="4951662" cy="1152194"/>
          </a:xfrm>
        </p:spPr>
        <p:txBody>
          <a:bodyPr anchor="b"/>
          <a:lstStyle>
            <a:lvl1pPr>
              <a:defRPr sz="4500" b="0">
                <a:solidFill>
                  <a:schemeClr val="bg1"/>
                </a:solidFill>
              </a:defRPr>
            </a:lvl1pPr>
          </a:lstStyle>
          <a:p>
            <a:r>
              <a:rPr lang="en-US" dirty="0"/>
              <a:t>Click to add title</a:t>
            </a:r>
            <a:endParaRPr lang="en-GB" dirty="0"/>
          </a:p>
        </p:txBody>
      </p:sp>
      <p:sp>
        <p:nvSpPr>
          <p:cNvPr id="11" name="Subtitle">
            <a:extLst>
              <a:ext uri="{FF2B5EF4-FFF2-40B4-BE49-F238E27FC236}">
                <a16:creationId xmlns:a16="http://schemas.microsoft.com/office/drawing/2014/main" id="{B36ACC5A-D2CF-40E7-8984-09E0560FD4B7}"/>
              </a:ext>
            </a:extLst>
          </p:cNvPr>
          <p:cNvSpPr>
            <a:spLocks noGrp="1"/>
          </p:cNvSpPr>
          <p:nvPr userDrawn="1">
            <p:ph type="body" sz="quarter" idx="13" hasCustomPrompt="1"/>
          </p:nvPr>
        </p:nvSpPr>
        <p:spPr>
          <a:xfrm>
            <a:off x="584954" y="2074841"/>
            <a:ext cx="4952246" cy="2117140"/>
          </a:xfr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500">
                <a:solidFill>
                  <a:schemeClr val="bg1"/>
                </a:solidFill>
              </a:defRPr>
            </a:lvl1pPr>
            <a:lvl2pPr>
              <a:spcBef>
                <a:spcPts val="0"/>
              </a:spcBef>
              <a:defRPr sz="2500">
                <a:solidFill>
                  <a:schemeClr val="bg1"/>
                </a:solidFill>
              </a:defRPr>
            </a:lvl2pPr>
            <a:lvl3pPr marL="0" indent="0">
              <a:spcBef>
                <a:spcPts val="0"/>
              </a:spcBef>
              <a:buNone/>
              <a:defRPr sz="2500">
                <a:solidFill>
                  <a:schemeClr val="bg1"/>
                </a:solidFill>
              </a:defRPr>
            </a:lvl3pPr>
            <a:lvl4pPr marL="0" indent="0">
              <a:spcBef>
                <a:spcPts val="0"/>
              </a:spcBef>
              <a:buNone/>
              <a:defRPr sz="2500">
                <a:solidFill>
                  <a:schemeClr val="bg1"/>
                </a:solidFill>
              </a:defRPr>
            </a:lvl4pPr>
            <a:lvl5pPr marL="0">
              <a:spcBef>
                <a:spcPts val="0"/>
              </a:spcBef>
              <a:defRPr sz="2500">
                <a:solidFill>
                  <a:schemeClr val="bg1"/>
                </a:solidFill>
              </a:defRPr>
            </a:lvl5pPr>
            <a:lvl6pPr>
              <a:spcBef>
                <a:spcPts val="0"/>
              </a:spcBef>
              <a:defRPr sz="2500">
                <a:solidFill>
                  <a:schemeClr val="bg1"/>
                </a:solidFill>
              </a:defRPr>
            </a:lvl6pPr>
            <a:lvl7pPr>
              <a:spcBef>
                <a:spcPts val="0"/>
              </a:spcBef>
              <a:defRPr sz="2500">
                <a:solidFill>
                  <a:schemeClr val="bg1"/>
                </a:solidFill>
              </a:defRPr>
            </a:lvl7pPr>
            <a:lvl8pPr>
              <a:spcBef>
                <a:spcPts val="0"/>
              </a:spcBef>
              <a:defRPr sz="2500">
                <a:solidFill>
                  <a:schemeClr val="bg1"/>
                </a:solidFill>
              </a:defRPr>
            </a:lvl8pPr>
            <a:lvl9pPr>
              <a:spcBef>
                <a:spcPts val="0"/>
              </a:spcBef>
              <a:defRPr sz="2500">
                <a:solidFill>
                  <a:schemeClr val="bg1"/>
                </a:solidFill>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Click to add subtitle</a:t>
            </a:r>
            <a:endParaRPr lang="en-GB" dirty="0"/>
          </a:p>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endParaRPr lang="en-AU" dirty="0"/>
          </a:p>
        </p:txBody>
      </p:sp>
      <p:sp>
        <p:nvSpPr>
          <p:cNvPr id="44" name="Graphic">
            <a:extLst>
              <a:ext uri="{FF2B5EF4-FFF2-40B4-BE49-F238E27FC236}">
                <a16:creationId xmlns:a16="http://schemas.microsoft.com/office/drawing/2014/main" id="{97A055C5-456B-4769-A5F8-9C3D2A1ADEE2}"/>
              </a:ext>
              <a:ext uri="{C183D7F6-B498-43B3-948B-1728B52AA6E4}">
                <adec:decorative xmlns:adec="http://schemas.microsoft.com/office/drawing/2017/decorative" val="1"/>
              </a:ext>
            </a:extLst>
          </p:cNvPr>
          <p:cNvSpPr/>
          <p:nvPr userDrawn="1"/>
        </p:nvSpPr>
        <p:spPr>
          <a:xfrm>
            <a:off x="1" y="5265083"/>
            <a:ext cx="924688" cy="1596583"/>
          </a:xfrm>
          <a:custGeom>
            <a:avLst/>
            <a:gdLst>
              <a:gd name="connsiteX0" fmla="*/ 0 w 924688"/>
              <a:gd name="connsiteY0" fmla="*/ 0 h 1596583"/>
              <a:gd name="connsiteX1" fmla="*/ 924688 w 924688"/>
              <a:gd name="connsiteY1" fmla="*/ 1596583 h 1596583"/>
              <a:gd name="connsiteX2" fmla="*/ 0 w 924688"/>
              <a:gd name="connsiteY2" fmla="*/ 1596583 h 1596583"/>
              <a:gd name="connsiteX3" fmla="*/ 0 w 924688"/>
              <a:gd name="connsiteY3" fmla="*/ 0 h 1596583"/>
            </a:gdLst>
            <a:ahLst/>
            <a:cxnLst>
              <a:cxn ang="0">
                <a:pos x="connsiteX0" y="connsiteY0"/>
              </a:cxn>
              <a:cxn ang="0">
                <a:pos x="connsiteX1" y="connsiteY1"/>
              </a:cxn>
              <a:cxn ang="0">
                <a:pos x="connsiteX2" y="connsiteY2"/>
              </a:cxn>
              <a:cxn ang="0">
                <a:pos x="connsiteX3" y="connsiteY3"/>
              </a:cxn>
            </a:cxnLst>
            <a:rect l="l" t="t" r="r" b="b"/>
            <a:pathLst>
              <a:path w="924688" h="1596583">
                <a:moveTo>
                  <a:pt x="0" y="0"/>
                </a:moveTo>
                <a:lnTo>
                  <a:pt x="924688" y="1596583"/>
                </a:lnTo>
                <a:lnTo>
                  <a:pt x="0" y="1596583"/>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53" name="Picture Placeholder" descr="Image Placeholder">
            <a:extLst>
              <a:ext uri="{FF2B5EF4-FFF2-40B4-BE49-F238E27FC236}">
                <a16:creationId xmlns:a16="http://schemas.microsoft.com/office/drawing/2014/main" id="{A8485562-E630-4C57-98C3-B101EF15FC6C}"/>
              </a:ext>
            </a:extLst>
          </p:cNvPr>
          <p:cNvSpPr>
            <a:spLocks noGrp="1"/>
          </p:cNvSpPr>
          <p:nvPr>
            <p:ph type="pic" sz="quarter" idx="14" hasCustomPrompt="1"/>
          </p:nvPr>
        </p:nvSpPr>
        <p:spPr>
          <a:xfrm>
            <a:off x="2769693" y="-3667"/>
            <a:ext cx="9422307" cy="6876000"/>
          </a:xfrm>
          <a:custGeom>
            <a:avLst/>
            <a:gdLst>
              <a:gd name="connsiteX0" fmla="*/ 3980197 w 9422307"/>
              <a:gd name="connsiteY0" fmla="*/ 0 h 6858000"/>
              <a:gd name="connsiteX1" fmla="*/ 9422307 w 9422307"/>
              <a:gd name="connsiteY1" fmla="*/ 0 h 6858000"/>
              <a:gd name="connsiteX2" fmla="*/ 9422307 w 9422307"/>
              <a:gd name="connsiteY2" fmla="*/ 6858000 h 6858000"/>
              <a:gd name="connsiteX3" fmla="*/ 0 w 9422307"/>
              <a:gd name="connsiteY3" fmla="*/ 6858000 h 6858000"/>
              <a:gd name="connsiteX4" fmla="*/ 1570767 w 9422307"/>
              <a:gd name="connsiteY4" fmla="*/ 4150214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22307" h="6858000">
                <a:moveTo>
                  <a:pt x="3980197" y="0"/>
                </a:moveTo>
                <a:lnTo>
                  <a:pt x="9422307" y="0"/>
                </a:lnTo>
                <a:lnTo>
                  <a:pt x="9422307" y="6858000"/>
                </a:lnTo>
                <a:lnTo>
                  <a:pt x="0" y="6858000"/>
                </a:lnTo>
                <a:lnTo>
                  <a:pt x="1570767" y="4150214"/>
                </a:lnTo>
                <a:close/>
              </a:path>
            </a:pathLst>
          </a:custGeom>
          <a:solidFill>
            <a:schemeClr val="bg1">
              <a:lumMod val="75000"/>
            </a:schemeClr>
          </a:solidFill>
        </p:spPr>
        <p:txBody>
          <a:bodyPr wrap="square" tIns="144000" rIns="180000">
            <a:noAutofit/>
          </a:bodyPr>
          <a:lstStyle>
            <a:lvl1pPr algn="r">
              <a:defRPr sz="1400">
                <a:solidFill>
                  <a:schemeClr val="bg1"/>
                </a:solidFill>
              </a:defRPr>
            </a:lvl1pPr>
          </a:lstStyle>
          <a:p>
            <a:r>
              <a:rPr lang="en-AU" dirty="0"/>
              <a:t>Click Icon to Add Image</a:t>
            </a:r>
          </a:p>
        </p:txBody>
      </p:sp>
      <p:sp>
        <p:nvSpPr>
          <p:cNvPr id="12" name="Deakin Logo" descr="Deakin Logo">
            <a:extLst>
              <a:ext uri="{FF2B5EF4-FFF2-40B4-BE49-F238E27FC236}">
                <a16:creationId xmlns:a16="http://schemas.microsoft.com/office/drawing/2014/main" id="{BA07B5EF-3EE8-4180-965B-121B37F648B0}"/>
              </a:ext>
            </a:extLst>
          </p:cNvPr>
          <p:cNvSpPr>
            <a:spLocks noGrp="1" noChangeAspect="1"/>
          </p:cNvSpPr>
          <p:nvPr>
            <p:ph type="body" sz="quarter" idx="19" hasCustomPrompt="1"/>
          </p:nvPr>
        </p:nvSpPr>
        <p:spPr>
          <a:xfrm>
            <a:off x="10928916" y="5592758"/>
            <a:ext cx="1062000" cy="1062000"/>
          </a:xfrm>
          <a:blipFill dpi="0" rotWithShape="1">
            <a:blip r:embed="rId2" cstate="screen">
              <a:extLst>
                <a:ext uri="{28A0092B-C50C-407E-A947-70E740481C1C}">
                  <a14:useLocalDpi xmlns:a14="http://schemas.microsoft.com/office/drawing/2010/main"/>
                </a:ext>
              </a:extLst>
            </a:blip>
            <a:srcRect/>
            <a:stretch>
              <a:fillRect/>
            </a:stretch>
          </a:blipFill>
        </p:spPr>
        <p:txBody>
          <a:bodyPr/>
          <a:lstStyle>
            <a:lvl1pPr>
              <a:lnSpc>
                <a:spcPct val="100000"/>
              </a:lnSpc>
              <a:spcBef>
                <a:spcPts val="0"/>
              </a:spcBef>
              <a:spcAft>
                <a:spcPts val="0"/>
              </a:spcAft>
              <a:defRPr sz="200">
                <a:solidFill>
                  <a:schemeClr val="bg1"/>
                </a:solidFill>
              </a:defRPr>
            </a:lvl1pPr>
            <a:lvl2pPr>
              <a:spcBef>
                <a:spcPts val="0"/>
              </a:spcBef>
              <a:defRPr sz="200">
                <a:solidFill>
                  <a:schemeClr val="bg1"/>
                </a:solidFill>
              </a:defRPr>
            </a:lvl2pPr>
            <a:lvl3pPr marL="0" indent="0">
              <a:spcBef>
                <a:spcPts val="0"/>
              </a:spcBef>
              <a:buNone/>
              <a:defRPr sz="200">
                <a:solidFill>
                  <a:schemeClr val="bg1"/>
                </a:solidFill>
              </a:defRPr>
            </a:lvl3pPr>
            <a:lvl4pPr marL="0" indent="0">
              <a:spcBef>
                <a:spcPts val="0"/>
              </a:spcBef>
              <a:buNone/>
              <a:defRPr sz="200">
                <a:solidFill>
                  <a:schemeClr val="bg1"/>
                </a:solidFill>
              </a:defRPr>
            </a:lvl4pPr>
            <a:lvl5pPr marL="0">
              <a:spcBef>
                <a:spcPts val="0"/>
              </a:spcBef>
              <a:defRPr sz="200">
                <a:solidFill>
                  <a:schemeClr val="bg1"/>
                </a:solidFill>
              </a:defRPr>
            </a:lvl5pPr>
            <a:lvl6pPr>
              <a:spcBef>
                <a:spcPts val="0"/>
              </a:spcBef>
              <a:defRPr sz="200">
                <a:solidFill>
                  <a:schemeClr val="bg1"/>
                </a:solidFill>
              </a:defRPr>
            </a:lvl6pPr>
            <a:lvl7pPr>
              <a:spcBef>
                <a:spcPts val="0"/>
              </a:spcBef>
              <a:defRPr sz="200">
                <a:solidFill>
                  <a:schemeClr val="bg1"/>
                </a:solidFill>
              </a:defRPr>
            </a:lvl7pPr>
            <a:lvl8pPr>
              <a:spcBef>
                <a:spcPts val="0"/>
              </a:spcBef>
              <a:defRPr sz="200">
                <a:solidFill>
                  <a:schemeClr val="bg1"/>
                </a:solidFill>
              </a:defRPr>
            </a:lvl8pPr>
            <a:lvl9pPr>
              <a:spcBef>
                <a:spcPts val="0"/>
              </a:spcBef>
              <a:defRPr sz="200">
                <a:solidFill>
                  <a:schemeClr val="bg1"/>
                </a:solidFill>
              </a:defRPr>
            </a:lvl9pPr>
          </a:lstStyle>
          <a:p>
            <a:pPr lvl="0"/>
            <a:r>
              <a:rPr lang="en-US" dirty="0"/>
              <a:t>   </a:t>
            </a:r>
            <a:endParaRPr lang="en-AU" dirty="0"/>
          </a:p>
        </p:txBody>
      </p:sp>
      <p:sp>
        <p:nvSpPr>
          <p:cNvPr id="5" name="Footer/CRICOS"/>
          <p:cNvSpPr>
            <a:spLocks noGrp="1"/>
          </p:cNvSpPr>
          <p:nvPr userDrawn="1">
            <p:ph type="ftr" sz="quarter" idx="11"/>
          </p:nvPr>
        </p:nvSpPr>
        <p:spPr>
          <a:xfrm>
            <a:off x="3022977" y="6538912"/>
            <a:ext cx="6624000" cy="204248"/>
          </a:xfrm>
          <a:prstGeom prst="rect">
            <a:avLst/>
          </a:prstGeom>
        </p:spPr>
        <p:txBody>
          <a:bodyPr/>
          <a:lstStyle/>
          <a:p>
            <a:r>
              <a:rPr lang="en-AU" dirty="0"/>
              <a:t>Deakin University CRICOS Provider Code: 00113B</a:t>
            </a:r>
            <a:endParaRPr lang="en-GB" dirty="0"/>
          </a:p>
        </p:txBody>
      </p:sp>
    </p:spTree>
    <p:extLst>
      <p:ext uri="{BB962C8B-B14F-4D97-AF65-F5344CB8AC3E}">
        <p14:creationId xmlns:p14="http://schemas.microsoft.com/office/powerpoint/2010/main" val="29723628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Slide C">
    <p:spTree>
      <p:nvGrpSpPr>
        <p:cNvPr id="1" name=""/>
        <p:cNvGrpSpPr/>
        <p:nvPr/>
      </p:nvGrpSpPr>
      <p:grpSpPr>
        <a:xfrm>
          <a:off x="0" y="0"/>
          <a:ext cx="0" cy="0"/>
          <a:chOff x="0" y="0"/>
          <a:chExt cx="0" cy="0"/>
        </a:xfrm>
      </p:grpSpPr>
      <p:sp>
        <p:nvSpPr>
          <p:cNvPr id="30" name="Background">
            <a:extLst>
              <a:ext uri="{FF2B5EF4-FFF2-40B4-BE49-F238E27FC236}">
                <a16:creationId xmlns:a16="http://schemas.microsoft.com/office/drawing/2014/main" id="{A8479152-EC59-4E85-860A-7F94ED52F8B1}"/>
              </a:ext>
              <a:ext uri="{C183D7F6-B498-43B3-948B-1728B52AA6E4}">
                <adec:decorative xmlns:adec="http://schemas.microsoft.com/office/drawing/2017/decorative" val="1"/>
              </a:ext>
            </a:extLst>
          </p:cNvPr>
          <p:cNvSpPr/>
          <p:nvPr userDrawn="1"/>
        </p:nvSpPr>
        <p:spPr>
          <a:xfrm>
            <a:off x="0" y="0"/>
            <a:ext cx="1219199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Title">
            <a:extLst>
              <a:ext uri="{FF2B5EF4-FFF2-40B4-BE49-F238E27FC236}">
                <a16:creationId xmlns:a16="http://schemas.microsoft.com/office/drawing/2014/main" id="{ABBA3CDA-E776-40AE-B46D-45A45CC5D973}"/>
              </a:ext>
            </a:extLst>
          </p:cNvPr>
          <p:cNvSpPr>
            <a:spLocks noGrp="1"/>
          </p:cNvSpPr>
          <p:nvPr>
            <p:ph type="title" hasCustomPrompt="1"/>
          </p:nvPr>
        </p:nvSpPr>
        <p:spPr>
          <a:xfrm>
            <a:off x="584952" y="2222662"/>
            <a:ext cx="4489123" cy="959957"/>
          </a:xfrm>
        </p:spPr>
        <p:txBody>
          <a:bodyPr anchor="b"/>
          <a:lstStyle>
            <a:lvl1pPr>
              <a:defRPr sz="4500" b="0">
                <a:solidFill>
                  <a:schemeClr val="bg1"/>
                </a:solidFill>
              </a:defRPr>
            </a:lvl1pPr>
          </a:lstStyle>
          <a:p>
            <a:r>
              <a:rPr lang="en-US" dirty="0"/>
              <a:t>Click to add title</a:t>
            </a:r>
            <a:endParaRPr lang="en-AU" dirty="0"/>
          </a:p>
        </p:txBody>
      </p:sp>
      <p:sp>
        <p:nvSpPr>
          <p:cNvPr id="11" name="Subtitle">
            <a:extLst>
              <a:ext uri="{FF2B5EF4-FFF2-40B4-BE49-F238E27FC236}">
                <a16:creationId xmlns:a16="http://schemas.microsoft.com/office/drawing/2014/main" id="{B36ACC5A-D2CF-40E7-8984-09E0560FD4B7}"/>
              </a:ext>
            </a:extLst>
          </p:cNvPr>
          <p:cNvSpPr>
            <a:spLocks noGrp="1"/>
          </p:cNvSpPr>
          <p:nvPr>
            <p:ph type="body" sz="quarter" idx="13" hasCustomPrompt="1"/>
          </p:nvPr>
        </p:nvSpPr>
        <p:spPr>
          <a:xfrm>
            <a:off x="584953" y="3213099"/>
            <a:ext cx="4489123" cy="1347315"/>
          </a:xfr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500">
                <a:solidFill>
                  <a:schemeClr val="bg1"/>
                </a:solidFill>
              </a:defRPr>
            </a:lvl1pPr>
            <a:lvl2pPr>
              <a:spcBef>
                <a:spcPts val="0"/>
              </a:spcBef>
              <a:defRPr sz="2500">
                <a:solidFill>
                  <a:schemeClr val="bg1"/>
                </a:solidFill>
              </a:defRPr>
            </a:lvl2pPr>
            <a:lvl3pPr marL="0" indent="0">
              <a:spcBef>
                <a:spcPts val="0"/>
              </a:spcBef>
              <a:buNone/>
              <a:defRPr sz="2500">
                <a:solidFill>
                  <a:schemeClr val="bg1"/>
                </a:solidFill>
              </a:defRPr>
            </a:lvl3pPr>
            <a:lvl4pPr marL="0" indent="0">
              <a:spcBef>
                <a:spcPts val="0"/>
              </a:spcBef>
              <a:buNone/>
              <a:defRPr sz="2500">
                <a:solidFill>
                  <a:schemeClr val="bg1"/>
                </a:solidFill>
              </a:defRPr>
            </a:lvl4pPr>
            <a:lvl5pPr marL="0">
              <a:spcBef>
                <a:spcPts val="0"/>
              </a:spcBef>
              <a:defRPr sz="2500">
                <a:solidFill>
                  <a:schemeClr val="bg1"/>
                </a:solidFill>
              </a:defRPr>
            </a:lvl5pPr>
            <a:lvl6pPr>
              <a:spcBef>
                <a:spcPts val="0"/>
              </a:spcBef>
              <a:defRPr sz="2500">
                <a:solidFill>
                  <a:schemeClr val="bg1"/>
                </a:solidFill>
              </a:defRPr>
            </a:lvl6pPr>
            <a:lvl7pPr>
              <a:spcBef>
                <a:spcPts val="0"/>
              </a:spcBef>
              <a:defRPr sz="2500">
                <a:solidFill>
                  <a:schemeClr val="bg1"/>
                </a:solidFill>
              </a:defRPr>
            </a:lvl7pPr>
            <a:lvl8pPr>
              <a:spcBef>
                <a:spcPts val="0"/>
              </a:spcBef>
              <a:defRPr sz="2500">
                <a:solidFill>
                  <a:schemeClr val="bg1"/>
                </a:solidFill>
              </a:defRPr>
            </a:lvl8pPr>
            <a:lvl9pPr>
              <a:spcBef>
                <a:spcPts val="0"/>
              </a:spcBef>
              <a:defRPr sz="2500">
                <a:solidFill>
                  <a:schemeClr val="bg1"/>
                </a:solidFill>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Click to add subtitle</a:t>
            </a:r>
            <a:endParaRPr lang="en-GB" dirty="0"/>
          </a:p>
          <a:p>
            <a:pPr lvl="0"/>
            <a:r>
              <a:rPr lang="en-US" dirty="0"/>
              <a:t>Sub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endParaRPr lang="en-AU" dirty="0"/>
          </a:p>
        </p:txBody>
      </p:sp>
      <p:sp>
        <p:nvSpPr>
          <p:cNvPr id="29" name="Picture Placeholder" descr="Image Placeholder">
            <a:extLst>
              <a:ext uri="{FF2B5EF4-FFF2-40B4-BE49-F238E27FC236}">
                <a16:creationId xmlns:a16="http://schemas.microsoft.com/office/drawing/2014/main" id="{16C46A4B-C7F3-48A4-A48B-242F24F3CC97}"/>
              </a:ext>
            </a:extLst>
          </p:cNvPr>
          <p:cNvSpPr>
            <a:spLocks noGrp="1"/>
          </p:cNvSpPr>
          <p:nvPr>
            <p:ph type="pic" sz="quarter" idx="17" hasCustomPrompt="1"/>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6259424 h 6858000"/>
              <a:gd name="connsiteX5" fmla="*/ 2153 w 12192000"/>
              <a:gd name="connsiteY5" fmla="*/ 6259424 h 6858000"/>
              <a:gd name="connsiteX6" fmla="*/ 82352 w 12192000"/>
              <a:gd name="connsiteY6" fmla="*/ 6259424 h 6858000"/>
              <a:gd name="connsiteX7" fmla="*/ 138197 w 12192000"/>
              <a:gd name="connsiteY7" fmla="*/ 6259424 h 6858000"/>
              <a:gd name="connsiteX8" fmla="*/ 149077 w 12192000"/>
              <a:gd name="connsiteY8" fmla="*/ 6259424 h 6858000"/>
              <a:gd name="connsiteX9" fmla="*/ 2994068 w 12192000"/>
              <a:gd name="connsiteY9" fmla="*/ 6259424 h 6858000"/>
              <a:gd name="connsiteX10" fmla="*/ 5823194 w 12192000"/>
              <a:gd name="connsiteY10" fmla="*/ 3430702 h 6858000"/>
              <a:gd name="connsiteX11" fmla="*/ 2994068 w 12192000"/>
              <a:gd name="connsiteY11" fmla="*/ 601980 h 6858000"/>
              <a:gd name="connsiteX12" fmla="*/ 263555 w 12192000"/>
              <a:gd name="connsiteY12" fmla="*/ 601980 h 6858000"/>
              <a:gd name="connsiteX13" fmla="*/ 138197 w 12192000"/>
              <a:gd name="connsiteY13" fmla="*/ 601980 h 6858000"/>
              <a:gd name="connsiteX14" fmla="*/ 0 w 12192000"/>
              <a:gd name="connsiteY14" fmla="*/ 60198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192000" h="6858000">
                <a:moveTo>
                  <a:pt x="0" y="0"/>
                </a:moveTo>
                <a:lnTo>
                  <a:pt x="12192000" y="0"/>
                </a:lnTo>
                <a:lnTo>
                  <a:pt x="12192000" y="6858000"/>
                </a:lnTo>
                <a:lnTo>
                  <a:pt x="0" y="6858000"/>
                </a:lnTo>
                <a:lnTo>
                  <a:pt x="0" y="6259424"/>
                </a:lnTo>
                <a:lnTo>
                  <a:pt x="2153" y="6259424"/>
                </a:lnTo>
                <a:cubicBezTo>
                  <a:pt x="13610" y="6259424"/>
                  <a:pt x="36524" y="6259424"/>
                  <a:pt x="82352" y="6259424"/>
                </a:cubicBezTo>
                <a:lnTo>
                  <a:pt x="138197" y="6259424"/>
                </a:lnTo>
                <a:lnTo>
                  <a:pt x="149077" y="6259424"/>
                </a:lnTo>
                <a:cubicBezTo>
                  <a:pt x="413045" y="6259424"/>
                  <a:pt x="1116961" y="6259424"/>
                  <a:pt x="2994068" y="6259424"/>
                </a:cubicBezTo>
                <a:cubicBezTo>
                  <a:pt x="4555949" y="6259424"/>
                  <a:pt x="5823194" y="4992360"/>
                  <a:pt x="5823194" y="3430702"/>
                </a:cubicBezTo>
                <a:cubicBezTo>
                  <a:pt x="5823194" y="1869045"/>
                  <a:pt x="4555949" y="601980"/>
                  <a:pt x="2994068" y="601980"/>
                </a:cubicBezTo>
                <a:cubicBezTo>
                  <a:pt x="2994068" y="601980"/>
                  <a:pt x="2994068" y="601980"/>
                  <a:pt x="263555" y="601980"/>
                </a:cubicBezTo>
                <a:lnTo>
                  <a:pt x="138197" y="601980"/>
                </a:lnTo>
                <a:lnTo>
                  <a:pt x="0" y="601980"/>
                </a:lnTo>
                <a:close/>
              </a:path>
            </a:pathLst>
          </a:custGeom>
          <a:solidFill>
            <a:schemeClr val="bg1">
              <a:lumMod val="75000"/>
            </a:schemeClr>
          </a:solidFill>
        </p:spPr>
        <p:txBody>
          <a:bodyPr wrap="square" tIns="144000" rIns="144000">
            <a:noAutofit/>
          </a:bodyPr>
          <a:lstStyle>
            <a:lvl1pPr algn="l">
              <a:defRPr sz="1400">
                <a:solidFill>
                  <a:schemeClr val="bg1"/>
                </a:solidFill>
              </a:defRPr>
            </a:lvl1pPr>
          </a:lstStyle>
          <a:p>
            <a:r>
              <a:rPr lang="en-AU" sz="1400" dirty="0"/>
              <a:t>Drag and drop image form a folder, or click on the placeholder and select ‘Insert \ Images’</a:t>
            </a:r>
            <a:endParaRPr lang="en-AU" dirty="0"/>
          </a:p>
        </p:txBody>
      </p:sp>
      <p:sp>
        <p:nvSpPr>
          <p:cNvPr id="8" name="Deakin Logo" descr="Deakin Logo">
            <a:extLst>
              <a:ext uri="{FF2B5EF4-FFF2-40B4-BE49-F238E27FC236}">
                <a16:creationId xmlns:a16="http://schemas.microsoft.com/office/drawing/2014/main" id="{703D38F9-D214-40CC-B04B-41988914E4F4}"/>
              </a:ext>
            </a:extLst>
          </p:cNvPr>
          <p:cNvSpPr>
            <a:spLocks noGrp="1" noChangeAspect="1"/>
          </p:cNvSpPr>
          <p:nvPr>
            <p:ph type="body" sz="quarter" idx="19" hasCustomPrompt="1"/>
          </p:nvPr>
        </p:nvSpPr>
        <p:spPr>
          <a:xfrm>
            <a:off x="5074077" y="2579400"/>
            <a:ext cx="1699200" cy="1699200"/>
          </a:xfrm>
          <a:blipFill dpi="0" rotWithShape="1">
            <a:blip r:embed="rId2" cstate="screen">
              <a:extLst>
                <a:ext uri="{28A0092B-C50C-407E-A947-70E740481C1C}">
                  <a14:useLocalDpi xmlns:a14="http://schemas.microsoft.com/office/drawing/2010/main"/>
                </a:ext>
              </a:extLst>
            </a:blip>
            <a:srcRect/>
            <a:stretch>
              <a:fillRect/>
            </a:stretch>
          </a:blipFill>
        </p:spPr>
        <p:txBody>
          <a:bodyPr/>
          <a:lstStyle>
            <a:lvl1pPr>
              <a:lnSpc>
                <a:spcPct val="100000"/>
              </a:lnSpc>
              <a:spcBef>
                <a:spcPts val="0"/>
              </a:spcBef>
              <a:spcAft>
                <a:spcPts val="0"/>
              </a:spcAft>
              <a:defRPr sz="200">
                <a:solidFill>
                  <a:schemeClr val="bg1"/>
                </a:solidFill>
              </a:defRPr>
            </a:lvl1pPr>
            <a:lvl2pPr>
              <a:spcBef>
                <a:spcPts val="0"/>
              </a:spcBef>
              <a:defRPr sz="200">
                <a:solidFill>
                  <a:schemeClr val="bg1"/>
                </a:solidFill>
              </a:defRPr>
            </a:lvl2pPr>
            <a:lvl3pPr marL="0" indent="0">
              <a:spcBef>
                <a:spcPts val="0"/>
              </a:spcBef>
              <a:buNone/>
              <a:defRPr sz="200">
                <a:solidFill>
                  <a:schemeClr val="bg1"/>
                </a:solidFill>
              </a:defRPr>
            </a:lvl3pPr>
            <a:lvl4pPr marL="0" indent="0">
              <a:spcBef>
                <a:spcPts val="0"/>
              </a:spcBef>
              <a:buNone/>
              <a:defRPr sz="200">
                <a:solidFill>
                  <a:schemeClr val="bg1"/>
                </a:solidFill>
              </a:defRPr>
            </a:lvl4pPr>
            <a:lvl5pPr marL="0">
              <a:spcBef>
                <a:spcPts val="0"/>
              </a:spcBef>
              <a:defRPr sz="200">
                <a:solidFill>
                  <a:schemeClr val="bg1"/>
                </a:solidFill>
              </a:defRPr>
            </a:lvl5pPr>
            <a:lvl6pPr>
              <a:spcBef>
                <a:spcPts val="0"/>
              </a:spcBef>
              <a:defRPr sz="200">
                <a:solidFill>
                  <a:schemeClr val="bg1"/>
                </a:solidFill>
              </a:defRPr>
            </a:lvl6pPr>
            <a:lvl7pPr>
              <a:spcBef>
                <a:spcPts val="0"/>
              </a:spcBef>
              <a:defRPr sz="200">
                <a:solidFill>
                  <a:schemeClr val="bg1"/>
                </a:solidFill>
              </a:defRPr>
            </a:lvl7pPr>
            <a:lvl8pPr>
              <a:spcBef>
                <a:spcPts val="0"/>
              </a:spcBef>
              <a:defRPr sz="200">
                <a:solidFill>
                  <a:schemeClr val="bg1"/>
                </a:solidFill>
              </a:defRPr>
            </a:lvl8pPr>
            <a:lvl9pPr>
              <a:spcBef>
                <a:spcPts val="0"/>
              </a:spcBef>
              <a:defRPr sz="200">
                <a:solidFill>
                  <a:schemeClr val="bg1"/>
                </a:solidFill>
              </a:defRPr>
            </a:lvl9pPr>
          </a:lstStyle>
          <a:p>
            <a:pPr lvl="0"/>
            <a:r>
              <a:rPr lang="en-US" dirty="0"/>
              <a:t>   </a:t>
            </a:r>
            <a:endParaRPr lang="en-AU" dirty="0"/>
          </a:p>
        </p:txBody>
      </p:sp>
      <p:sp>
        <p:nvSpPr>
          <p:cNvPr id="7" name="Footer/CRICOS">
            <a:extLst>
              <a:ext uri="{FF2B5EF4-FFF2-40B4-BE49-F238E27FC236}">
                <a16:creationId xmlns:a16="http://schemas.microsoft.com/office/drawing/2014/main" id="{62002C66-23BE-422A-BA61-68E7718A68F3}"/>
              </a:ext>
            </a:extLst>
          </p:cNvPr>
          <p:cNvSpPr>
            <a:spLocks noGrp="1"/>
          </p:cNvSpPr>
          <p:nvPr>
            <p:ph type="ftr" sz="quarter" idx="21"/>
          </p:nvPr>
        </p:nvSpPr>
        <p:spPr/>
        <p:txBody>
          <a:bodyPr/>
          <a:lstStyle>
            <a:lvl1pPr>
              <a:defRPr>
                <a:solidFill>
                  <a:schemeClr val="bg1"/>
                </a:solidFill>
              </a:defRPr>
            </a:lvl1pPr>
          </a:lstStyle>
          <a:p>
            <a:r>
              <a:rPr lang="en-AU" dirty="0"/>
              <a:t>Deakin University CRICOS Provider Code: 00113B</a:t>
            </a:r>
            <a:endParaRPr lang="en-GB" dirty="0"/>
          </a:p>
        </p:txBody>
      </p:sp>
    </p:spTree>
    <p:extLst>
      <p:ext uri="{BB962C8B-B14F-4D97-AF65-F5344CB8AC3E}">
        <p14:creationId xmlns:p14="http://schemas.microsoft.com/office/powerpoint/2010/main" val="40592960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Slide D">
    <p:spTree>
      <p:nvGrpSpPr>
        <p:cNvPr id="1" name=""/>
        <p:cNvGrpSpPr/>
        <p:nvPr/>
      </p:nvGrpSpPr>
      <p:grpSpPr>
        <a:xfrm>
          <a:off x="0" y="0"/>
          <a:ext cx="0" cy="0"/>
          <a:chOff x="0" y="0"/>
          <a:chExt cx="0" cy="0"/>
        </a:xfrm>
      </p:grpSpPr>
      <p:sp>
        <p:nvSpPr>
          <p:cNvPr id="5" name="Picture Placeholder" descr="Image Placeholder">
            <a:extLst>
              <a:ext uri="{FF2B5EF4-FFF2-40B4-BE49-F238E27FC236}">
                <a16:creationId xmlns:a16="http://schemas.microsoft.com/office/drawing/2014/main" id="{0C57DA6F-A204-4940-B919-67CA81BB5E70}"/>
              </a:ext>
            </a:extLst>
          </p:cNvPr>
          <p:cNvSpPr>
            <a:spLocks noGrp="1"/>
          </p:cNvSpPr>
          <p:nvPr>
            <p:ph type="pic" sz="quarter" idx="17" hasCustomPrompt="1"/>
          </p:nvPr>
        </p:nvSpPr>
        <p:spPr>
          <a:xfrm>
            <a:off x="0" y="0"/>
            <a:ext cx="12192000" cy="6858000"/>
          </a:xfrm>
          <a:solidFill>
            <a:schemeClr val="bg1">
              <a:lumMod val="75000"/>
            </a:schemeClr>
          </a:solidFill>
        </p:spPr>
        <p:txBody>
          <a:bodyPr lIns="144000" tIns="144000"/>
          <a:lstStyle>
            <a:lvl1pPr>
              <a:defRPr sz="1400">
                <a:solidFill>
                  <a:schemeClr val="bg1"/>
                </a:solidFill>
              </a:defRPr>
            </a:lvl1pPr>
          </a:lstStyle>
          <a:p>
            <a:r>
              <a:rPr lang="en-AU" sz="1400" dirty="0"/>
              <a:t>Click Icon to Add Image</a:t>
            </a:r>
            <a:endParaRPr lang="en-AU" dirty="0"/>
          </a:p>
        </p:txBody>
      </p:sp>
      <p:sp>
        <p:nvSpPr>
          <p:cNvPr id="27" name="Title">
            <a:extLst>
              <a:ext uri="{FF2B5EF4-FFF2-40B4-BE49-F238E27FC236}">
                <a16:creationId xmlns:a16="http://schemas.microsoft.com/office/drawing/2014/main" id="{ABBA3CDA-E776-40AE-B46D-45A45CC5D973}"/>
              </a:ext>
            </a:extLst>
          </p:cNvPr>
          <p:cNvSpPr>
            <a:spLocks noGrp="1"/>
          </p:cNvSpPr>
          <p:nvPr>
            <p:ph type="title" hasCustomPrompt="1"/>
          </p:nvPr>
        </p:nvSpPr>
        <p:spPr>
          <a:xfrm>
            <a:off x="584952" y="2222662"/>
            <a:ext cx="4577597" cy="959957"/>
          </a:xfrm>
        </p:spPr>
        <p:txBody>
          <a:bodyPr anchor="b"/>
          <a:lstStyle>
            <a:lvl1pPr>
              <a:defRPr sz="4500" b="0">
                <a:solidFill>
                  <a:schemeClr val="bg1"/>
                </a:solidFill>
              </a:defRPr>
            </a:lvl1pPr>
          </a:lstStyle>
          <a:p>
            <a:r>
              <a:rPr lang="en-US" dirty="0"/>
              <a:t>Click to add title</a:t>
            </a:r>
            <a:endParaRPr lang="en-AU" dirty="0"/>
          </a:p>
        </p:txBody>
      </p:sp>
      <p:sp>
        <p:nvSpPr>
          <p:cNvPr id="11" name="Subtitle">
            <a:extLst>
              <a:ext uri="{FF2B5EF4-FFF2-40B4-BE49-F238E27FC236}">
                <a16:creationId xmlns:a16="http://schemas.microsoft.com/office/drawing/2014/main" id="{B36ACC5A-D2CF-40E7-8984-09E0560FD4B7}"/>
              </a:ext>
            </a:extLst>
          </p:cNvPr>
          <p:cNvSpPr>
            <a:spLocks noGrp="1"/>
          </p:cNvSpPr>
          <p:nvPr>
            <p:ph type="body" sz="quarter" idx="13" hasCustomPrompt="1"/>
          </p:nvPr>
        </p:nvSpPr>
        <p:spPr>
          <a:xfrm>
            <a:off x="584953" y="3213099"/>
            <a:ext cx="4577597" cy="1347315"/>
          </a:xfr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500">
                <a:solidFill>
                  <a:schemeClr val="bg1"/>
                </a:solidFill>
              </a:defRPr>
            </a:lvl1pPr>
            <a:lvl2pPr marL="223200" indent="-180000">
              <a:spcBef>
                <a:spcPts val="0"/>
              </a:spcBef>
              <a:buSzPct val="75000"/>
              <a:buFont typeface="Calibri" panose="020F0502020204030204" pitchFamily="34" charset="0"/>
              <a:buChar char="●"/>
              <a:defRPr sz="1800">
                <a:solidFill>
                  <a:schemeClr val="bg1"/>
                </a:solidFill>
              </a:defRPr>
            </a:lvl2pPr>
            <a:lvl3pPr marL="223200" indent="-180000">
              <a:spcBef>
                <a:spcPts val="0"/>
              </a:spcBef>
              <a:buSzPct val="75000"/>
              <a:buFont typeface="Calibri" panose="020F0502020204030204" pitchFamily="34" charset="0"/>
              <a:buChar char="●"/>
              <a:defRPr sz="1800">
                <a:solidFill>
                  <a:schemeClr val="bg1"/>
                </a:solidFill>
              </a:defRPr>
            </a:lvl3pPr>
            <a:lvl4pPr marL="223200" indent="-180000">
              <a:spcBef>
                <a:spcPts val="0"/>
              </a:spcBef>
              <a:buSzPct val="75000"/>
              <a:buFont typeface="Calibri" panose="020F0502020204030204" pitchFamily="34" charset="0"/>
              <a:buChar char="●"/>
              <a:defRPr sz="1800">
                <a:solidFill>
                  <a:schemeClr val="bg1"/>
                </a:solidFill>
              </a:defRPr>
            </a:lvl4pPr>
            <a:lvl5pPr marL="223200" indent="-180000">
              <a:spcBef>
                <a:spcPts val="0"/>
              </a:spcBef>
              <a:buSzPct val="75000"/>
              <a:buFont typeface="Calibri" panose="020F0502020204030204" pitchFamily="34" charset="0"/>
              <a:buChar char="●"/>
              <a:defRPr sz="1800">
                <a:solidFill>
                  <a:schemeClr val="bg1"/>
                </a:solidFill>
              </a:defRPr>
            </a:lvl5pPr>
            <a:lvl6pPr marL="223200" indent="-180000">
              <a:spcBef>
                <a:spcPts val="0"/>
              </a:spcBef>
              <a:buSzPct val="75000"/>
              <a:buFont typeface="Calibri" panose="020F0502020204030204" pitchFamily="34" charset="0"/>
              <a:buChar char="●"/>
              <a:defRPr sz="1800">
                <a:solidFill>
                  <a:schemeClr val="bg1"/>
                </a:solidFill>
              </a:defRPr>
            </a:lvl6pPr>
            <a:lvl7pPr marL="223200" indent="-180000">
              <a:spcBef>
                <a:spcPts val="0"/>
              </a:spcBef>
              <a:buSzPct val="75000"/>
              <a:buFont typeface="Calibri" panose="020F0502020204030204" pitchFamily="34" charset="0"/>
              <a:buChar char="●"/>
              <a:defRPr sz="1800">
                <a:solidFill>
                  <a:schemeClr val="bg1"/>
                </a:solidFill>
              </a:defRPr>
            </a:lvl7pPr>
            <a:lvl8pPr marL="223200" indent="-180000">
              <a:spcBef>
                <a:spcPts val="0"/>
              </a:spcBef>
              <a:buSzPct val="75000"/>
              <a:buFont typeface="Calibri" panose="020F0502020204030204" pitchFamily="34" charset="0"/>
              <a:buChar char="●"/>
              <a:defRPr sz="1800">
                <a:solidFill>
                  <a:schemeClr val="bg1"/>
                </a:solidFill>
              </a:defRPr>
            </a:lvl8pPr>
            <a:lvl9pPr marL="223200" indent="-180000">
              <a:spcBef>
                <a:spcPts val="0"/>
              </a:spcBef>
              <a:buSzPct val="75000"/>
              <a:buFont typeface="Calibri" panose="020F0502020204030204" pitchFamily="34" charset="0"/>
              <a:buChar char="●"/>
              <a:defRPr sz="1800">
                <a:solidFill>
                  <a:schemeClr val="bg1"/>
                </a:solidFill>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Click to add subtitle</a:t>
            </a:r>
            <a:endParaRPr lang="en-GB" dirty="0"/>
          </a:p>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endParaRPr lang="en-AU" dirty="0"/>
          </a:p>
        </p:txBody>
      </p:sp>
      <p:sp>
        <p:nvSpPr>
          <p:cNvPr id="10" name="Deakin Logo" descr="Deakin Logo">
            <a:extLst>
              <a:ext uri="{FF2B5EF4-FFF2-40B4-BE49-F238E27FC236}">
                <a16:creationId xmlns:a16="http://schemas.microsoft.com/office/drawing/2014/main" id="{11B59CA2-2EEE-4B61-A623-6BE4CE88BB2D}"/>
              </a:ext>
            </a:extLst>
          </p:cNvPr>
          <p:cNvSpPr>
            <a:spLocks noGrp="1" noChangeAspect="1"/>
          </p:cNvSpPr>
          <p:nvPr>
            <p:ph type="body" sz="quarter" idx="18" hasCustomPrompt="1"/>
          </p:nvPr>
        </p:nvSpPr>
        <p:spPr>
          <a:xfrm>
            <a:off x="10928916" y="5592758"/>
            <a:ext cx="1062000" cy="1062000"/>
          </a:xfrm>
          <a:blipFill dpi="0" rotWithShape="1">
            <a:blip r:embed="rId2" cstate="screen">
              <a:extLst>
                <a:ext uri="{28A0092B-C50C-407E-A947-70E740481C1C}">
                  <a14:useLocalDpi xmlns:a14="http://schemas.microsoft.com/office/drawing/2010/main"/>
                </a:ext>
              </a:extLst>
            </a:blip>
            <a:srcRect/>
            <a:stretch>
              <a:fillRect/>
            </a:stretch>
          </a:blipFill>
        </p:spPr>
        <p:txBody>
          <a:bodyPr/>
          <a:lstStyle>
            <a:lvl1pPr>
              <a:lnSpc>
                <a:spcPct val="100000"/>
              </a:lnSpc>
              <a:spcBef>
                <a:spcPts val="0"/>
              </a:spcBef>
              <a:spcAft>
                <a:spcPts val="0"/>
              </a:spcAft>
              <a:defRPr sz="200">
                <a:solidFill>
                  <a:schemeClr val="bg1"/>
                </a:solidFill>
              </a:defRPr>
            </a:lvl1pPr>
            <a:lvl2pPr>
              <a:spcBef>
                <a:spcPts val="0"/>
              </a:spcBef>
              <a:defRPr sz="200">
                <a:solidFill>
                  <a:schemeClr val="bg1"/>
                </a:solidFill>
              </a:defRPr>
            </a:lvl2pPr>
            <a:lvl3pPr marL="0" indent="0">
              <a:spcBef>
                <a:spcPts val="0"/>
              </a:spcBef>
              <a:buNone/>
              <a:defRPr sz="200">
                <a:solidFill>
                  <a:schemeClr val="bg1"/>
                </a:solidFill>
              </a:defRPr>
            </a:lvl3pPr>
            <a:lvl4pPr marL="0" indent="0">
              <a:spcBef>
                <a:spcPts val="0"/>
              </a:spcBef>
              <a:buNone/>
              <a:defRPr sz="200">
                <a:solidFill>
                  <a:schemeClr val="bg1"/>
                </a:solidFill>
              </a:defRPr>
            </a:lvl4pPr>
            <a:lvl5pPr marL="0">
              <a:spcBef>
                <a:spcPts val="0"/>
              </a:spcBef>
              <a:defRPr sz="200">
                <a:solidFill>
                  <a:schemeClr val="bg1"/>
                </a:solidFill>
              </a:defRPr>
            </a:lvl5pPr>
            <a:lvl6pPr>
              <a:spcBef>
                <a:spcPts val="0"/>
              </a:spcBef>
              <a:defRPr sz="200">
                <a:solidFill>
                  <a:schemeClr val="bg1"/>
                </a:solidFill>
              </a:defRPr>
            </a:lvl6pPr>
            <a:lvl7pPr>
              <a:spcBef>
                <a:spcPts val="0"/>
              </a:spcBef>
              <a:defRPr sz="200">
                <a:solidFill>
                  <a:schemeClr val="bg1"/>
                </a:solidFill>
              </a:defRPr>
            </a:lvl7pPr>
            <a:lvl8pPr>
              <a:spcBef>
                <a:spcPts val="0"/>
              </a:spcBef>
              <a:defRPr sz="200">
                <a:solidFill>
                  <a:schemeClr val="bg1"/>
                </a:solidFill>
              </a:defRPr>
            </a:lvl8pPr>
            <a:lvl9pPr>
              <a:spcBef>
                <a:spcPts val="0"/>
              </a:spcBef>
              <a:defRPr sz="200">
                <a:solidFill>
                  <a:schemeClr val="bg1"/>
                </a:solidFill>
              </a:defRPr>
            </a:lvl9pPr>
          </a:lstStyle>
          <a:p>
            <a:pPr lvl="0"/>
            <a:r>
              <a:rPr lang="en-US" dirty="0"/>
              <a:t>   </a:t>
            </a:r>
            <a:endParaRPr lang="en-AU" dirty="0"/>
          </a:p>
        </p:txBody>
      </p:sp>
      <p:sp>
        <p:nvSpPr>
          <p:cNvPr id="8" name="Footer/CRICOS">
            <a:extLst>
              <a:ext uri="{FF2B5EF4-FFF2-40B4-BE49-F238E27FC236}">
                <a16:creationId xmlns:a16="http://schemas.microsoft.com/office/drawing/2014/main" id="{CE2440F6-E276-4FB4-9E13-D705F59C1656}"/>
              </a:ext>
            </a:extLst>
          </p:cNvPr>
          <p:cNvSpPr>
            <a:spLocks noGrp="1"/>
          </p:cNvSpPr>
          <p:nvPr>
            <p:ph type="ftr" sz="quarter" idx="20"/>
          </p:nvPr>
        </p:nvSpPr>
        <p:spPr/>
        <p:txBody>
          <a:bodyPr/>
          <a:lstStyle>
            <a:lvl1pPr>
              <a:defRPr>
                <a:solidFill>
                  <a:schemeClr val="bg1"/>
                </a:solidFill>
              </a:defRPr>
            </a:lvl1pPr>
          </a:lstStyle>
          <a:p>
            <a:r>
              <a:rPr lang="en-AU" dirty="0"/>
              <a:t>Deakin University CRICOS Provider Code: 00113B</a:t>
            </a:r>
            <a:endParaRPr lang="en-GB" dirty="0"/>
          </a:p>
        </p:txBody>
      </p:sp>
    </p:spTree>
    <p:extLst>
      <p:ext uri="{BB962C8B-B14F-4D97-AF65-F5344CB8AC3E}">
        <p14:creationId xmlns:p14="http://schemas.microsoft.com/office/powerpoint/2010/main" val="39271963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A">
    <p:spTree>
      <p:nvGrpSpPr>
        <p:cNvPr id="1" name=""/>
        <p:cNvGrpSpPr/>
        <p:nvPr/>
      </p:nvGrpSpPr>
      <p:grpSpPr>
        <a:xfrm>
          <a:off x="0" y="0"/>
          <a:ext cx="0" cy="0"/>
          <a:chOff x="0" y="0"/>
          <a:chExt cx="0" cy="0"/>
        </a:xfrm>
      </p:grpSpPr>
      <p:sp>
        <p:nvSpPr>
          <p:cNvPr id="10" name="Title">
            <a:extLst>
              <a:ext uri="{FF2B5EF4-FFF2-40B4-BE49-F238E27FC236}">
                <a16:creationId xmlns:a16="http://schemas.microsoft.com/office/drawing/2014/main" id="{53B47CD2-6346-4729-B2F9-F7FD2F4CCD4C}"/>
              </a:ext>
            </a:extLst>
          </p:cNvPr>
          <p:cNvSpPr>
            <a:spLocks noGrp="1"/>
          </p:cNvSpPr>
          <p:nvPr>
            <p:ph type="title" hasCustomPrompt="1"/>
          </p:nvPr>
        </p:nvSpPr>
        <p:spPr/>
        <p:txBody>
          <a:bodyPr/>
          <a:lstStyle>
            <a:lvl1pPr>
              <a:defRPr>
                <a:solidFill>
                  <a:schemeClr val="bg1"/>
                </a:solidFill>
              </a:defRPr>
            </a:lvl1pPr>
          </a:lstStyle>
          <a:p>
            <a:r>
              <a:rPr lang="en-US" dirty="0"/>
              <a:t>Click to add title</a:t>
            </a:r>
            <a:endParaRPr lang="en-AU" dirty="0"/>
          </a:p>
        </p:txBody>
      </p:sp>
      <p:sp>
        <p:nvSpPr>
          <p:cNvPr id="6" name="Body copy text">
            <a:extLst>
              <a:ext uri="{FF2B5EF4-FFF2-40B4-BE49-F238E27FC236}">
                <a16:creationId xmlns:a16="http://schemas.microsoft.com/office/drawing/2014/main" id="{BA9360C9-D6E6-46AC-8EF9-EEF25F267E14}"/>
              </a:ext>
            </a:extLst>
          </p:cNvPr>
          <p:cNvSpPr>
            <a:spLocks noGrp="1"/>
          </p:cNvSpPr>
          <p:nvPr>
            <p:ph sz="quarter" idx="12" hasCustomPrompt="1"/>
          </p:nvPr>
        </p:nvSpPr>
        <p:spPr>
          <a:xfrm>
            <a:off x="490538" y="1758950"/>
            <a:ext cx="10193790" cy="3974666"/>
          </a:xfrm>
        </p:spPr>
        <p:txBody>
          <a:bodyPr/>
          <a:lstStyle>
            <a:lvl1pPr marL="0" marR="0" indent="0" algn="l" defTabSz="914400" rtl="0" eaLnBrk="1" fontAlgn="auto" latinLnBrk="0" hangingPunct="1">
              <a:lnSpc>
                <a:spcPct val="90000"/>
              </a:lnSpc>
              <a:spcBef>
                <a:spcPts val="1000"/>
              </a:spcBef>
              <a:spcAft>
                <a:spcPts val="2400"/>
              </a:spcAft>
              <a:buClrTx/>
              <a:buSzTx/>
              <a:buFont typeface="Arial" panose="020B0604020202020204" pitchFamily="34" charset="0"/>
              <a:buNone/>
              <a:tabLst/>
              <a:defRPr/>
            </a:lvl1pPr>
          </a:lstStyle>
          <a:p>
            <a:pPr marL="0" marR="0" lvl="0" indent="0" algn="l" defTabSz="914400" rtl="0" eaLnBrk="1" fontAlgn="auto" latinLnBrk="0" hangingPunct="1">
              <a:lnSpc>
                <a:spcPct val="90000"/>
              </a:lnSpc>
              <a:spcBef>
                <a:spcPts val="1000"/>
              </a:spcBef>
              <a:spcAft>
                <a:spcPts val="2400"/>
              </a:spcAft>
              <a:buClrTx/>
              <a:buSzTx/>
              <a:buFont typeface="Arial" panose="020B0604020202020204" pitchFamily="34" charset="0"/>
              <a:buNone/>
              <a:tabLst/>
              <a:defRPr/>
            </a:pPr>
            <a:r>
              <a:rPr lang="en-US" dirty="0"/>
              <a:t>Click on the relevant icon at the </a:t>
            </a:r>
            <a:r>
              <a:rPr lang="en-US" dirty="0" err="1"/>
              <a:t>centre</a:t>
            </a:r>
            <a:r>
              <a:rPr lang="en-US" dirty="0"/>
              <a:t> of the placeholder to add: Text / Table / Chart / SmartArt / Image / Media. There are five type styles in the template, available as List Levels. Press the Increase / Decrease button in the paragraph section of the home ribbon to move through the styles</a:t>
            </a:r>
          </a:p>
          <a:p>
            <a:pPr lvl="0"/>
            <a:endParaRPr lang="en-US" dirty="0"/>
          </a:p>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Slide Number">
            <a:extLst>
              <a:ext uri="{FF2B5EF4-FFF2-40B4-BE49-F238E27FC236}">
                <a16:creationId xmlns:a16="http://schemas.microsoft.com/office/drawing/2014/main" id="{7814B30D-1FBE-48C6-9B85-8BC45A0F8B00}"/>
              </a:ext>
            </a:extLst>
          </p:cNvPr>
          <p:cNvSpPr>
            <a:spLocks noGrp="1"/>
          </p:cNvSpPr>
          <p:nvPr>
            <p:ph type="sldNum" sz="quarter" idx="15"/>
          </p:nvPr>
        </p:nvSpPr>
        <p:spPr/>
        <p:txBody>
          <a:bodyPr/>
          <a:lstStyle/>
          <a:p>
            <a:fld id="{F5AEA0E0-5CC6-4BD0-905C-A0021E419432}" type="slidenum">
              <a:rPr lang="en-GB" smtClean="0"/>
              <a:pPr/>
              <a:t>‹#›</a:t>
            </a:fld>
            <a:endParaRPr lang="en-GB" dirty="0"/>
          </a:p>
        </p:txBody>
      </p:sp>
      <p:sp>
        <p:nvSpPr>
          <p:cNvPr id="7" name="Date">
            <a:extLst>
              <a:ext uri="{FF2B5EF4-FFF2-40B4-BE49-F238E27FC236}">
                <a16:creationId xmlns:a16="http://schemas.microsoft.com/office/drawing/2014/main" id="{525411B8-8699-438A-A167-1C3A919F93C0}"/>
              </a:ext>
            </a:extLst>
          </p:cNvPr>
          <p:cNvSpPr>
            <a:spLocks noGrp="1"/>
          </p:cNvSpPr>
          <p:nvPr>
            <p:ph type="dt" sz="half" idx="13"/>
          </p:nvPr>
        </p:nvSpPr>
        <p:spPr/>
        <p:txBody>
          <a:bodyPr/>
          <a:lstStyle/>
          <a:p>
            <a:endParaRPr lang="en-GB" dirty="0"/>
          </a:p>
        </p:txBody>
      </p:sp>
      <p:sp>
        <p:nvSpPr>
          <p:cNvPr id="8" name="Footer/CRICOS">
            <a:extLst>
              <a:ext uri="{FF2B5EF4-FFF2-40B4-BE49-F238E27FC236}">
                <a16:creationId xmlns:a16="http://schemas.microsoft.com/office/drawing/2014/main" id="{C413938E-3E52-47DF-B2F9-CF3BC807B50D}"/>
              </a:ext>
            </a:extLst>
          </p:cNvPr>
          <p:cNvSpPr>
            <a:spLocks noGrp="1"/>
          </p:cNvSpPr>
          <p:nvPr>
            <p:ph type="ftr" sz="quarter" idx="14"/>
          </p:nvPr>
        </p:nvSpPr>
        <p:spPr/>
        <p:txBody>
          <a:bodyPr/>
          <a:lstStyle/>
          <a:p>
            <a:r>
              <a:rPr lang="en-AU"/>
              <a:t>Deakin University CRICOS Provider Code: 00113B</a:t>
            </a:r>
            <a:endParaRPr lang="en-GB" dirty="0"/>
          </a:p>
        </p:txBody>
      </p:sp>
    </p:spTree>
    <p:extLst>
      <p:ext uri="{BB962C8B-B14F-4D97-AF65-F5344CB8AC3E}">
        <p14:creationId xmlns:p14="http://schemas.microsoft.com/office/powerpoint/2010/main" val="18908545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and Content B">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solidFill>
                  <a:schemeClr val="tx1"/>
                </a:solidFill>
              </a:defRPr>
            </a:lvl1pPr>
          </a:lstStyle>
          <a:p>
            <a:r>
              <a:rPr lang="en-US" dirty="0"/>
              <a:t>Click to add title</a:t>
            </a:r>
            <a:endParaRPr lang="en-GB" dirty="0"/>
          </a:p>
        </p:txBody>
      </p:sp>
      <p:sp>
        <p:nvSpPr>
          <p:cNvPr id="6" name="Body copy text">
            <a:extLst>
              <a:ext uri="{FF2B5EF4-FFF2-40B4-BE49-F238E27FC236}">
                <a16:creationId xmlns:a16="http://schemas.microsoft.com/office/drawing/2014/main" id="{1728D9B9-3392-4769-8DFF-BE6FA168AE0E}"/>
              </a:ext>
            </a:extLst>
          </p:cNvPr>
          <p:cNvSpPr>
            <a:spLocks noGrp="1"/>
          </p:cNvSpPr>
          <p:nvPr>
            <p:ph sz="quarter" idx="12" hasCustomPrompt="1"/>
          </p:nvPr>
        </p:nvSpPr>
        <p:spPr>
          <a:xfrm>
            <a:off x="490538" y="1758950"/>
            <a:ext cx="10193790" cy="3974666"/>
          </a:xfrm>
        </p:spPr>
        <p:txBody>
          <a:bodyPr/>
          <a:lstStyle>
            <a:lvl1pPr marL="0" marR="0" indent="0" algn="l" defTabSz="914400" rtl="0" eaLnBrk="1" fontAlgn="auto" latinLnBrk="0" hangingPunct="1">
              <a:lnSpc>
                <a:spcPct val="90000"/>
              </a:lnSpc>
              <a:spcBef>
                <a:spcPts val="1000"/>
              </a:spcBef>
              <a:spcAft>
                <a:spcPts val="2400"/>
              </a:spcAft>
              <a:buClrTx/>
              <a:buSzTx/>
              <a:buFont typeface="Arial" panose="020B0604020202020204" pitchFamily="34" charset="0"/>
              <a:buNone/>
              <a:tabLst/>
              <a:defRPr/>
            </a:lvl1pPr>
          </a:lstStyle>
          <a:p>
            <a:pPr marL="0" marR="0" lvl="0" indent="0" algn="l" defTabSz="914400" rtl="0" eaLnBrk="1" fontAlgn="auto" latinLnBrk="0" hangingPunct="1">
              <a:lnSpc>
                <a:spcPct val="90000"/>
              </a:lnSpc>
              <a:spcBef>
                <a:spcPts val="1000"/>
              </a:spcBef>
              <a:spcAft>
                <a:spcPts val="2400"/>
              </a:spcAft>
              <a:buClrTx/>
              <a:buSzTx/>
              <a:buFont typeface="Arial" panose="020B0604020202020204" pitchFamily="34" charset="0"/>
              <a:buNone/>
              <a:tabLst/>
              <a:defRPr/>
            </a:pPr>
            <a:r>
              <a:rPr lang="en-US" dirty="0"/>
              <a:t>Click on the relevant icon at the </a:t>
            </a:r>
            <a:r>
              <a:rPr lang="en-US" dirty="0" err="1"/>
              <a:t>centre</a:t>
            </a:r>
            <a:r>
              <a:rPr lang="en-US" dirty="0"/>
              <a:t> of the placeholder to add: Text / Table / Chart / SmartArt / Image / Media. There are five type styles in the template, available as List Levels. Press the Increase / Decrease button in the paragraph section of the home ribbon to move through the styles</a:t>
            </a:r>
          </a:p>
          <a:p>
            <a:pPr lvl="0"/>
            <a:endParaRPr lang="en-US" dirty="0"/>
          </a:p>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grpSp>
        <p:nvGrpSpPr>
          <p:cNvPr id="10" name="Deakin Logo" descr="Deakin Logo">
            <a:extLst>
              <a:ext uri="{FF2B5EF4-FFF2-40B4-BE49-F238E27FC236}">
                <a16:creationId xmlns:a16="http://schemas.microsoft.com/office/drawing/2014/main" id="{99F651C7-9FC7-42C5-BF3C-22231C3FD9B9}"/>
              </a:ext>
            </a:extLst>
          </p:cNvPr>
          <p:cNvGrpSpPr/>
          <p:nvPr userDrawn="1"/>
        </p:nvGrpSpPr>
        <p:grpSpPr>
          <a:xfrm>
            <a:off x="11339575" y="205549"/>
            <a:ext cx="651345" cy="652971"/>
            <a:chOff x="10928350" y="5591175"/>
            <a:chExt cx="1062560" cy="1065213"/>
          </a:xfrm>
        </p:grpSpPr>
        <p:sp>
          <p:nvSpPr>
            <p:cNvPr id="11" name="Logo">
              <a:extLst>
                <a:ext uri="{FF2B5EF4-FFF2-40B4-BE49-F238E27FC236}">
                  <a16:creationId xmlns:a16="http://schemas.microsoft.com/office/drawing/2014/main" id="{CA581C15-7E06-4BC6-9E07-AB4A4DEFA54A}"/>
                </a:ext>
              </a:extLst>
            </p:cNvPr>
            <p:cNvSpPr txBox="1">
              <a:spLocks noChangeAspect="1"/>
            </p:cNvSpPr>
            <p:nvPr userDrawn="1"/>
          </p:nvSpPr>
          <p:spPr>
            <a:xfrm>
              <a:off x="10928911" y="5592757"/>
              <a:ext cx="1061999" cy="1061999"/>
            </a:xfrm>
            <a:prstGeom prst="rect">
              <a:avLst/>
            </a:prstGeom>
            <a:blipFill dpi="0" rotWithShape="1">
              <a:blip r:embed="rId2" cstate="screen">
                <a:alphaModFix/>
                <a:extLst>
                  <a:ext uri="{28A0092B-C50C-407E-A947-70E740481C1C}">
                    <a14:useLocalDpi xmlns:a14="http://schemas.microsoft.com/office/drawing/2010/main"/>
                  </a:ext>
                </a:extLst>
              </a:blip>
              <a:srcRect/>
              <a:stretch>
                <a:fillRect/>
              </a:stretch>
            </a:blipFill>
          </p:spPr>
          <p:txBody>
            <a:bodyPr/>
            <a:lstStyle>
              <a:lvl1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2pPr>
              <a:lvl3pPr marL="0" indent="0" algn="l" defTabSz="914400" rtl="0" eaLnBrk="1" latinLnBrk="0" hangingPunct="1">
                <a:lnSpc>
                  <a:spcPct val="100000"/>
                </a:lnSpc>
                <a:spcBef>
                  <a:spcPts val="0"/>
                </a:spcBef>
                <a:buSzPct val="110000"/>
                <a:buFont typeface="Arial" panose="020B0604020202020204" pitchFamily="34" charset="0"/>
                <a:buNone/>
                <a:defRPr sz="200" kern="1200">
                  <a:solidFill>
                    <a:schemeClr val="bg1"/>
                  </a:solidFill>
                  <a:latin typeface="+mn-lt"/>
                  <a:ea typeface="+mn-ea"/>
                  <a:cs typeface="+mn-cs"/>
                </a:defRPr>
              </a:lvl3pPr>
              <a:lvl4pPr marL="0" indent="0" algn="l" defTabSz="914400" rtl="0" eaLnBrk="1" latinLnBrk="0" hangingPunct="1">
                <a:lnSpc>
                  <a:spcPct val="100000"/>
                </a:lnSpc>
                <a:spcBef>
                  <a:spcPts val="0"/>
                </a:spcBef>
                <a:buFont typeface="Calibri" panose="020F0502020204030204" pitchFamily="34" charset="0"/>
                <a:buNone/>
                <a:defRPr sz="200" kern="1200">
                  <a:solidFill>
                    <a:schemeClr val="bg1"/>
                  </a:solidFill>
                  <a:latin typeface="+mn-lt"/>
                  <a:ea typeface="+mn-ea"/>
                  <a:cs typeface="+mn-cs"/>
                </a:defRPr>
              </a:lvl4pPr>
              <a:lvl5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5pPr>
              <a:lvl6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6pPr>
              <a:lvl7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7pPr>
              <a:lvl8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8pPr>
              <a:lvl9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9pPr>
            </a:lstStyle>
            <a:p>
              <a:r>
                <a:rPr lang="en-US"/>
                <a:t>   </a:t>
              </a:r>
              <a:endParaRPr lang="en-AU" dirty="0"/>
            </a:p>
          </p:txBody>
        </p:sp>
        <p:sp>
          <p:nvSpPr>
            <p:cNvPr id="12" name="Logo">
              <a:extLst>
                <a:ext uri="{FF2B5EF4-FFF2-40B4-BE49-F238E27FC236}">
                  <a16:creationId xmlns:a16="http://schemas.microsoft.com/office/drawing/2014/main" id="{F1F38E66-9F79-4341-B5C8-BE0070F9208A}"/>
                </a:ext>
              </a:extLst>
            </p:cNvPr>
            <p:cNvSpPr>
              <a:spLocks noEditPoints="1"/>
            </p:cNvSpPr>
            <p:nvPr userDrawn="1"/>
          </p:nvSpPr>
          <p:spPr bwMode="auto">
            <a:xfrm>
              <a:off x="10928350" y="5591175"/>
              <a:ext cx="1062037" cy="1065213"/>
            </a:xfrm>
            <a:custGeom>
              <a:avLst/>
              <a:gdLst>
                <a:gd name="T0" fmla="*/ 3400 w 6806"/>
                <a:gd name="T1" fmla="*/ 85 h 6803"/>
                <a:gd name="T2" fmla="*/ 3400 w 6806"/>
                <a:gd name="T3" fmla="*/ 85 h 6803"/>
                <a:gd name="T4" fmla="*/ 6720 w 6806"/>
                <a:gd name="T5" fmla="*/ 3399 h 6803"/>
                <a:gd name="T6" fmla="*/ 3406 w 6806"/>
                <a:gd name="T7" fmla="*/ 6719 h 6803"/>
                <a:gd name="T8" fmla="*/ 3403 w 6806"/>
                <a:gd name="T9" fmla="*/ 6719 h 6803"/>
                <a:gd name="T10" fmla="*/ 86 w 6806"/>
                <a:gd name="T11" fmla="*/ 3405 h 6803"/>
                <a:gd name="T12" fmla="*/ 1055 w 6806"/>
                <a:gd name="T13" fmla="*/ 1058 h 6803"/>
                <a:gd name="T14" fmla="*/ 3400 w 6806"/>
                <a:gd name="T15" fmla="*/ 85 h 6803"/>
                <a:gd name="T16" fmla="*/ 3400 w 6806"/>
                <a:gd name="T17" fmla="*/ 0 h 6803"/>
                <a:gd name="T18" fmla="*/ 995 w 6806"/>
                <a:gd name="T19" fmla="*/ 999 h 6803"/>
                <a:gd name="T20" fmla="*/ 1 w 6806"/>
                <a:gd name="T21" fmla="*/ 3405 h 6803"/>
                <a:gd name="T22" fmla="*/ 3403 w 6806"/>
                <a:gd name="T23" fmla="*/ 6803 h 6803"/>
                <a:gd name="T24" fmla="*/ 3406 w 6806"/>
                <a:gd name="T25" fmla="*/ 6803 h 6803"/>
                <a:gd name="T26" fmla="*/ 6804 w 6806"/>
                <a:gd name="T27" fmla="*/ 3399 h 6803"/>
                <a:gd name="T28" fmla="*/ 3400 w 6806"/>
                <a:gd name="T29" fmla="*/ 0 h 68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806" h="6803">
                  <a:moveTo>
                    <a:pt x="3400" y="85"/>
                  </a:moveTo>
                  <a:cubicBezTo>
                    <a:pt x="3400" y="85"/>
                    <a:pt x="3400" y="85"/>
                    <a:pt x="3400" y="85"/>
                  </a:cubicBezTo>
                  <a:cubicBezTo>
                    <a:pt x="5229" y="85"/>
                    <a:pt x="6718" y="1571"/>
                    <a:pt x="6720" y="3399"/>
                  </a:cubicBezTo>
                  <a:cubicBezTo>
                    <a:pt x="6722" y="5228"/>
                    <a:pt x="5235" y="6717"/>
                    <a:pt x="3406" y="6719"/>
                  </a:cubicBezTo>
                  <a:cubicBezTo>
                    <a:pt x="3403" y="6719"/>
                    <a:pt x="3403" y="6719"/>
                    <a:pt x="3403" y="6719"/>
                  </a:cubicBezTo>
                  <a:cubicBezTo>
                    <a:pt x="1575" y="6719"/>
                    <a:pt x="87" y="5232"/>
                    <a:pt x="86" y="3405"/>
                  </a:cubicBezTo>
                  <a:cubicBezTo>
                    <a:pt x="85" y="2519"/>
                    <a:pt x="429" y="1685"/>
                    <a:pt x="1055" y="1058"/>
                  </a:cubicBezTo>
                  <a:cubicBezTo>
                    <a:pt x="1681" y="431"/>
                    <a:pt x="2514" y="85"/>
                    <a:pt x="3400" y="85"/>
                  </a:cubicBezTo>
                  <a:moveTo>
                    <a:pt x="3400" y="0"/>
                  </a:moveTo>
                  <a:cubicBezTo>
                    <a:pt x="2491" y="1"/>
                    <a:pt x="1637" y="355"/>
                    <a:pt x="995" y="999"/>
                  </a:cubicBezTo>
                  <a:cubicBezTo>
                    <a:pt x="354" y="1642"/>
                    <a:pt x="0" y="2496"/>
                    <a:pt x="1" y="3405"/>
                  </a:cubicBezTo>
                  <a:cubicBezTo>
                    <a:pt x="3" y="5279"/>
                    <a:pt x="1529" y="6803"/>
                    <a:pt x="3403" y="6803"/>
                  </a:cubicBezTo>
                  <a:cubicBezTo>
                    <a:pt x="3406" y="6803"/>
                    <a:pt x="3406" y="6803"/>
                    <a:pt x="3406" y="6803"/>
                  </a:cubicBezTo>
                  <a:cubicBezTo>
                    <a:pt x="5281" y="6802"/>
                    <a:pt x="6806" y="5274"/>
                    <a:pt x="6804" y="3399"/>
                  </a:cubicBezTo>
                  <a:cubicBezTo>
                    <a:pt x="6803" y="1525"/>
                    <a:pt x="5277" y="0"/>
                    <a:pt x="340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sp>
        <p:nvSpPr>
          <p:cNvPr id="9" name="Slide Number">
            <a:extLst>
              <a:ext uri="{FF2B5EF4-FFF2-40B4-BE49-F238E27FC236}">
                <a16:creationId xmlns:a16="http://schemas.microsoft.com/office/drawing/2014/main" id="{84946E53-0705-4130-ACF7-71A850A0BADA}"/>
              </a:ext>
            </a:extLst>
          </p:cNvPr>
          <p:cNvSpPr>
            <a:spLocks noGrp="1"/>
          </p:cNvSpPr>
          <p:nvPr>
            <p:ph type="sldNum" sz="quarter" idx="15"/>
          </p:nvPr>
        </p:nvSpPr>
        <p:spPr/>
        <p:txBody>
          <a:bodyPr/>
          <a:lstStyle/>
          <a:p>
            <a:fld id="{F5AEA0E0-5CC6-4BD0-905C-A0021E419432}" type="slidenum">
              <a:rPr lang="en-GB" smtClean="0"/>
              <a:pPr/>
              <a:t>‹#›</a:t>
            </a:fld>
            <a:endParaRPr lang="en-GB" dirty="0"/>
          </a:p>
        </p:txBody>
      </p:sp>
      <p:sp>
        <p:nvSpPr>
          <p:cNvPr id="7" name="Date">
            <a:extLst>
              <a:ext uri="{FF2B5EF4-FFF2-40B4-BE49-F238E27FC236}">
                <a16:creationId xmlns:a16="http://schemas.microsoft.com/office/drawing/2014/main" id="{43A403F2-F92E-471F-90B6-EC3DCC7A5EA3}"/>
              </a:ext>
            </a:extLst>
          </p:cNvPr>
          <p:cNvSpPr>
            <a:spLocks noGrp="1"/>
          </p:cNvSpPr>
          <p:nvPr>
            <p:ph type="dt" sz="half" idx="13"/>
          </p:nvPr>
        </p:nvSpPr>
        <p:spPr/>
        <p:txBody>
          <a:bodyPr/>
          <a:lstStyle/>
          <a:p>
            <a:endParaRPr lang="en-GB" dirty="0"/>
          </a:p>
        </p:txBody>
      </p:sp>
      <p:sp>
        <p:nvSpPr>
          <p:cNvPr id="8" name="Footer/CRICOS">
            <a:extLst>
              <a:ext uri="{FF2B5EF4-FFF2-40B4-BE49-F238E27FC236}">
                <a16:creationId xmlns:a16="http://schemas.microsoft.com/office/drawing/2014/main" id="{56C0C342-8021-4EE8-A590-43D1B5738AF3}"/>
              </a:ext>
            </a:extLst>
          </p:cNvPr>
          <p:cNvSpPr>
            <a:spLocks noGrp="1"/>
          </p:cNvSpPr>
          <p:nvPr>
            <p:ph type="ftr" sz="quarter" idx="14"/>
          </p:nvPr>
        </p:nvSpPr>
        <p:spPr/>
        <p:txBody>
          <a:bodyPr/>
          <a:lstStyle/>
          <a:p>
            <a:r>
              <a:rPr lang="en-AU"/>
              <a:t>Deakin University CRICOS Provider Code: 00113B</a:t>
            </a:r>
            <a:endParaRPr lang="en-GB" dirty="0"/>
          </a:p>
        </p:txBody>
      </p:sp>
    </p:spTree>
    <p:extLst>
      <p:ext uri="{BB962C8B-B14F-4D97-AF65-F5344CB8AC3E}">
        <p14:creationId xmlns:p14="http://schemas.microsoft.com/office/powerpoint/2010/main" val="36300148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wo Column and Image">
    <p:bg>
      <p:bgPr>
        <a:solidFill>
          <a:schemeClr val="bg1"/>
        </a:solidFill>
        <a:effectLst/>
      </p:bgPr>
    </p:bg>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solidFill>
                  <a:schemeClr val="tx1"/>
                </a:solidFill>
              </a:defRPr>
            </a:lvl1pPr>
          </a:lstStyle>
          <a:p>
            <a:r>
              <a:rPr lang="en-US" dirty="0"/>
              <a:t>Click to add title</a:t>
            </a:r>
            <a:endParaRPr lang="en-GB" dirty="0"/>
          </a:p>
        </p:txBody>
      </p:sp>
      <p:sp>
        <p:nvSpPr>
          <p:cNvPr id="41" name="Body copy text">
            <a:extLst>
              <a:ext uri="{FF2B5EF4-FFF2-40B4-BE49-F238E27FC236}">
                <a16:creationId xmlns:a16="http://schemas.microsoft.com/office/drawing/2014/main" id="{249BAF2C-024F-493D-94ED-A02A44D4AD72}"/>
              </a:ext>
            </a:extLst>
          </p:cNvPr>
          <p:cNvSpPr>
            <a:spLocks noGrp="1"/>
          </p:cNvSpPr>
          <p:nvPr>
            <p:ph type="body" sz="quarter" idx="14" hasCustomPrompt="1"/>
          </p:nvPr>
        </p:nvSpPr>
        <p:spPr>
          <a:xfrm>
            <a:off x="482600" y="1393825"/>
            <a:ext cx="8286712" cy="4351338"/>
          </a:xfrm>
        </p:spPr>
        <p:txBody>
          <a:bodyPr numCol="2" spcCol="540000"/>
          <a:lstStyle>
            <a:lvl1pPr>
              <a:defRPr/>
            </a:lvl1pPr>
          </a:lstStyle>
          <a:p>
            <a:pPr lvl="0"/>
            <a:r>
              <a:rPr lang="en-US" dirty="0"/>
              <a:t>There are five type styles in the template, available as List Levels. Press the Increase / Decrease button in the paragraph section of the home ribbon to move through the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35" name="Picture Placeholder" descr="Image Placeholder">
            <a:extLst>
              <a:ext uri="{FF2B5EF4-FFF2-40B4-BE49-F238E27FC236}">
                <a16:creationId xmlns:a16="http://schemas.microsoft.com/office/drawing/2014/main" id="{3EAA3666-B8A8-41AC-9F39-8F2ACFA8A9E7}"/>
              </a:ext>
            </a:extLst>
          </p:cNvPr>
          <p:cNvSpPr>
            <a:spLocks noGrp="1"/>
          </p:cNvSpPr>
          <p:nvPr>
            <p:ph type="pic" sz="quarter" idx="13" hasCustomPrompt="1"/>
          </p:nvPr>
        </p:nvSpPr>
        <p:spPr>
          <a:xfrm>
            <a:off x="9334200" y="1"/>
            <a:ext cx="2857798" cy="4930775"/>
          </a:xfrm>
          <a:custGeom>
            <a:avLst/>
            <a:gdLst>
              <a:gd name="connsiteX0" fmla="*/ 0 w 2857798"/>
              <a:gd name="connsiteY0" fmla="*/ 0 h 4930775"/>
              <a:gd name="connsiteX1" fmla="*/ 2857798 w 2857798"/>
              <a:gd name="connsiteY1" fmla="*/ 0 h 4930775"/>
              <a:gd name="connsiteX2" fmla="*/ 2857798 w 2857798"/>
              <a:gd name="connsiteY2" fmla="*/ 4884513 h 4930775"/>
              <a:gd name="connsiteX3" fmla="*/ 2635296 w 2857798"/>
              <a:gd name="connsiteY3" fmla="*/ 4918446 h 4930775"/>
              <a:gd name="connsiteX4" fmla="*/ 2390916 w 2857798"/>
              <a:gd name="connsiteY4" fmla="*/ 4930775 h 4930775"/>
              <a:gd name="connsiteX5" fmla="*/ 0 w 2857798"/>
              <a:gd name="connsiteY5" fmla="*/ 2543350 h 4930775"/>
              <a:gd name="connsiteX6" fmla="*/ 0 w 2857798"/>
              <a:gd name="connsiteY6" fmla="*/ 149177 h 4930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57798" h="4930775">
                <a:moveTo>
                  <a:pt x="0" y="0"/>
                </a:moveTo>
                <a:lnTo>
                  <a:pt x="2857798" y="0"/>
                </a:lnTo>
                <a:lnTo>
                  <a:pt x="2857798" y="4884513"/>
                </a:lnTo>
                <a:lnTo>
                  <a:pt x="2635296" y="4918446"/>
                </a:lnTo>
                <a:cubicBezTo>
                  <a:pt x="2554956" y="4926599"/>
                  <a:pt x="2473429" y="4930775"/>
                  <a:pt x="2390916" y="4930775"/>
                </a:cubicBezTo>
                <a:cubicBezTo>
                  <a:pt x="1070701" y="4930775"/>
                  <a:pt x="0" y="3861638"/>
                  <a:pt x="0" y="2543350"/>
                </a:cubicBezTo>
                <a:cubicBezTo>
                  <a:pt x="0" y="2543350"/>
                  <a:pt x="0" y="2543350"/>
                  <a:pt x="0" y="149177"/>
                </a:cubicBezTo>
                <a:close/>
              </a:path>
            </a:pathLst>
          </a:custGeom>
          <a:solidFill>
            <a:schemeClr val="bg1">
              <a:lumMod val="75000"/>
            </a:schemeClr>
          </a:solidFill>
        </p:spPr>
        <p:txBody>
          <a:bodyPr wrap="square" lIns="144000" tIns="144000">
            <a:noAutofit/>
          </a:bodyPr>
          <a:lstStyle>
            <a:lvl1pPr>
              <a:defRPr sz="1400">
                <a:solidFill>
                  <a:schemeClr val="bg1"/>
                </a:solidFill>
              </a:defRPr>
            </a:lvl1pPr>
          </a:lstStyle>
          <a:p>
            <a:r>
              <a:rPr lang="en-AU" sz="1400" dirty="0"/>
              <a:t>Click Icon to Add Image</a:t>
            </a:r>
            <a:endParaRPr lang="en-AU" dirty="0"/>
          </a:p>
        </p:txBody>
      </p:sp>
      <p:sp>
        <p:nvSpPr>
          <p:cNvPr id="8" name="Slide Number">
            <a:extLst>
              <a:ext uri="{FF2B5EF4-FFF2-40B4-BE49-F238E27FC236}">
                <a16:creationId xmlns:a16="http://schemas.microsoft.com/office/drawing/2014/main" id="{20C9C9C3-7490-4E13-8A2E-E88F421A5265}"/>
              </a:ext>
            </a:extLst>
          </p:cNvPr>
          <p:cNvSpPr>
            <a:spLocks noGrp="1"/>
          </p:cNvSpPr>
          <p:nvPr>
            <p:ph type="sldNum" sz="quarter" idx="17"/>
          </p:nvPr>
        </p:nvSpPr>
        <p:spPr/>
        <p:txBody>
          <a:bodyPr/>
          <a:lstStyle/>
          <a:p>
            <a:fld id="{F5AEA0E0-5CC6-4BD0-905C-A0021E419432}" type="slidenum">
              <a:rPr lang="en-GB" smtClean="0"/>
              <a:pPr/>
              <a:t>‹#›</a:t>
            </a:fld>
            <a:endParaRPr lang="en-GB" dirty="0"/>
          </a:p>
        </p:txBody>
      </p:sp>
      <p:sp>
        <p:nvSpPr>
          <p:cNvPr id="6" name="Date">
            <a:extLst>
              <a:ext uri="{FF2B5EF4-FFF2-40B4-BE49-F238E27FC236}">
                <a16:creationId xmlns:a16="http://schemas.microsoft.com/office/drawing/2014/main" id="{0BA0A30D-A42F-4277-AEDF-EA2349621D3B}"/>
              </a:ext>
            </a:extLst>
          </p:cNvPr>
          <p:cNvSpPr>
            <a:spLocks noGrp="1"/>
          </p:cNvSpPr>
          <p:nvPr>
            <p:ph type="dt" sz="half" idx="15"/>
          </p:nvPr>
        </p:nvSpPr>
        <p:spPr/>
        <p:txBody>
          <a:bodyPr/>
          <a:lstStyle/>
          <a:p>
            <a:endParaRPr lang="en-GB" dirty="0"/>
          </a:p>
        </p:txBody>
      </p:sp>
      <p:sp>
        <p:nvSpPr>
          <p:cNvPr id="7" name="Footer/CRICOS">
            <a:extLst>
              <a:ext uri="{FF2B5EF4-FFF2-40B4-BE49-F238E27FC236}">
                <a16:creationId xmlns:a16="http://schemas.microsoft.com/office/drawing/2014/main" id="{EA6881E6-BD78-4A13-997C-FF90FC5FDFDD}"/>
              </a:ext>
            </a:extLst>
          </p:cNvPr>
          <p:cNvSpPr>
            <a:spLocks noGrp="1"/>
          </p:cNvSpPr>
          <p:nvPr>
            <p:ph type="ftr" sz="quarter" idx="16"/>
          </p:nvPr>
        </p:nvSpPr>
        <p:spPr/>
        <p:txBody>
          <a:bodyPr/>
          <a:lstStyle/>
          <a:p>
            <a:r>
              <a:rPr lang="en-AU"/>
              <a:t>Deakin University CRICOS Provider Code: 00113B</a:t>
            </a:r>
            <a:endParaRPr lang="en-GB" dirty="0"/>
          </a:p>
        </p:txBody>
      </p:sp>
    </p:spTree>
    <p:extLst>
      <p:ext uri="{BB962C8B-B14F-4D97-AF65-F5344CB8AC3E}">
        <p14:creationId xmlns:p14="http://schemas.microsoft.com/office/powerpoint/2010/main" val="14251792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One Column and Image">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solidFill>
                  <a:schemeClr val="tx1"/>
                </a:solidFill>
              </a:defRPr>
            </a:lvl1pPr>
          </a:lstStyle>
          <a:p>
            <a:r>
              <a:rPr lang="en-US" dirty="0"/>
              <a:t>Click to add title</a:t>
            </a:r>
            <a:endParaRPr lang="en-GB" dirty="0"/>
          </a:p>
        </p:txBody>
      </p:sp>
      <p:sp>
        <p:nvSpPr>
          <p:cNvPr id="10" name="Body copy text">
            <a:extLst>
              <a:ext uri="{FF2B5EF4-FFF2-40B4-BE49-F238E27FC236}">
                <a16:creationId xmlns:a16="http://schemas.microsoft.com/office/drawing/2014/main" id="{7A440D47-120F-417D-B465-94954774363E}"/>
              </a:ext>
            </a:extLst>
          </p:cNvPr>
          <p:cNvSpPr>
            <a:spLocks noGrp="1"/>
          </p:cNvSpPr>
          <p:nvPr>
            <p:ph type="body" sz="quarter" idx="13" hasCustomPrompt="1"/>
          </p:nvPr>
        </p:nvSpPr>
        <p:spPr>
          <a:xfrm>
            <a:off x="482600" y="1393825"/>
            <a:ext cx="6022975" cy="4802188"/>
          </a:xfrm>
        </p:spPr>
        <p:txBody>
          <a:bodyPr/>
          <a:lstStyle>
            <a:lvl1pPr>
              <a:spcBef>
                <a:spcPts val="0"/>
              </a:spcBef>
              <a:spcAft>
                <a:spcPts val="400"/>
              </a:spcAft>
              <a:defRPr/>
            </a:lvl1pPr>
            <a:lvl2pPr>
              <a:spcAft>
                <a:spcPts val="600"/>
              </a:spcAft>
              <a:defRPr sz="2000"/>
            </a:lvl2pPr>
            <a:lvl3pPr marL="0" indent="0">
              <a:buNone/>
              <a:defRPr>
                <a:latin typeface="Calibri Light" panose="020F0302020204030204" pitchFamily="34" charset="0"/>
                <a:cs typeface="Calibri Light" panose="020F0302020204030204" pitchFamily="34" charset="0"/>
              </a:defRPr>
            </a:lvl3pPr>
            <a:lvl4pPr marL="180000" indent="-180000">
              <a:buSzPct val="110000"/>
              <a:buFont typeface="Arial" panose="020B0604020202020204" pitchFamily="34" charset="0"/>
              <a:buChar char="•"/>
              <a:defRPr>
                <a:latin typeface="Calibri Light" panose="020F0302020204030204" pitchFamily="34" charset="0"/>
                <a:cs typeface="Calibri Light" panose="020F0302020204030204" pitchFamily="34" charset="0"/>
              </a:defRPr>
            </a:lvl4pPr>
            <a:lvl5pPr marL="360000" indent="-180000">
              <a:buFont typeface="Calibri" panose="020F0502020204030204" pitchFamily="34" charset="0"/>
              <a:buChar char="–"/>
              <a:defRPr>
                <a:latin typeface="Calibri Light" panose="020F0302020204030204" pitchFamily="34" charset="0"/>
                <a:cs typeface="Calibri Light" panose="020F0302020204030204" pitchFamily="34" charset="0"/>
              </a:defRPr>
            </a:lvl5pPr>
            <a:lvl6pPr marL="180000">
              <a:defRPr>
                <a:latin typeface="Calibri Light" panose="020F0302020204030204" pitchFamily="34" charset="0"/>
                <a:cs typeface="Calibri Light" panose="020F0302020204030204" pitchFamily="34" charset="0"/>
              </a:defRPr>
            </a:lvl6pPr>
            <a:lvl7pPr>
              <a:defRPr>
                <a:latin typeface="Calibri Light" panose="020F0302020204030204" pitchFamily="34" charset="0"/>
                <a:cs typeface="Calibri Light" panose="020F0302020204030204" pitchFamily="34" charset="0"/>
              </a:defRPr>
            </a:lvl7pPr>
            <a:lvl8pPr>
              <a:defRPr>
                <a:latin typeface="Calibri Light" panose="020F0302020204030204" pitchFamily="34" charset="0"/>
                <a:cs typeface="Calibri Light" panose="020F0302020204030204" pitchFamily="34" charset="0"/>
              </a:defRPr>
            </a:lvl8pPr>
            <a:lvl9pPr>
              <a:defRPr>
                <a:latin typeface="Calibri Light" panose="020F0302020204030204" pitchFamily="34" charset="0"/>
                <a:cs typeface="Calibri Light" panose="020F0302020204030204" pitchFamily="34" charset="0"/>
              </a:defRPr>
            </a:lvl9pPr>
          </a:lstStyle>
          <a:p>
            <a:pPr lvl="0"/>
            <a:r>
              <a:rPr lang="en-US" dirty="0"/>
              <a:t>First Level Heading</a:t>
            </a:r>
          </a:p>
          <a:p>
            <a:pPr lvl="1"/>
            <a:r>
              <a:rPr lang="en-US" dirty="0"/>
              <a:t>Add 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 </a:t>
            </a:r>
            <a:endParaRPr lang="en-GB" dirty="0"/>
          </a:p>
        </p:txBody>
      </p:sp>
      <p:sp>
        <p:nvSpPr>
          <p:cNvPr id="23" name="Picture Placeholder" descr="Image Placeholder">
            <a:extLst>
              <a:ext uri="{FF2B5EF4-FFF2-40B4-BE49-F238E27FC236}">
                <a16:creationId xmlns:a16="http://schemas.microsoft.com/office/drawing/2014/main" id="{94303B84-34AA-4CF3-8091-F68C9E08919D}"/>
              </a:ext>
            </a:extLst>
          </p:cNvPr>
          <p:cNvSpPr>
            <a:spLocks noGrp="1"/>
          </p:cNvSpPr>
          <p:nvPr>
            <p:ph type="pic" sz="quarter" idx="14" hasCustomPrompt="1"/>
          </p:nvPr>
        </p:nvSpPr>
        <p:spPr>
          <a:xfrm>
            <a:off x="5318503" y="0"/>
            <a:ext cx="6873496" cy="6858000"/>
          </a:xfrm>
          <a:custGeom>
            <a:avLst/>
            <a:gdLst>
              <a:gd name="connsiteX0" fmla="*/ 0 w 6873496"/>
              <a:gd name="connsiteY0" fmla="*/ 0 h 6858000"/>
              <a:gd name="connsiteX1" fmla="*/ 6873496 w 6873496"/>
              <a:gd name="connsiteY1" fmla="*/ 0 h 6858000"/>
              <a:gd name="connsiteX2" fmla="*/ 6873496 w 6873496"/>
              <a:gd name="connsiteY2" fmla="*/ 2702626 h 6858000"/>
              <a:gd name="connsiteX3" fmla="*/ 6492648 w 6873496"/>
              <a:gd name="connsiteY3" fmla="*/ 3359543 h 6858000"/>
              <a:gd name="connsiteX4" fmla="*/ 4465777 w 6873496"/>
              <a:gd name="connsiteY4" fmla="*/ 6858000 h 6858000"/>
              <a:gd name="connsiteX5" fmla="*/ 3977804 w 6873496"/>
              <a:gd name="connsiteY5" fmla="*/ 6858000 h 6858000"/>
              <a:gd name="connsiteX6" fmla="*/ 1947696 w 6873496"/>
              <a:gd name="connsiteY6" fmla="*/ 335954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73496" h="6858000">
                <a:moveTo>
                  <a:pt x="0" y="0"/>
                </a:moveTo>
                <a:lnTo>
                  <a:pt x="6873496" y="0"/>
                </a:lnTo>
                <a:lnTo>
                  <a:pt x="6873496" y="2702626"/>
                </a:lnTo>
                <a:lnTo>
                  <a:pt x="6492648" y="3359543"/>
                </a:lnTo>
                <a:lnTo>
                  <a:pt x="4465777" y="6858000"/>
                </a:lnTo>
                <a:lnTo>
                  <a:pt x="3977804" y="6858000"/>
                </a:lnTo>
                <a:lnTo>
                  <a:pt x="1947696" y="3359543"/>
                </a:lnTo>
                <a:close/>
              </a:path>
            </a:pathLst>
          </a:custGeom>
          <a:solidFill>
            <a:schemeClr val="bg1">
              <a:lumMod val="75000"/>
            </a:schemeClr>
          </a:solidFill>
        </p:spPr>
        <p:txBody>
          <a:bodyPr wrap="square" lIns="360000" tIns="144000">
            <a:noAutofit/>
          </a:bodyPr>
          <a:lstStyle>
            <a:lvl1pPr>
              <a:defRPr sz="1400">
                <a:solidFill>
                  <a:schemeClr val="bg1"/>
                </a:solidFill>
              </a:defRPr>
            </a:lvl1pPr>
          </a:lstStyle>
          <a:p>
            <a:r>
              <a:rPr lang="en-AU" dirty="0"/>
              <a:t>Click Icon to Add Image</a:t>
            </a:r>
          </a:p>
        </p:txBody>
      </p:sp>
      <p:grpSp>
        <p:nvGrpSpPr>
          <p:cNvPr id="7" name="Deakin Logo" descr="Deakin Logo">
            <a:extLst>
              <a:ext uri="{FF2B5EF4-FFF2-40B4-BE49-F238E27FC236}">
                <a16:creationId xmlns:a16="http://schemas.microsoft.com/office/drawing/2014/main" id="{D9035036-3F26-4DFE-9E0E-420BA75CA8A7}"/>
              </a:ext>
            </a:extLst>
          </p:cNvPr>
          <p:cNvGrpSpPr/>
          <p:nvPr userDrawn="1"/>
        </p:nvGrpSpPr>
        <p:grpSpPr>
          <a:xfrm>
            <a:off x="10928350" y="5589545"/>
            <a:ext cx="1062566" cy="1065213"/>
            <a:chOff x="10928350" y="5591175"/>
            <a:chExt cx="1062566" cy="1065213"/>
          </a:xfrm>
        </p:grpSpPr>
        <p:sp>
          <p:nvSpPr>
            <p:cNvPr id="8" name="Logo">
              <a:extLst>
                <a:ext uri="{FF2B5EF4-FFF2-40B4-BE49-F238E27FC236}">
                  <a16:creationId xmlns:a16="http://schemas.microsoft.com/office/drawing/2014/main" id="{9F086954-C9F8-4A70-8961-B0BA78334031}"/>
                </a:ext>
              </a:extLst>
            </p:cNvPr>
            <p:cNvSpPr txBox="1">
              <a:spLocks noChangeAspect="1"/>
            </p:cNvSpPr>
            <p:nvPr userDrawn="1"/>
          </p:nvSpPr>
          <p:spPr>
            <a:xfrm>
              <a:off x="10928916" y="5592758"/>
              <a:ext cx="1062000" cy="1062000"/>
            </a:xfrm>
            <a:prstGeom prst="rect">
              <a:avLst/>
            </a:prstGeom>
            <a:blipFill dpi="0" rotWithShape="1">
              <a:blip r:embed="rId2" cstate="screen">
                <a:extLst>
                  <a:ext uri="{28A0092B-C50C-407E-A947-70E740481C1C}">
                    <a14:useLocalDpi xmlns:a14="http://schemas.microsoft.com/office/drawing/2010/main"/>
                  </a:ext>
                </a:extLst>
              </a:blip>
              <a:srcRect/>
              <a:stretch>
                <a:fillRect/>
              </a:stretch>
            </a:blipFill>
          </p:spPr>
          <p:txBody>
            <a:bodyPr/>
            <a:lstStyle>
              <a:lvl1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2pPr>
              <a:lvl3pPr marL="0" indent="0" algn="l" defTabSz="914400" rtl="0" eaLnBrk="1" latinLnBrk="0" hangingPunct="1">
                <a:lnSpc>
                  <a:spcPct val="100000"/>
                </a:lnSpc>
                <a:spcBef>
                  <a:spcPts val="0"/>
                </a:spcBef>
                <a:buSzPct val="110000"/>
                <a:buFont typeface="Arial" panose="020B0604020202020204" pitchFamily="34" charset="0"/>
                <a:buNone/>
                <a:defRPr sz="200" kern="1200">
                  <a:solidFill>
                    <a:schemeClr val="bg1"/>
                  </a:solidFill>
                  <a:latin typeface="+mn-lt"/>
                  <a:ea typeface="+mn-ea"/>
                  <a:cs typeface="+mn-cs"/>
                </a:defRPr>
              </a:lvl3pPr>
              <a:lvl4pPr marL="0" indent="0" algn="l" defTabSz="914400" rtl="0" eaLnBrk="1" latinLnBrk="0" hangingPunct="1">
                <a:lnSpc>
                  <a:spcPct val="100000"/>
                </a:lnSpc>
                <a:spcBef>
                  <a:spcPts val="0"/>
                </a:spcBef>
                <a:buFont typeface="Calibri" panose="020F0502020204030204" pitchFamily="34" charset="0"/>
                <a:buNone/>
                <a:defRPr sz="200" kern="1200">
                  <a:solidFill>
                    <a:schemeClr val="bg1"/>
                  </a:solidFill>
                  <a:latin typeface="+mn-lt"/>
                  <a:ea typeface="+mn-ea"/>
                  <a:cs typeface="+mn-cs"/>
                </a:defRPr>
              </a:lvl4pPr>
              <a:lvl5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5pPr>
              <a:lvl6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6pPr>
              <a:lvl7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7pPr>
              <a:lvl8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8pPr>
              <a:lvl9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9pPr>
            </a:lstStyle>
            <a:p>
              <a:r>
                <a:rPr lang="en-US"/>
                <a:t>   </a:t>
              </a:r>
              <a:endParaRPr lang="en-AU" dirty="0"/>
            </a:p>
          </p:txBody>
        </p:sp>
        <p:sp>
          <p:nvSpPr>
            <p:cNvPr id="9" name="Logo">
              <a:extLst>
                <a:ext uri="{FF2B5EF4-FFF2-40B4-BE49-F238E27FC236}">
                  <a16:creationId xmlns:a16="http://schemas.microsoft.com/office/drawing/2014/main" id="{896B314C-9708-41CE-BDBE-392773F26041}"/>
                </a:ext>
              </a:extLst>
            </p:cNvPr>
            <p:cNvSpPr>
              <a:spLocks noEditPoints="1"/>
            </p:cNvSpPr>
            <p:nvPr userDrawn="1"/>
          </p:nvSpPr>
          <p:spPr bwMode="auto">
            <a:xfrm>
              <a:off x="10928350" y="5591175"/>
              <a:ext cx="1062038" cy="1065213"/>
            </a:xfrm>
            <a:custGeom>
              <a:avLst/>
              <a:gdLst>
                <a:gd name="T0" fmla="*/ 3400 w 6806"/>
                <a:gd name="T1" fmla="*/ 85 h 6803"/>
                <a:gd name="T2" fmla="*/ 3400 w 6806"/>
                <a:gd name="T3" fmla="*/ 85 h 6803"/>
                <a:gd name="T4" fmla="*/ 6720 w 6806"/>
                <a:gd name="T5" fmla="*/ 3399 h 6803"/>
                <a:gd name="T6" fmla="*/ 3406 w 6806"/>
                <a:gd name="T7" fmla="*/ 6719 h 6803"/>
                <a:gd name="T8" fmla="*/ 3403 w 6806"/>
                <a:gd name="T9" fmla="*/ 6719 h 6803"/>
                <a:gd name="T10" fmla="*/ 86 w 6806"/>
                <a:gd name="T11" fmla="*/ 3405 h 6803"/>
                <a:gd name="T12" fmla="*/ 1055 w 6806"/>
                <a:gd name="T13" fmla="*/ 1058 h 6803"/>
                <a:gd name="T14" fmla="*/ 3400 w 6806"/>
                <a:gd name="T15" fmla="*/ 85 h 6803"/>
                <a:gd name="T16" fmla="*/ 3400 w 6806"/>
                <a:gd name="T17" fmla="*/ 0 h 6803"/>
                <a:gd name="T18" fmla="*/ 995 w 6806"/>
                <a:gd name="T19" fmla="*/ 999 h 6803"/>
                <a:gd name="T20" fmla="*/ 1 w 6806"/>
                <a:gd name="T21" fmla="*/ 3405 h 6803"/>
                <a:gd name="T22" fmla="*/ 3403 w 6806"/>
                <a:gd name="T23" fmla="*/ 6803 h 6803"/>
                <a:gd name="T24" fmla="*/ 3406 w 6806"/>
                <a:gd name="T25" fmla="*/ 6803 h 6803"/>
                <a:gd name="T26" fmla="*/ 6804 w 6806"/>
                <a:gd name="T27" fmla="*/ 3399 h 6803"/>
                <a:gd name="T28" fmla="*/ 3400 w 6806"/>
                <a:gd name="T29" fmla="*/ 0 h 68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806" h="6803">
                  <a:moveTo>
                    <a:pt x="3400" y="85"/>
                  </a:moveTo>
                  <a:cubicBezTo>
                    <a:pt x="3400" y="85"/>
                    <a:pt x="3400" y="85"/>
                    <a:pt x="3400" y="85"/>
                  </a:cubicBezTo>
                  <a:cubicBezTo>
                    <a:pt x="5229" y="85"/>
                    <a:pt x="6718" y="1571"/>
                    <a:pt x="6720" y="3399"/>
                  </a:cubicBezTo>
                  <a:cubicBezTo>
                    <a:pt x="6722" y="5228"/>
                    <a:pt x="5235" y="6717"/>
                    <a:pt x="3406" y="6719"/>
                  </a:cubicBezTo>
                  <a:cubicBezTo>
                    <a:pt x="3403" y="6719"/>
                    <a:pt x="3403" y="6719"/>
                    <a:pt x="3403" y="6719"/>
                  </a:cubicBezTo>
                  <a:cubicBezTo>
                    <a:pt x="1575" y="6719"/>
                    <a:pt x="87" y="5232"/>
                    <a:pt x="86" y="3405"/>
                  </a:cubicBezTo>
                  <a:cubicBezTo>
                    <a:pt x="85" y="2519"/>
                    <a:pt x="429" y="1685"/>
                    <a:pt x="1055" y="1058"/>
                  </a:cubicBezTo>
                  <a:cubicBezTo>
                    <a:pt x="1681" y="431"/>
                    <a:pt x="2514" y="85"/>
                    <a:pt x="3400" y="85"/>
                  </a:cubicBezTo>
                  <a:moveTo>
                    <a:pt x="3400" y="0"/>
                  </a:moveTo>
                  <a:cubicBezTo>
                    <a:pt x="2491" y="1"/>
                    <a:pt x="1637" y="355"/>
                    <a:pt x="995" y="999"/>
                  </a:cubicBezTo>
                  <a:cubicBezTo>
                    <a:pt x="354" y="1642"/>
                    <a:pt x="0" y="2496"/>
                    <a:pt x="1" y="3405"/>
                  </a:cubicBezTo>
                  <a:cubicBezTo>
                    <a:pt x="3" y="5279"/>
                    <a:pt x="1529" y="6803"/>
                    <a:pt x="3403" y="6803"/>
                  </a:cubicBezTo>
                  <a:cubicBezTo>
                    <a:pt x="3406" y="6803"/>
                    <a:pt x="3406" y="6803"/>
                    <a:pt x="3406" y="6803"/>
                  </a:cubicBezTo>
                  <a:cubicBezTo>
                    <a:pt x="5281" y="6802"/>
                    <a:pt x="6806" y="5274"/>
                    <a:pt x="6804" y="3399"/>
                  </a:cubicBezTo>
                  <a:cubicBezTo>
                    <a:pt x="6803" y="1525"/>
                    <a:pt x="5277" y="0"/>
                    <a:pt x="340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sp>
        <p:nvSpPr>
          <p:cNvPr id="12" name="Slide Number">
            <a:extLst>
              <a:ext uri="{FF2B5EF4-FFF2-40B4-BE49-F238E27FC236}">
                <a16:creationId xmlns:a16="http://schemas.microsoft.com/office/drawing/2014/main" id="{46088791-159F-47AE-B421-6D6C8A0C0CC1}"/>
              </a:ext>
            </a:extLst>
          </p:cNvPr>
          <p:cNvSpPr>
            <a:spLocks noGrp="1"/>
          </p:cNvSpPr>
          <p:nvPr>
            <p:ph type="sldNum" sz="quarter" idx="17"/>
          </p:nvPr>
        </p:nvSpPr>
        <p:spPr/>
        <p:txBody>
          <a:bodyPr/>
          <a:lstStyle/>
          <a:p>
            <a:fld id="{F5AEA0E0-5CC6-4BD0-905C-A0021E419432}" type="slidenum">
              <a:rPr lang="en-GB" smtClean="0"/>
              <a:pPr/>
              <a:t>‹#›</a:t>
            </a:fld>
            <a:endParaRPr lang="en-GB" dirty="0"/>
          </a:p>
        </p:txBody>
      </p:sp>
      <p:sp>
        <p:nvSpPr>
          <p:cNvPr id="6" name="Date">
            <a:extLst>
              <a:ext uri="{FF2B5EF4-FFF2-40B4-BE49-F238E27FC236}">
                <a16:creationId xmlns:a16="http://schemas.microsoft.com/office/drawing/2014/main" id="{446B545C-2A55-452E-9E21-8BD1090E4C1B}"/>
              </a:ext>
            </a:extLst>
          </p:cNvPr>
          <p:cNvSpPr>
            <a:spLocks noGrp="1"/>
          </p:cNvSpPr>
          <p:nvPr>
            <p:ph type="dt" sz="half" idx="15"/>
          </p:nvPr>
        </p:nvSpPr>
        <p:spPr/>
        <p:txBody>
          <a:bodyPr/>
          <a:lstStyle/>
          <a:p>
            <a:endParaRPr lang="en-GB" dirty="0"/>
          </a:p>
        </p:txBody>
      </p:sp>
      <p:sp>
        <p:nvSpPr>
          <p:cNvPr id="11" name="Footer/CRICOS">
            <a:extLst>
              <a:ext uri="{FF2B5EF4-FFF2-40B4-BE49-F238E27FC236}">
                <a16:creationId xmlns:a16="http://schemas.microsoft.com/office/drawing/2014/main" id="{010D7264-4D75-426E-A247-140BF8DD7F6C}"/>
              </a:ext>
            </a:extLst>
          </p:cNvPr>
          <p:cNvSpPr>
            <a:spLocks noGrp="1"/>
          </p:cNvSpPr>
          <p:nvPr>
            <p:ph type="ftr" sz="quarter" idx="16"/>
          </p:nvPr>
        </p:nvSpPr>
        <p:spPr/>
        <p:txBody>
          <a:bodyPr/>
          <a:lstStyle/>
          <a:p>
            <a:r>
              <a:rPr lang="en-AU"/>
              <a:t>Deakin University CRICOS Provider Code: 00113B</a:t>
            </a:r>
            <a:endParaRPr lang="en-GB" dirty="0"/>
          </a:p>
        </p:txBody>
      </p:sp>
    </p:spTree>
    <p:extLst>
      <p:ext uri="{BB962C8B-B14F-4D97-AF65-F5344CB8AC3E}">
        <p14:creationId xmlns:p14="http://schemas.microsoft.com/office/powerpoint/2010/main" val="19179675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 - Three Box A">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solidFill>
                  <a:schemeClr val="bg1"/>
                </a:solidFill>
              </a:defRPr>
            </a:lvl1pPr>
          </a:lstStyle>
          <a:p>
            <a:r>
              <a:rPr lang="en-US" dirty="0"/>
              <a:t>Click to add title</a:t>
            </a:r>
            <a:endParaRPr lang="en-GB" dirty="0"/>
          </a:p>
        </p:txBody>
      </p:sp>
      <p:sp>
        <p:nvSpPr>
          <p:cNvPr id="8" name="Body copy column 1"/>
          <p:cNvSpPr>
            <a:spLocks noGrp="1"/>
          </p:cNvSpPr>
          <p:nvPr>
            <p:ph type="body" sz="quarter" idx="13" hasCustomPrompt="1"/>
          </p:nvPr>
        </p:nvSpPr>
        <p:spPr>
          <a:xfrm>
            <a:off x="434975" y="1866899"/>
            <a:ext cx="2879725" cy="4310063"/>
          </a:xfrm>
        </p:spPr>
        <p:txBody>
          <a:bodyPr/>
          <a:lstStyle>
            <a:lvl1pPr marL="0" indent="0">
              <a:spcBef>
                <a:spcPts val="500"/>
              </a:spcBef>
              <a:spcAft>
                <a:spcPts val="0"/>
              </a:spcAft>
              <a:buNone/>
              <a:defRPr sz="1800" b="1">
                <a:solidFill>
                  <a:schemeClr val="tx1"/>
                </a:solidFill>
              </a:defRPr>
            </a:lvl1pPr>
            <a:lvl2pPr marL="0" indent="0">
              <a:buNone/>
              <a:defRPr sz="1600">
                <a:solidFill>
                  <a:schemeClr val="tx1"/>
                </a:solidFill>
              </a:defRPr>
            </a:lvl2pPr>
            <a:lvl3pPr marL="0" indent="0">
              <a:buNone/>
              <a:defRPr sz="1600">
                <a:solidFill>
                  <a:schemeClr val="tx1"/>
                </a:solidFill>
              </a:defRPr>
            </a:lvl3pPr>
            <a:lvl4pPr marL="0" indent="0">
              <a:buNone/>
              <a:defRPr sz="1600">
                <a:solidFill>
                  <a:schemeClr val="tx1"/>
                </a:solidFill>
              </a:defRPr>
            </a:lvl4pPr>
            <a:lvl5pPr marL="0" indent="0">
              <a:buNone/>
              <a:defRPr sz="1600">
                <a:solidFill>
                  <a:schemeClr val="tx1"/>
                </a:solidFill>
              </a:defRPr>
            </a:lvl5pPr>
            <a:lvl6pPr marL="0" indent="0">
              <a:buNone/>
              <a:defRPr sz="1600">
                <a:solidFill>
                  <a:schemeClr val="tx1"/>
                </a:solidFill>
              </a:defRPr>
            </a:lvl6pPr>
            <a:lvl7pPr marL="0" indent="0">
              <a:buNone/>
              <a:defRPr sz="1600">
                <a:solidFill>
                  <a:schemeClr val="tx1"/>
                </a:solidFill>
              </a:defRPr>
            </a:lvl7pPr>
            <a:lvl8pPr marL="0" indent="0">
              <a:buNone/>
              <a:defRPr sz="1600">
                <a:solidFill>
                  <a:schemeClr val="tx1"/>
                </a:solidFill>
              </a:defRPr>
            </a:lvl8pPr>
            <a:lvl9pPr marL="0" indent="0">
              <a:buNone/>
              <a:defRPr sz="1600">
                <a:solidFill>
                  <a:schemeClr val="tx1"/>
                </a:solidFill>
              </a:defRPr>
            </a:lvl9pPr>
          </a:lstStyle>
          <a:p>
            <a:pPr lvl="0"/>
            <a:r>
              <a:rPr lang="en-US" dirty="0"/>
              <a:t>Click to add text</a:t>
            </a:r>
          </a:p>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9" name="Body copy column 2">
            <a:extLst>
              <a:ext uri="{FF2B5EF4-FFF2-40B4-BE49-F238E27FC236}">
                <a16:creationId xmlns:a16="http://schemas.microsoft.com/office/drawing/2014/main" id="{31550AFC-90F7-4DB2-BCDA-549CDDC409A4}"/>
              </a:ext>
            </a:extLst>
          </p:cNvPr>
          <p:cNvSpPr>
            <a:spLocks noGrp="1"/>
          </p:cNvSpPr>
          <p:nvPr>
            <p:ph type="body" sz="quarter" idx="14" hasCustomPrompt="1"/>
          </p:nvPr>
        </p:nvSpPr>
        <p:spPr>
          <a:xfrm>
            <a:off x="3502025" y="1866899"/>
            <a:ext cx="2879725" cy="4310063"/>
          </a:xfrm>
        </p:spPr>
        <p:txBody>
          <a:bodyPr/>
          <a:lstStyle>
            <a:lvl1pPr marL="0" indent="0">
              <a:spcBef>
                <a:spcPts val="500"/>
              </a:spcBef>
              <a:spcAft>
                <a:spcPts val="0"/>
              </a:spcAft>
              <a:buNone/>
              <a:defRPr sz="1800" b="1">
                <a:solidFill>
                  <a:schemeClr val="tx1"/>
                </a:solidFill>
              </a:defRPr>
            </a:lvl1pPr>
            <a:lvl2pPr marL="0" indent="0">
              <a:buNone/>
              <a:defRPr sz="1600">
                <a:solidFill>
                  <a:schemeClr val="tx1"/>
                </a:solidFill>
              </a:defRPr>
            </a:lvl2pPr>
            <a:lvl3pPr marL="0" indent="0">
              <a:buNone/>
              <a:defRPr sz="1600">
                <a:solidFill>
                  <a:schemeClr val="tx1"/>
                </a:solidFill>
              </a:defRPr>
            </a:lvl3pPr>
            <a:lvl4pPr marL="0" indent="0">
              <a:buNone/>
              <a:defRPr sz="1600">
                <a:solidFill>
                  <a:schemeClr val="tx1"/>
                </a:solidFill>
              </a:defRPr>
            </a:lvl4pPr>
            <a:lvl5pPr marL="0" indent="0">
              <a:buNone/>
              <a:defRPr sz="1600">
                <a:solidFill>
                  <a:schemeClr val="tx1"/>
                </a:solidFill>
              </a:defRPr>
            </a:lvl5pPr>
            <a:lvl6pPr marL="0" indent="0">
              <a:buNone/>
              <a:defRPr sz="1600">
                <a:solidFill>
                  <a:schemeClr val="tx1"/>
                </a:solidFill>
              </a:defRPr>
            </a:lvl6pPr>
            <a:lvl7pPr marL="0" indent="0">
              <a:buNone/>
              <a:defRPr sz="1600">
                <a:solidFill>
                  <a:schemeClr val="tx1"/>
                </a:solidFill>
              </a:defRPr>
            </a:lvl7pPr>
            <a:lvl8pPr marL="0" indent="0">
              <a:buNone/>
              <a:defRPr sz="1600">
                <a:solidFill>
                  <a:schemeClr val="tx1"/>
                </a:solidFill>
              </a:defRPr>
            </a:lvl8pPr>
            <a:lvl9pPr marL="0" indent="0">
              <a:buNone/>
              <a:defRPr sz="1600">
                <a:solidFill>
                  <a:schemeClr val="tx1"/>
                </a:solidFill>
              </a:defRPr>
            </a:lvl9pPr>
          </a:lstStyle>
          <a:p>
            <a:pPr lvl="0"/>
            <a:r>
              <a:rPr lang="en-US" dirty="0"/>
              <a:t>Click to add text</a:t>
            </a:r>
          </a:p>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10" name="Body copy column 3">
            <a:extLst>
              <a:ext uri="{FF2B5EF4-FFF2-40B4-BE49-F238E27FC236}">
                <a16:creationId xmlns:a16="http://schemas.microsoft.com/office/drawing/2014/main" id="{853CAFBE-951E-4246-BA1D-725A804EE618}"/>
              </a:ext>
            </a:extLst>
          </p:cNvPr>
          <p:cNvSpPr>
            <a:spLocks noGrp="1"/>
          </p:cNvSpPr>
          <p:nvPr>
            <p:ph type="body" sz="quarter" idx="15" hasCustomPrompt="1"/>
          </p:nvPr>
        </p:nvSpPr>
        <p:spPr>
          <a:xfrm>
            <a:off x="6569075" y="1866899"/>
            <a:ext cx="2879725" cy="4310063"/>
          </a:xfrm>
        </p:spPr>
        <p:txBody>
          <a:bodyPr/>
          <a:lstStyle>
            <a:lvl1pPr marL="0" indent="0">
              <a:spcBef>
                <a:spcPts val="500"/>
              </a:spcBef>
              <a:spcAft>
                <a:spcPts val="0"/>
              </a:spcAft>
              <a:buNone/>
              <a:defRPr sz="1800" b="1">
                <a:solidFill>
                  <a:schemeClr val="tx1"/>
                </a:solidFill>
              </a:defRPr>
            </a:lvl1pPr>
            <a:lvl2pPr marL="0" indent="0">
              <a:buNone/>
              <a:defRPr sz="1600">
                <a:solidFill>
                  <a:schemeClr val="tx1"/>
                </a:solidFill>
              </a:defRPr>
            </a:lvl2pPr>
            <a:lvl3pPr marL="0" indent="0">
              <a:buNone/>
              <a:defRPr sz="1600">
                <a:solidFill>
                  <a:schemeClr val="tx1"/>
                </a:solidFill>
              </a:defRPr>
            </a:lvl3pPr>
            <a:lvl4pPr marL="0" indent="0">
              <a:buNone/>
              <a:defRPr sz="1600">
                <a:solidFill>
                  <a:schemeClr val="tx1"/>
                </a:solidFill>
              </a:defRPr>
            </a:lvl4pPr>
            <a:lvl5pPr marL="0" indent="0">
              <a:buNone/>
              <a:defRPr sz="1600">
                <a:solidFill>
                  <a:schemeClr val="tx1"/>
                </a:solidFill>
              </a:defRPr>
            </a:lvl5pPr>
            <a:lvl6pPr marL="0" indent="0">
              <a:buNone/>
              <a:defRPr sz="1600">
                <a:solidFill>
                  <a:schemeClr val="tx1"/>
                </a:solidFill>
              </a:defRPr>
            </a:lvl6pPr>
            <a:lvl7pPr marL="0" indent="0">
              <a:buNone/>
              <a:defRPr sz="1600">
                <a:solidFill>
                  <a:schemeClr val="tx1"/>
                </a:solidFill>
              </a:defRPr>
            </a:lvl7pPr>
            <a:lvl8pPr marL="0" indent="0">
              <a:buNone/>
              <a:defRPr sz="1600">
                <a:solidFill>
                  <a:schemeClr val="tx1"/>
                </a:solidFill>
              </a:defRPr>
            </a:lvl8pPr>
            <a:lvl9pPr marL="0" indent="0">
              <a:buNone/>
              <a:defRPr sz="1600">
                <a:solidFill>
                  <a:schemeClr val="tx1"/>
                </a:solidFill>
              </a:defRPr>
            </a:lvl9pPr>
          </a:lstStyle>
          <a:p>
            <a:pPr lvl="0"/>
            <a:r>
              <a:rPr lang="en-US" dirty="0"/>
              <a:t>Click to add text</a:t>
            </a:r>
          </a:p>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11" name="Slide Number">
            <a:extLst>
              <a:ext uri="{FF2B5EF4-FFF2-40B4-BE49-F238E27FC236}">
                <a16:creationId xmlns:a16="http://schemas.microsoft.com/office/drawing/2014/main" id="{AF72F799-3834-4B63-B637-729D9D6A7A02}"/>
              </a:ext>
            </a:extLst>
          </p:cNvPr>
          <p:cNvSpPr>
            <a:spLocks noGrp="1"/>
          </p:cNvSpPr>
          <p:nvPr>
            <p:ph type="sldNum" sz="quarter" idx="18"/>
          </p:nvPr>
        </p:nvSpPr>
        <p:spPr/>
        <p:txBody>
          <a:bodyPr/>
          <a:lstStyle/>
          <a:p>
            <a:fld id="{F5AEA0E0-5CC6-4BD0-905C-A0021E419432}" type="slidenum">
              <a:rPr lang="en-GB" smtClean="0"/>
              <a:pPr/>
              <a:t>‹#›</a:t>
            </a:fld>
            <a:endParaRPr lang="en-GB" dirty="0"/>
          </a:p>
        </p:txBody>
      </p:sp>
      <p:sp>
        <p:nvSpPr>
          <p:cNvPr id="6" name="Date">
            <a:extLst>
              <a:ext uri="{FF2B5EF4-FFF2-40B4-BE49-F238E27FC236}">
                <a16:creationId xmlns:a16="http://schemas.microsoft.com/office/drawing/2014/main" id="{C2CDD79B-FAB1-4A7A-8A92-F3FC7FFE6BB3}"/>
              </a:ext>
            </a:extLst>
          </p:cNvPr>
          <p:cNvSpPr>
            <a:spLocks noGrp="1"/>
          </p:cNvSpPr>
          <p:nvPr>
            <p:ph type="dt" sz="half" idx="16"/>
          </p:nvPr>
        </p:nvSpPr>
        <p:spPr/>
        <p:txBody>
          <a:bodyPr/>
          <a:lstStyle/>
          <a:p>
            <a:endParaRPr lang="en-GB" dirty="0"/>
          </a:p>
        </p:txBody>
      </p:sp>
      <p:sp>
        <p:nvSpPr>
          <p:cNvPr id="7" name="Footer/CRICOS">
            <a:extLst>
              <a:ext uri="{FF2B5EF4-FFF2-40B4-BE49-F238E27FC236}">
                <a16:creationId xmlns:a16="http://schemas.microsoft.com/office/drawing/2014/main" id="{17005138-79D8-45CE-9A17-7FCA2B2FFBF3}"/>
              </a:ext>
            </a:extLst>
          </p:cNvPr>
          <p:cNvSpPr>
            <a:spLocks noGrp="1"/>
          </p:cNvSpPr>
          <p:nvPr>
            <p:ph type="ftr" sz="quarter" idx="17"/>
          </p:nvPr>
        </p:nvSpPr>
        <p:spPr/>
        <p:txBody>
          <a:bodyPr/>
          <a:lstStyle/>
          <a:p>
            <a:r>
              <a:rPr lang="en-AU"/>
              <a:t>Deakin University CRICOS Provider Code: 00113B</a:t>
            </a:r>
            <a:endParaRPr lang="en-GB" dirty="0"/>
          </a:p>
        </p:txBody>
      </p:sp>
    </p:spTree>
    <p:extLst>
      <p:ext uri="{BB962C8B-B14F-4D97-AF65-F5344CB8AC3E}">
        <p14:creationId xmlns:p14="http://schemas.microsoft.com/office/powerpoint/2010/main" val="29036256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 Three Box B">
    <p:spTree>
      <p:nvGrpSpPr>
        <p:cNvPr id="1" name=""/>
        <p:cNvGrpSpPr/>
        <p:nvPr/>
      </p:nvGrpSpPr>
      <p:grpSpPr>
        <a:xfrm>
          <a:off x="0" y="0"/>
          <a:ext cx="0" cy="0"/>
          <a:chOff x="0" y="0"/>
          <a:chExt cx="0" cy="0"/>
        </a:xfrm>
      </p:grpSpPr>
      <p:sp>
        <p:nvSpPr>
          <p:cNvPr id="9" name="Background">
            <a:extLst>
              <a:ext uri="{FF2B5EF4-FFF2-40B4-BE49-F238E27FC236}">
                <a16:creationId xmlns:a16="http://schemas.microsoft.com/office/drawing/2014/main" id="{8D5D0FCC-9746-4A4B-9EA0-112421AE8F71}"/>
              </a:ext>
              <a:ext uri="{C183D7F6-B498-43B3-948B-1728B52AA6E4}">
                <adec:decorative xmlns:adec="http://schemas.microsoft.com/office/drawing/2017/decorative" val="1"/>
              </a:ext>
            </a:extLst>
          </p:cNvPr>
          <p:cNvSpPr/>
          <p:nvPr userDrawn="1"/>
        </p:nvSpPr>
        <p:spPr>
          <a:xfrm>
            <a:off x="0" y="0"/>
            <a:ext cx="12191999"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Title">
            <a:extLst>
              <a:ext uri="{FF2B5EF4-FFF2-40B4-BE49-F238E27FC236}">
                <a16:creationId xmlns:a16="http://schemas.microsoft.com/office/drawing/2014/main" id="{61565F6B-FD4F-4F5E-A463-4A76A3CBF536}"/>
              </a:ext>
            </a:extLst>
          </p:cNvPr>
          <p:cNvSpPr>
            <a:spLocks noGrp="1"/>
          </p:cNvSpPr>
          <p:nvPr>
            <p:ph type="title" hasCustomPrompt="1"/>
          </p:nvPr>
        </p:nvSpPr>
        <p:spPr>
          <a:xfrm>
            <a:off x="801765" y="349790"/>
            <a:ext cx="5508000" cy="936000"/>
          </a:xfrm>
        </p:spPr>
        <p:txBody>
          <a:bodyPr/>
          <a:lstStyle>
            <a:lvl1pPr>
              <a:lnSpc>
                <a:spcPct val="100000"/>
              </a:lnSpc>
              <a:buFont typeface="Arial" panose="020B0604020202020204" pitchFamily="34" charset="0"/>
              <a:buNone/>
              <a:defRPr sz="2650">
                <a:solidFill>
                  <a:schemeClr val="tx1"/>
                </a:solidFill>
              </a:defRPr>
            </a:lvl1pPr>
          </a:lstStyle>
          <a:p>
            <a:r>
              <a:rPr lang="en-US" dirty="0"/>
              <a:t>Click to add title</a:t>
            </a:r>
            <a:endParaRPr lang="en-GB" dirty="0"/>
          </a:p>
        </p:txBody>
      </p:sp>
      <p:sp>
        <p:nvSpPr>
          <p:cNvPr id="8" name="Body copy column 1"/>
          <p:cNvSpPr>
            <a:spLocks noGrp="1"/>
          </p:cNvSpPr>
          <p:nvPr>
            <p:ph type="body" sz="quarter" idx="13" hasCustomPrompt="1"/>
          </p:nvPr>
        </p:nvSpPr>
        <p:spPr>
          <a:xfrm>
            <a:off x="807720" y="1935480"/>
            <a:ext cx="2865120" cy="2788920"/>
          </a:xfrm>
          <a:prstGeom prst="roundRect">
            <a:avLst>
              <a:gd name="adj" fmla="val 4645"/>
            </a:avLst>
          </a:prstGeom>
          <a:ln w="19050">
            <a:solidFill>
              <a:schemeClr val="accent1"/>
            </a:solidFill>
          </a:ln>
        </p:spPr>
        <p:txBody>
          <a:bodyPr lIns="162000" tIns="162000" rIns="162000" bIns="162000"/>
          <a:lstStyle>
            <a:lvl1pPr marL="0" indent="0">
              <a:spcBef>
                <a:spcPts val="500"/>
              </a:spcBef>
              <a:spcAft>
                <a:spcPts val="0"/>
              </a:spcAft>
              <a:buNone/>
              <a:defRPr sz="1800" b="1">
                <a:solidFill>
                  <a:schemeClr val="tx1"/>
                </a:solidFill>
              </a:defRPr>
            </a:lvl1pPr>
            <a:lvl2pPr marL="0" indent="0">
              <a:buNone/>
              <a:defRPr sz="1600"/>
            </a:lvl2pPr>
            <a:lvl3pPr marL="0" indent="0">
              <a:buNone/>
              <a:defRPr sz="1600"/>
            </a:lvl3pPr>
            <a:lvl4pPr marL="0" indent="0">
              <a:buNone/>
              <a:defRPr sz="1600"/>
            </a:lvl4pPr>
            <a:lvl5pPr marL="0" indent="0">
              <a:buNone/>
              <a:defRPr sz="1600"/>
            </a:lvl5pPr>
            <a:lvl6pPr marL="0" indent="0">
              <a:buNone/>
              <a:defRPr sz="1600"/>
            </a:lvl6pPr>
            <a:lvl7pPr marL="0" indent="0">
              <a:buNone/>
              <a:defRPr sz="1600"/>
            </a:lvl7pPr>
            <a:lvl8pPr marL="0" indent="0">
              <a:buNone/>
              <a:defRPr sz="1600"/>
            </a:lvl8pPr>
            <a:lvl9pPr marL="0" indent="0">
              <a:buNone/>
              <a:defRPr sz="1600"/>
            </a:lvl9pPr>
          </a:lstStyle>
          <a:p>
            <a:pPr lvl="0"/>
            <a:r>
              <a:rPr lang="en-US" dirty="0"/>
              <a:t>Click to add text</a:t>
            </a:r>
          </a:p>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11" name="Body copy column 2">
            <a:extLst>
              <a:ext uri="{FF2B5EF4-FFF2-40B4-BE49-F238E27FC236}">
                <a16:creationId xmlns:a16="http://schemas.microsoft.com/office/drawing/2014/main" id="{55BB8D98-408E-46F3-8147-011B3F4094F4}"/>
              </a:ext>
            </a:extLst>
          </p:cNvPr>
          <p:cNvSpPr>
            <a:spLocks noGrp="1"/>
          </p:cNvSpPr>
          <p:nvPr>
            <p:ph type="body" sz="quarter" idx="14" hasCustomPrompt="1"/>
          </p:nvPr>
        </p:nvSpPr>
        <p:spPr>
          <a:xfrm>
            <a:off x="4091940" y="1935480"/>
            <a:ext cx="2865120" cy="2788920"/>
          </a:xfrm>
          <a:prstGeom prst="roundRect">
            <a:avLst>
              <a:gd name="adj" fmla="val 4645"/>
            </a:avLst>
          </a:prstGeom>
          <a:ln w="19050">
            <a:solidFill>
              <a:schemeClr val="accent1"/>
            </a:solidFill>
          </a:ln>
        </p:spPr>
        <p:txBody>
          <a:bodyPr lIns="162000" tIns="162000" rIns="162000" bIns="162000"/>
          <a:lstStyle>
            <a:lvl1pPr marL="0" indent="0">
              <a:spcBef>
                <a:spcPts val="500"/>
              </a:spcBef>
              <a:spcAft>
                <a:spcPts val="0"/>
              </a:spcAft>
              <a:buNone/>
              <a:defRPr sz="1800" b="1">
                <a:solidFill>
                  <a:schemeClr val="tx1"/>
                </a:solidFill>
              </a:defRPr>
            </a:lvl1pPr>
            <a:lvl2pPr marL="0" indent="0">
              <a:buNone/>
              <a:defRPr sz="1600"/>
            </a:lvl2pPr>
            <a:lvl3pPr marL="0" indent="0">
              <a:buNone/>
              <a:defRPr sz="1600"/>
            </a:lvl3pPr>
            <a:lvl4pPr marL="0" indent="0">
              <a:buNone/>
              <a:defRPr sz="1600"/>
            </a:lvl4pPr>
            <a:lvl5pPr marL="0" indent="0">
              <a:buNone/>
              <a:defRPr sz="1600"/>
            </a:lvl5pPr>
            <a:lvl6pPr marL="0" indent="0">
              <a:buNone/>
              <a:defRPr sz="1600"/>
            </a:lvl6pPr>
            <a:lvl7pPr marL="0" indent="0">
              <a:buNone/>
              <a:defRPr sz="1600"/>
            </a:lvl7pPr>
            <a:lvl8pPr marL="0" indent="0">
              <a:buNone/>
              <a:defRPr sz="1600"/>
            </a:lvl8pPr>
            <a:lvl9pPr marL="0" indent="0">
              <a:buNone/>
              <a:defRPr sz="1600"/>
            </a:lvl9pPr>
          </a:lstStyle>
          <a:p>
            <a:pPr lvl="0"/>
            <a:r>
              <a:rPr lang="en-US" dirty="0"/>
              <a:t>Click to add text</a:t>
            </a:r>
          </a:p>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12" name="Body copy column 3">
            <a:extLst>
              <a:ext uri="{FF2B5EF4-FFF2-40B4-BE49-F238E27FC236}">
                <a16:creationId xmlns:a16="http://schemas.microsoft.com/office/drawing/2014/main" id="{3AEA2733-1074-4E88-BFB1-608DFC511FB4}"/>
              </a:ext>
            </a:extLst>
          </p:cNvPr>
          <p:cNvSpPr>
            <a:spLocks noGrp="1"/>
          </p:cNvSpPr>
          <p:nvPr>
            <p:ph type="body" sz="quarter" idx="15" hasCustomPrompt="1"/>
          </p:nvPr>
        </p:nvSpPr>
        <p:spPr>
          <a:xfrm>
            <a:off x="7383780" y="1935480"/>
            <a:ext cx="2865120" cy="2788920"/>
          </a:xfrm>
          <a:prstGeom prst="roundRect">
            <a:avLst>
              <a:gd name="adj" fmla="val 4645"/>
            </a:avLst>
          </a:prstGeom>
          <a:ln w="19050">
            <a:solidFill>
              <a:schemeClr val="accent1"/>
            </a:solidFill>
          </a:ln>
        </p:spPr>
        <p:txBody>
          <a:bodyPr lIns="162000" tIns="162000" rIns="162000" bIns="162000"/>
          <a:lstStyle>
            <a:lvl1pPr marL="0" indent="0">
              <a:spcBef>
                <a:spcPts val="500"/>
              </a:spcBef>
              <a:spcAft>
                <a:spcPts val="0"/>
              </a:spcAft>
              <a:buNone/>
              <a:defRPr sz="1800" b="1">
                <a:solidFill>
                  <a:schemeClr val="tx1"/>
                </a:solidFill>
              </a:defRPr>
            </a:lvl1pPr>
            <a:lvl2pPr marL="0" indent="0">
              <a:buNone/>
              <a:defRPr sz="1600"/>
            </a:lvl2pPr>
            <a:lvl3pPr marL="0" indent="0">
              <a:buNone/>
              <a:defRPr sz="1600"/>
            </a:lvl3pPr>
            <a:lvl4pPr marL="0" indent="0">
              <a:buNone/>
              <a:defRPr sz="1600"/>
            </a:lvl4pPr>
            <a:lvl5pPr marL="0" indent="0">
              <a:buNone/>
              <a:defRPr sz="1600"/>
            </a:lvl5pPr>
            <a:lvl6pPr marL="0" indent="0">
              <a:buNone/>
              <a:defRPr sz="1600"/>
            </a:lvl6pPr>
            <a:lvl7pPr marL="0" indent="0">
              <a:buNone/>
              <a:defRPr sz="1600"/>
            </a:lvl7pPr>
            <a:lvl8pPr marL="0" indent="0">
              <a:buNone/>
              <a:defRPr sz="1600"/>
            </a:lvl8pPr>
            <a:lvl9pPr marL="0" indent="0">
              <a:buNone/>
              <a:defRPr sz="1600"/>
            </a:lvl9pPr>
          </a:lstStyle>
          <a:p>
            <a:pPr lvl="0"/>
            <a:r>
              <a:rPr lang="en-US" dirty="0"/>
              <a:t>Click to add text</a:t>
            </a:r>
          </a:p>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grpSp>
        <p:nvGrpSpPr>
          <p:cNvPr id="13" name="Header Graphic">
            <a:extLst>
              <a:ext uri="{FF2B5EF4-FFF2-40B4-BE49-F238E27FC236}">
                <a16:creationId xmlns:a16="http://schemas.microsoft.com/office/drawing/2014/main" id="{F00B8DB2-948F-4DC1-84EE-0AECA723763E}"/>
              </a:ext>
              <a:ext uri="{C183D7F6-B498-43B3-948B-1728B52AA6E4}">
                <adec:decorative xmlns:adec="http://schemas.microsoft.com/office/drawing/2017/decorative" val="1"/>
              </a:ext>
            </a:extLst>
          </p:cNvPr>
          <p:cNvGrpSpPr>
            <a:grpSpLocks noChangeAspect="1"/>
          </p:cNvGrpSpPr>
          <p:nvPr userDrawn="1"/>
        </p:nvGrpSpPr>
        <p:grpSpPr bwMode="auto">
          <a:xfrm>
            <a:off x="1" y="0"/>
            <a:ext cx="795308" cy="936001"/>
            <a:chOff x="5663" y="1680"/>
            <a:chExt cx="814" cy="958"/>
          </a:xfrm>
        </p:grpSpPr>
        <p:sp>
          <p:nvSpPr>
            <p:cNvPr id="14" name="Shapes">
              <a:extLst>
                <a:ext uri="{FF2B5EF4-FFF2-40B4-BE49-F238E27FC236}">
                  <a16:creationId xmlns:a16="http://schemas.microsoft.com/office/drawing/2014/main" id="{4DCD622C-79A8-4838-BD25-FB804EFB4916}"/>
                </a:ext>
              </a:extLst>
            </p:cNvPr>
            <p:cNvSpPr>
              <a:spLocks/>
            </p:cNvSpPr>
            <p:nvPr userDrawn="1"/>
          </p:nvSpPr>
          <p:spPr bwMode="auto">
            <a:xfrm>
              <a:off x="5663" y="1680"/>
              <a:ext cx="669" cy="685"/>
            </a:xfrm>
            <a:custGeom>
              <a:avLst/>
              <a:gdLst>
                <a:gd name="T0" fmla="*/ 280 w 280"/>
                <a:gd name="T1" fmla="*/ 65 h 287"/>
                <a:gd name="T2" fmla="*/ 270 w 280"/>
                <a:gd name="T3" fmla="*/ 0 h 287"/>
                <a:gd name="T4" fmla="*/ 0 w 280"/>
                <a:gd name="T5" fmla="*/ 0 h 287"/>
                <a:gd name="T6" fmla="*/ 0 w 280"/>
                <a:gd name="T7" fmla="*/ 280 h 287"/>
                <a:gd name="T8" fmla="*/ 58 w 280"/>
                <a:gd name="T9" fmla="*/ 287 h 287"/>
                <a:gd name="T10" fmla="*/ 280 w 280"/>
                <a:gd name="T11" fmla="*/ 65 h 287"/>
              </a:gdLst>
              <a:ahLst/>
              <a:cxnLst>
                <a:cxn ang="0">
                  <a:pos x="T0" y="T1"/>
                </a:cxn>
                <a:cxn ang="0">
                  <a:pos x="T2" y="T3"/>
                </a:cxn>
                <a:cxn ang="0">
                  <a:pos x="T4" y="T5"/>
                </a:cxn>
                <a:cxn ang="0">
                  <a:pos x="T6" y="T7"/>
                </a:cxn>
                <a:cxn ang="0">
                  <a:pos x="T8" y="T9"/>
                </a:cxn>
                <a:cxn ang="0">
                  <a:pos x="T10" y="T11"/>
                </a:cxn>
              </a:cxnLst>
              <a:rect l="0" t="0" r="r" b="b"/>
              <a:pathLst>
                <a:path w="280" h="287">
                  <a:moveTo>
                    <a:pt x="280" y="65"/>
                  </a:moveTo>
                  <a:cubicBezTo>
                    <a:pt x="280" y="42"/>
                    <a:pt x="276" y="21"/>
                    <a:pt x="270" y="0"/>
                  </a:cubicBezTo>
                  <a:cubicBezTo>
                    <a:pt x="0" y="0"/>
                    <a:pt x="0" y="0"/>
                    <a:pt x="0" y="0"/>
                  </a:cubicBezTo>
                  <a:cubicBezTo>
                    <a:pt x="0" y="280"/>
                    <a:pt x="0" y="280"/>
                    <a:pt x="0" y="280"/>
                  </a:cubicBezTo>
                  <a:cubicBezTo>
                    <a:pt x="19" y="285"/>
                    <a:pt x="38" y="287"/>
                    <a:pt x="58" y="287"/>
                  </a:cubicBezTo>
                  <a:cubicBezTo>
                    <a:pt x="180" y="287"/>
                    <a:pt x="280" y="188"/>
                    <a:pt x="280" y="65"/>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5" name="Shapes">
              <a:extLst>
                <a:ext uri="{FF2B5EF4-FFF2-40B4-BE49-F238E27FC236}">
                  <a16:creationId xmlns:a16="http://schemas.microsoft.com/office/drawing/2014/main" id="{07B76C1B-2BDC-4E81-8382-DE071831C960}"/>
                </a:ext>
              </a:extLst>
            </p:cNvPr>
            <p:cNvSpPr>
              <a:spLocks noEditPoints="1"/>
            </p:cNvSpPr>
            <p:nvPr userDrawn="1"/>
          </p:nvSpPr>
          <p:spPr bwMode="auto">
            <a:xfrm>
              <a:off x="5858" y="1924"/>
              <a:ext cx="619" cy="714"/>
            </a:xfrm>
            <a:custGeom>
              <a:avLst/>
              <a:gdLst>
                <a:gd name="T0" fmla="*/ 0 w 619"/>
                <a:gd name="T1" fmla="*/ 714 h 714"/>
                <a:gd name="T2" fmla="*/ 0 w 619"/>
                <a:gd name="T3" fmla="*/ 0 h 714"/>
                <a:gd name="T4" fmla="*/ 619 w 619"/>
                <a:gd name="T5" fmla="*/ 358 h 714"/>
                <a:gd name="T6" fmla="*/ 0 w 619"/>
                <a:gd name="T7" fmla="*/ 714 h 714"/>
                <a:gd name="T8" fmla="*/ 20 w 619"/>
                <a:gd name="T9" fmla="*/ 33 h 714"/>
                <a:gd name="T10" fmla="*/ 20 w 619"/>
                <a:gd name="T11" fmla="*/ 680 h 714"/>
                <a:gd name="T12" fmla="*/ 581 w 619"/>
                <a:gd name="T13" fmla="*/ 358 h 714"/>
                <a:gd name="T14" fmla="*/ 20 w 619"/>
                <a:gd name="T15" fmla="*/ 33 h 7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9" h="714">
                  <a:moveTo>
                    <a:pt x="0" y="714"/>
                  </a:moveTo>
                  <a:lnTo>
                    <a:pt x="0" y="0"/>
                  </a:lnTo>
                  <a:lnTo>
                    <a:pt x="619" y="358"/>
                  </a:lnTo>
                  <a:lnTo>
                    <a:pt x="0" y="714"/>
                  </a:lnTo>
                  <a:close/>
                  <a:moveTo>
                    <a:pt x="20" y="33"/>
                  </a:moveTo>
                  <a:lnTo>
                    <a:pt x="20" y="680"/>
                  </a:lnTo>
                  <a:lnTo>
                    <a:pt x="581" y="358"/>
                  </a:lnTo>
                  <a:lnTo>
                    <a:pt x="20" y="33"/>
                  </a:lnTo>
                  <a:close/>
                </a:path>
              </a:pathLst>
            </a:custGeom>
            <a:solidFill>
              <a:srgbClr val="C7429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grpSp>
        <p:nvGrpSpPr>
          <p:cNvPr id="16" name="Deakin Logo" descr="Deakin Logo">
            <a:extLst>
              <a:ext uri="{FF2B5EF4-FFF2-40B4-BE49-F238E27FC236}">
                <a16:creationId xmlns:a16="http://schemas.microsoft.com/office/drawing/2014/main" id="{9816D7B4-5FAE-45AF-88AA-563B340F447A}"/>
              </a:ext>
            </a:extLst>
          </p:cNvPr>
          <p:cNvGrpSpPr/>
          <p:nvPr userDrawn="1"/>
        </p:nvGrpSpPr>
        <p:grpSpPr>
          <a:xfrm>
            <a:off x="11339575" y="205549"/>
            <a:ext cx="651345" cy="652971"/>
            <a:chOff x="10928350" y="5591175"/>
            <a:chExt cx="1062560" cy="1065213"/>
          </a:xfrm>
        </p:grpSpPr>
        <p:sp>
          <p:nvSpPr>
            <p:cNvPr id="17" name="Logo">
              <a:extLst>
                <a:ext uri="{FF2B5EF4-FFF2-40B4-BE49-F238E27FC236}">
                  <a16:creationId xmlns:a16="http://schemas.microsoft.com/office/drawing/2014/main" id="{1580A4B7-79D3-4376-BF6E-9A4A31B96256}"/>
                </a:ext>
              </a:extLst>
            </p:cNvPr>
            <p:cNvSpPr txBox="1">
              <a:spLocks noChangeAspect="1"/>
            </p:cNvSpPr>
            <p:nvPr userDrawn="1"/>
          </p:nvSpPr>
          <p:spPr>
            <a:xfrm>
              <a:off x="10928911" y="5592757"/>
              <a:ext cx="1061999" cy="1061999"/>
            </a:xfrm>
            <a:prstGeom prst="rect">
              <a:avLst/>
            </a:prstGeom>
            <a:blipFill dpi="0" rotWithShape="1">
              <a:blip r:embed="rId2" cstate="screen">
                <a:alphaModFix/>
                <a:extLst>
                  <a:ext uri="{28A0092B-C50C-407E-A947-70E740481C1C}">
                    <a14:useLocalDpi xmlns:a14="http://schemas.microsoft.com/office/drawing/2010/main"/>
                  </a:ext>
                </a:extLst>
              </a:blip>
              <a:srcRect/>
              <a:stretch>
                <a:fillRect/>
              </a:stretch>
            </a:blipFill>
          </p:spPr>
          <p:txBody>
            <a:bodyPr/>
            <a:lstStyle>
              <a:lvl1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2pPr>
              <a:lvl3pPr marL="0" indent="0" algn="l" defTabSz="914400" rtl="0" eaLnBrk="1" latinLnBrk="0" hangingPunct="1">
                <a:lnSpc>
                  <a:spcPct val="100000"/>
                </a:lnSpc>
                <a:spcBef>
                  <a:spcPts val="0"/>
                </a:spcBef>
                <a:buSzPct val="110000"/>
                <a:buFont typeface="Arial" panose="020B0604020202020204" pitchFamily="34" charset="0"/>
                <a:buNone/>
                <a:defRPr sz="200" kern="1200">
                  <a:solidFill>
                    <a:schemeClr val="bg1"/>
                  </a:solidFill>
                  <a:latin typeface="+mn-lt"/>
                  <a:ea typeface="+mn-ea"/>
                  <a:cs typeface="+mn-cs"/>
                </a:defRPr>
              </a:lvl3pPr>
              <a:lvl4pPr marL="0" indent="0" algn="l" defTabSz="914400" rtl="0" eaLnBrk="1" latinLnBrk="0" hangingPunct="1">
                <a:lnSpc>
                  <a:spcPct val="100000"/>
                </a:lnSpc>
                <a:spcBef>
                  <a:spcPts val="0"/>
                </a:spcBef>
                <a:buFont typeface="Calibri" panose="020F0502020204030204" pitchFamily="34" charset="0"/>
                <a:buNone/>
                <a:defRPr sz="200" kern="1200">
                  <a:solidFill>
                    <a:schemeClr val="bg1"/>
                  </a:solidFill>
                  <a:latin typeface="+mn-lt"/>
                  <a:ea typeface="+mn-ea"/>
                  <a:cs typeface="+mn-cs"/>
                </a:defRPr>
              </a:lvl4pPr>
              <a:lvl5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5pPr>
              <a:lvl6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6pPr>
              <a:lvl7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7pPr>
              <a:lvl8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8pPr>
              <a:lvl9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9pPr>
            </a:lstStyle>
            <a:p>
              <a:r>
                <a:rPr lang="en-US"/>
                <a:t>   </a:t>
              </a:r>
              <a:endParaRPr lang="en-AU" dirty="0"/>
            </a:p>
          </p:txBody>
        </p:sp>
        <p:sp>
          <p:nvSpPr>
            <p:cNvPr id="18" name="Logo">
              <a:extLst>
                <a:ext uri="{FF2B5EF4-FFF2-40B4-BE49-F238E27FC236}">
                  <a16:creationId xmlns:a16="http://schemas.microsoft.com/office/drawing/2014/main" id="{C6B1F0D1-2052-4B88-BA39-EF9BF4060560}"/>
                </a:ext>
              </a:extLst>
            </p:cNvPr>
            <p:cNvSpPr>
              <a:spLocks noEditPoints="1"/>
            </p:cNvSpPr>
            <p:nvPr userDrawn="1"/>
          </p:nvSpPr>
          <p:spPr bwMode="auto">
            <a:xfrm>
              <a:off x="10928350" y="5591175"/>
              <a:ext cx="1062037" cy="1065213"/>
            </a:xfrm>
            <a:custGeom>
              <a:avLst/>
              <a:gdLst>
                <a:gd name="T0" fmla="*/ 3400 w 6806"/>
                <a:gd name="T1" fmla="*/ 85 h 6803"/>
                <a:gd name="T2" fmla="*/ 3400 w 6806"/>
                <a:gd name="T3" fmla="*/ 85 h 6803"/>
                <a:gd name="T4" fmla="*/ 6720 w 6806"/>
                <a:gd name="T5" fmla="*/ 3399 h 6803"/>
                <a:gd name="T6" fmla="*/ 3406 w 6806"/>
                <a:gd name="T7" fmla="*/ 6719 h 6803"/>
                <a:gd name="T8" fmla="*/ 3403 w 6806"/>
                <a:gd name="T9" fmla="*/ 6719 h 6803"/>
                <a:gd name="T10" fmla="*/ 86 w 6806"/>
                <a:gd name="T11" fmla="*/ 3405 h 6803"/>
                <a:gd name="T12" fmla="*/ 1055 w 6806"/>
                <a:gd name="T13" fmla="*/ 1058 h 6803"/>
                <a:gd name="T14" fmla="*/ 3400 w 6806"/>
                <a:gd name="T15" fmla="*/ 85 h 6803"/>
                <a:gd name="T16" fmla="*/ 3400 w 6806"/>
                <a:gd name="T17" fmla="*/ 0 h 6803"/>
                <a:gd name="T18" fmla="*/ 995 w 6806"/>
                <a:gd name="T19" fmla="*/ 999 h 6803"/>
                <a:gd name="T20" fmla="*/ 1 w 6806"/>
                <a:gd name="T21" fmla="*/ 3405 h 6803"/>
                <a:gd name="T22" fmla="*/ 3403 w 6806"/>
                <a:gd name="T23" fmla="*/ 6803 h 6803"/>
                <a:gd name="T24" fmla="*/ 3406 w 6806"/>
                <a:gd name="T25" fmla="*/ 6803 h 6803"/>
                <a:gd name="T26" fmla="*/ 6804 w 6806"/>
                <a:gd name="T27" fmla="*/ 3399 h 6803"/>
                <a:gd name="T28" fmla="*/ 3400 w 6806"/>
                <a:gd name="T29" fmla="*/ 0 h 68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806" h="6803">
                  <a:moveTo>
                    <a:pt x="3400" y="85"/>
                  </a:moveTo>
                  <a:cubicBezTo>
                    <a:pt x="3400" y="85"/>
                    <a:pt x="3400" y="85"/>
                    <a:pt x="3400" y="85"/>
                  </a:cubicBezTo>
                  <a:cubicBezTo>
                    <a:pt x="5229" y="85"/>
                    <a:pt x="6718" y="1571"/>
                    <a:pt x="6720" y="3399"/>
                  </a:cubicBezTo>
                  <a:cubicBezTo>
                    <a:pt x="6722" y="5228"/>
                    <a:pt x="5235" y="6717"/>
                    <a:pt x="3406" y="6719"/>
                  </a:cubicBezTo>
                  <a:cubicBezTo>
                    <a:pt x="3403" y="6719"/>
                    <a:pt x="3403" y="6719"/>
                    <a:pt x="3403" y="6719"/>
                  </a:cubicBezTo>
                  <a:cubicBezTo>
                    <a:pt x="1575" y="6719"/>
                    <a:pt x="87" y="5232"/>
                    <a:pt x="86" y="3405"/>
                  </a:cubicBezTo>
                  <a:cubicBezTo>
                    <a:pt x="85" y="2519"/>
                    <a:pt x="429" y="1685"/>
                    <a:pt x="1055" y="1058"/>
                  </a:cubicBezTo>
                  <a:cubicBezTo>
                    <a:pt x="1681" y="431"/>
                    <a:pt x="2514" y="85"/>
                    <a:pt x="3400" y="85"/>
                  </a:cubicBezTo>
                  <a:moveTo>
                    <a:pt x="3400" y="0"/>
                  </a:moveTo>
                  <a:cubicBezTo>
                    <a:pt x="2491" y="1"/>
                    <a:pt x="1637" y="355"/>
                    <a:pt x="995" y="999"/>
                  </a:cubicBezTo>
                  <a:cubicBezTo>
                    <a:pt x="354" y="1642"/>
                    <a:pt x="0" y="2496"/>
                    <a:pt x="1" y="3405"/>
                  </a:cubicBezTo>
                  <a:cubicBezTo>
                    <a:pt x="3" y="5279"/>
                    <a:pt x="1529" y="6803"/>
                    <a:pt x="3403" y="6803"/>
                  </a:cubicBezTo>
                  <a:cubicBezTo>
                    <a:pt x="3406" y="6803"/>
                    <a:pt x="3406" y="6803"/>
                    <a:pt x="3406" y="6803"/>
                  </a:cubicBezTo>
                  <a:cubicBezTo>
                    <a:pt x="5281" y="6802"/>
                    <a:pt x="6806" y="5274"/>
                    <a:pt x="6804" y="3399"/>
                  </a:cubicBezTo>
                  <a:cubicBezTo>
                    <a:pt x="6803" y="1525"/>
                    <a:pt x="5277" y="0"/>
                    <a:pt x="340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sp>
        <p:nvSpPr>
          <p:cNvPr id="7" name="Slide Number">
            <a:extLst>
              <a:ext uri="{FF2B5EF4-FFF2-40B4-BE49-F238E27FC236}">
                <a16:creationId xmlns:a16="http://schemas.microsoft.com/office/drawing/2014/main" id="{11EA8E8B-73A4-488A-BF62-AB101C1A59C8}"/>
              </a:ext>
            </a:extLst>
          </p:cNvPr>
          <p:cNvSpPr>
            <a:spLocks noGrp="1"/>
          </p:cNvSpPr>
          <p:nvPr>
            <p:ph type="sldNum" sz="quarter" idx="18"/>
          </p:nvPr>
        </p:nvSpPr>
        <p:spPr/>
        <p:txBody>
          <a:bodyPr/>
          <a:lstStyle/>
          <a:p>
            <a:fld id="{F5AEA0E0-5CC6-4BD0-905C-A0021E419432}" type="slidenum">
              <a:rPr lang="en-GB" smtClean="0"/>
              <a:pPr/>
              <a:t>‹#›</a:t>
            </a:fld>
            <a:endParaRPr lang="en-GB" dirty="0"/>
          </a:p>
        </p:txBody>
      </p:sp>
      <p:sp>
        <p:nvSpPr>
          <p:cNvPr id="2" name="Date">
            <a:extLst>
              <a:ext uri="{FF2B5EF4-FFF2-40B4-BE49-F238E27FC236}">
                <a16:creationId xmlns:a16="http://schemas.microsoft.com/office/drawing/2014/main" id="{668DD898-6705-41D3-8B90-0418D1F31C10}"/>
              </a:ext>
            </a:extLst>
          </p:cNvPr>
          <p:cNvSpPr>
            <a:spLocks noGrp="1"/>
          </p:cNvSpPr>
          <p:nvPr>
            <p:ph type="dt" sz="half" idx="16"/>
          </p:nvPr>
        </p:nvSpPr>
        <p:spPr/>
        <p:txBody>
          <a:bodyPr/>
          <a:lstStyle/>
          <a:p>
            <a:endParaRPr lang="en-GB" dirty="0"/>
          </a:p>
        </p:txBody>
      </p:sp>
      <p:sp>
        <p:nvSpPr>
          <p:cNvPr id="6" name="Footer/CRICOS">
            <a:extLst>
              <a:ext uri="{FF2B5EF4-FFF2-40B4-BE49-F238E27FC236}">
                <a16:creationId xmlns:a16="http://schemas.microsoft.com/office/drawing/2014/main" id="{ACB6DA5A-E0FE-41F1-BA66-D32BB97D2EFB}"/>
              </a:ext>
            </a:extLst>
          </p:cNvPr>
          <p:cNvSpPr>
            <a:spLocks noGrp="1"/>
          </p:cNvSpPr>
          <p:nvPr>
            <p:ph type="ftr" sz="quarter" idx="17"/>
          </p:nvPr>
        </p:nvSpPr>
        <p:spPr/>
        <p:txBody>
          <a:bodyPr/>
          <a:lstStyle/>
          <a:p>
            <a:r>
              <a:rPr lang="en-AU"/>
              <a:t>Deakin University CRICOS Provider Code: 00113B</a:t>
            </a:r>
            <a:endParaRPr lang="en-GB" dirty="0"/>
          </a:p>
        </p:txBody>
      </p:sp>
    </p:spTree>
    <p:extLst>
      <p:ext uri="{BB962C8B-B14F-4D97-AF65-F5344CB8AC3E}">
        <p14:creationId xmlns:p14="http://schemas.microsoft.com/office/powerpoint/2010/main" val="32058316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 Two Box A">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solidFill>
                  <a:schemeClr val="bg1"/>
                </a:solidFill>
              </a:defRPr>
            </a:lvl1pPr>
          </a:lstStyle>
          <a:p>
            <a:r>
              <a:rPr lang="en-US" dirty="0"/>
              <a:t>Click to add title</a:t>
            </a:r>
            <a:endParaRPr lang="en-GB" dirty="0"/>
          </a:p>
        </p:txBody>
      </p:sp>
      <p:sp>
        <p:nvSpPr>
          <p:cNvPr id="8" name="Body copy column 1"/>
          <p:cNvSpPr>
            <a:spLocks noGrp="1"/>
          </p:cNvSpPr>
          <p:nvPr>
            <p:ph type="body" sz="quarter" idx="13" hasCustomPrompt="1"/>
          </p:nvPr>
        </p:nvSpPr>
        <p:spPr>
          <a:xfrm>
            <a:off x="434975" y="1866899"/>
            <a:ext cx="4060825" cy="4310063"/>
          </a:xfrm>
        </p:spPr>
        <p:txBody>
          <a:bodyPr/>
          <a:lstStyle>
            <a:lvl1pPr marL="0" indent="0">
              <a:spcBef>
                <a:spcPts val="500"/>
              </a:spcBef>
              <a:spcAft>
                <a:spcPts val="0"/>
              </a:spcAft>
              <a:buNone/>
              <a:defRPr sz="1800" b="1">
                <a:solidFill>
                  <a:schemeClr val="tx1"/>
                </a:solidFill>
              </a:defRPr>
            </a:lvl1pPr>
            <a:lvl2pPr marL="0" indent="0">
              <a:buNone/>
              <a:defRPr sz="1600">
                <a:solidFill>
                  <a:schemeClr val="tx1"/>
                </a:solidFill>
              </a:defRPr>
            </a:lvl2pPr>
            <a:lvl3pPr marL="0" indent="0">
              <a:buNone/>
              <a:defRPr sz="1600">
                <a:solidFill>
                  <a:schemeClr val="tx1"/>
                </a:solidFill>
              </a:defRPr>
            </a:lvl3pPr>
            <a:lvl4pPr marL="0" indent="0">
              <a:buNone/>
              <a:defRPr sz="1600">
                <a:solidFill>
                  <a:schemeClr val="tx1"/>
                </a:solidFill>
              </a:defRPr>
            </a:lvl4pPr>
            <a:lvl5pPr marL="0" indent="0">
              <a:buNone/>
              <a:defRPr sz="1600">
                <a:solidFill>
                  <a:schemeClr val="tx1"/>
                </a:solidFill>
              </a:defRPr>
            </a:lvl5pPr>
            <a:lvl6pPr marL="0" indent="0">
              <a:buNone/>
              <a:defRPr sz="1600">
                <a:solidFill>
                  <a:schemeClr val="tx1"/>
                </a:solidFill>
              </a:defRPr>
            </a:lvl6pPr>
            <a:lvl7pPr marL="0" indent="0">
              <a:buNone/>
              <a:defRPr sz="1600">
                <a:solidFill>
                  <a:schemeClr val="tx1"/>
                </a:solidFill>
              </a:defRPr>
            </a:lvl7pPr>
            <a:lvl8pPr marL="0" indent="0">
              <a:buNone/>
              <a:defRPr sz="1600">
                <a:solidFill>
                  <a:schemeClr val="tx1"/>
                </a:solidFill>
              </a:defRPr>
            </a:lvl8pPr>
            <a:lvl9pPr marL="0" indent="0">
              <a:buNone/>
              <a:defRPr sz="1600">
                <a:solidFill>
                  <a:schemeClr val="tx1"/>
                </a:solidFill>
              </a:defRPr>
            </a:lvl9pPr>
          </a:lstStyle>
          <a:p>
            <a:pPr lvl="0"/>
            <a:r>
              <a:rPr lang="en-US" dirty="0"/>
              <a:t>Click to add text</a:t>
            </a:r>
          </a:p>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9" name="Body copy column 2">
            <a:extLst>
              <a:ext uri="{FF2B5EF4-FFF2-40B4-BE49-F238E27FC236}">
                <a16:creationId xmlns:a16="http://schemas.microsoft.com/office/drawing/2014/main" id="{31550AFC-90F7-4DB2-BCDA-549CDDC409A4}"/>
              </a:ext>
            </a:extLst>
          </p:cNvPr>
          <p:cNvSpPr>
            <a:spLocks noGrp="1"/>
          </p:cNvSpPr>
          <p:nvPr>
            <p:ph type="body" sz="quarter" idx="14" hasCustomPrompt="1"/>
          </p:nvPr>
        </p:nvSpPr>
        <p:spPr>
          <a:xfrm>
            <a:off x="4820285" y="1866899"/>
            <a:ext cx="3949027" cy="4310063"/>
          </a:xfrm>
        </p:spPr>
        <p:txBody>
          <a:bodyPr/>
          <a:lstStyle>
            <a:lvl1pPr marL="0" indent="0">
              <a:spcBef>
                <a:spcPts val="500"/>
              </a:spcBef>
              <a:spcAft>
                <a:spcPts val="0"/>
              </a:spcAft>
              <a:buNone/>
              <a:defRPr sz="1800" b="1">
                <a:solidFill>
                  <a:schemeClr val="tx1"/>
                </a:solidFill>
              </a:defRPr>
            </a:lvl1pPr>
            <a:lvl2pPr marL="0" indent="0">
              <a:buNone/>
              <a:defRPr sz="1600">
                <a:solidFill>
                  <a:schemeClr val="tx1"/>
                </a:solidFill>
              </a:defRPr>
            </a:lvl2pPr>
            <a:lvl3pPr marL="0" indent="0">
              <a:buNone/>
              <a:defRPr sz="1600">
                <a:solidFill>
                  <a:schemeClr val="tx1"/>
                </a:solidFill>
              </a:defRPr>
            </a:lvl3pPr>
            <a:lvl4pPr marL="0" indent="0">
              <a:buNone/>
              <a:defRPr sz="1600">
                <a:solidFill>
                  <a:schemeClr val="tx1"/>
                </a:solidFill>
              </a:defRPr>
            </a:lvl4pPr>
            <a:lvl5pPr marL="0" indent="0">
              <a:buNone/>
              <a:defRPr sz="1600">
                <a:solidFill>
                  <a:schemeClr val="tx1"/>
                </a:solidFill>
              </a:defRPr>
            </a:lvl5pPr>
            <a:lvl6pPr marL="0" indent="0">
              <a:buNone/>
              <a:defRPr sz="1600">
                <a:solidFill>
                  <a:schemeClr val="tx1"/>
                </a:solidFill>
              </a:defRPr>
            </a:lvl6pPr>
            <a:lvl7pPr marL="0" indent="0">
              <a:buNone/>
              <a:defRPr sz="1600">
                <a:solidFill>
                  <a:schemeClr val="tx1"/>
                </a:solidFill>
              </a:defRPr>
            </a:lvl7pPr>
            <a:lvl8pPr marL="0" indent="0">
              <a:buNone/>
              <a:defRPr sz="1600">
                <a:solidFill>
                  <a:schemeClr val="tx1"/>
                </a:solidFill>
              </a:defRPr>
            </a:lvl8pPr>
            <a:lvl9pPr marL="0" indent="0">
              <a:buNone/>
              <a:defRPr sz="1600">
                <a:solidFill>
                  <a:schemeClr val="tx1"/>
                </a:solidFill>
              </a:defRPr>
            </a:lvl9pPr>
          </a:lstStyle>
          <a:p>
            <a:pPr lvl="0"/>
            <a:r>
              <a:rPr lang="en-US" dirty="0"/>
              <a:t>Click to add text</a:t>
            </a:r>
          </a:p>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10" name="Slide Number">
            <a:extLst>
              <a:ext uri="{FF2B5EF4-FFF2-40B4-BE49-F238E27FC236}">
                <a16:creationId xmlns:a16="http://schemas.microsoft.com/office/drawing/2014/main" id="{1BA99C76-0C76-4654-AD42-DCB737551010}"/>
              </a:ext>
            </a:extLst>
          </p:cNvPr>
          <p:cNvSpPr>
            <a:spLocks noGrp="1"/>
          </p:cNvSpPr>
          <p:nvPr>
            <p:ph type="sldNum" sz="quarter" idx="17"/>
          </p:nvPr>
        </p:nvSpPr>
        <p:spPr/>
        <p:txBody>
          <a:bodyPr/>
          <a:lstStyle/>
          <a:p>
            <a:fld id="{F5AEA0E0-5CC6-4BD0-905C-A0021E419432}" type="slidenum">
              <a:rPr lang="en-GB" smtClean="0"/>
              <a:pPr/>
              <a:t>‹#›</a:t>
            </a:fld>
            <a:endParaRPr lang="en-GB" dirty="0"/>
          </a:p>
        </p:txBody>
      </p:sp>
      <p:sp>
        <p:nvSpPr>
          <p:cNvPr id="6" name="Date">
            <a:extLst>
              <a:ext uri="{FF2B5EF4-FFF2-40B4-BE49-F238E27FC236}">
                <a16:creationId xmlns:a16="http://schemas.microsoft.com/office/drawing/2014/main" id="{317BC098-4556-4069-AE2A-8802EC57442D}"/>
              </a:ext>
            </a:extLst>
          </p:cNvPr>
          <p:cNvSpPr>
            <a:spLocks noGrp="1"/>
          </p:cNvSpPr>
          <p:nvPr>
            <p:ph type="dt" sz="half" idx="15"/>
          </p:nvPr>
        </p:nvSpPr>
        <p:spPr/>
        <p:txBody>
          <a:bodyPr/>
          <a:lstStyle/>
          <a:p>
            <a:endParaRPr lang="en-GB" dirty="0"/>
          </a:p>
        </p:txBody>
      </p:sp>
      <p:sp>
        <p:nvSpPr>
          <p:cNvPr id="7" name="Footer/CRICOS">
            <a:extLst>
              <a:ext uri="{FF2B5EF4-FFF2-40B4-BE49-F238E27FC236}">
                <a16:creationId xmlns:a16="http://schemas.microsoft.com/office/drawing/2014/main" id="{67A68404-3E7D-48B1-8986-F4AEF198D891}"/>
              </a:ext>
            </a:extLst>
          </p:cNvPr>
          <p:cNvSpPr>
            <a:spLocks noGrp="1"/>
          </p:cNvSpPr>
          <p:nvPr>
            <p:ph type="ftr" sz="quarter" idx="16"/>
          </p:nvPr>
        </p:nvSpPr>
        <p:spPr/>
        <p:txBody>
          <a:bodyPr/>
          <a:lstStyle/>
          <a:p>
            <a:r>
              <a:rPr lang="en-AU"/>
              <a:t>Deakin University CRICOS Provider Code: 00113B</a:t>
            </a:r>
            <a:endParaRPr lang="en-GB" dirty="0"/>
          </a:p>
        </p:txBody>
      </p:sp>
    </p:spTree>
    <p:extLst>
      <p:ext uri="{BB962C8B-B14F-4D97-AF65-F5344CB8AC3E}">
        <p14:creationId xmlns:p14="http://schemas.microsoft.com/office/powerpoint/2010/main" val="7897844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ext - Two Box B">
    <p:spTree>
      <p:nvGrpSpPr>
        <p:cNvPr id="1" name=""/>
        <p:cNvGrpSpPr/>
        <p:nvPr/>
      </p:nvGrpSpPr>
      <p:grpSpPr>
        <a:xfrm>
          <a:off x="0" y="0"/>
          <a:ext cx="0" cy="0"/>
          <a:chOff x="0" y="0"/>
          <a:chExt cx="0" cy="0"/>
        </a:xfrm>
      </p:grpSpPr>
      <p:sp>
        <p:nvSpPr>
          <p:cNvPr id="9" name="Background">
            <a:extLst>
              <a:ext uri="{FF2B5EF4-FFF2-40B4-BE49-F238E27FC236}">
                <a16:creationId xmlns:a16="http://schemas.microsoft.com/office/drawing/2014/main" id="{D3B94899-37AF-48A7-AE2C-09E2882C58CE}"/>
              </a:ext>
              <a:ext uri="{C183D7F6-B498-43B3-948B-1728B52AA6E4}">
                <adec:decorative xmlns:adec="http://schemas.microsoft.com/office/drawing/2017/decorative" val="1"/>
              </a:ext>
            </a:extLst>
          </p:cNvPr>
          <p:cNvSpPr/>
          <p:nvPr userDrawn="1"/>
        </p:nvSpPr>
        <p:spPr>
          <a:xfrm>
            <a:off x="0" y="0"/>
            <a:ext cx="12191999"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Title">
            <a:extLst>
              <a:ext uri="{FF2B5EF4-FFF2-40B4-BE49-F238E27FC236}">
                <a16:creationId xmlns:a16="http://schemas.microsoft.com/office/drawing/2014/main" id="{D0BD0370-B81A-498F-8FF9-BB4AFFB6644F}"/>
              </a:ext>
            </a:extLst>
          </p:cNvPr>
          <p:cNvSpPr>
            <a:spLocks noGrp="1"/>
          </p:cNvSpPr>
          <p:nvPr>
            <p:ph type="title" hasCustomPrompt="1"/>
          </p:nvPr>
        </p:nvSpPr>
        <p:spPr>
          <a:xfrm>
            <a:off x="801765" y="349790"/>
            <a:ext cx="5508000" cy="936000"/>
          </a:xfrm>
        </p:spPr>
        <p:txBody>
          <a:bodyPr/>
          <a:lstStyle>
            <a:lvl1pPr>
              <a:lnSpc>
                <a:spcPct val="100000"/>
              </a:lnSpc>
              <a:buFont typeface="Arial" panose="020B0604020202020204" pitchFamily="34" charset="0"/>
              <a:buNone/>
              <a:defRPr sz="2650">
                <a:solidFill>
                  <a:schemeClr val="tx1"/>
                </a:solidFill>
              </a:defRPr>
            </a:lvl1pPr>
          </a:lstStyle>
          <a:p>
            <a:r>
              <a:rPr lang="en-US" dirty="0"/>
              <a:t>Click to add title</a:t>
            </a:r>
            <a:endParaRPr lang="en-GB" dirty="0"/>
          </a:p>
        </p:txBody>
      </p:sp>
      <p:sp>
        <p:nvSpPr>
          <p:cNvPr id="8" name="Body copy column 1"/>
          <p:cNvSpPr>
            <a:spLocks noGrp="1"/>
          </p:cNvSpPr>
          <p:nvPr>
            <p:ph type="body" sz="quarter" idx="13" hasCustomPrompt="1"/>
          </p:nvPr>
        </p:nvSpPr>
        <p:spPr>
          <a:xfrm>
            <a:off x="805814" y="1935480"/>
            <a:ext cx="4650105" cy="2788920"/>
          </a:xfrm>
          <a:prstGeom prst="roundRect">
            <a:avLst>
              <a:gd name="adj" fmla="val 4645"/>
            </a:avLst>
          </a:prstGeom>
          <a:ln w="19050">
            <a:solidFill>
              <a:schemeClr val="accent1"/>
            </a:solidFill>
          </a:ln>
        </p:spPr>
        <p:txBody>
          <a:bodyPr lIns="162000" tIns="162000" rIns="162000" bIns="162000"/>
          <a:lstStyle>
            <a:lvl1pPr marL="0" indent="0">
              <a:spcBef>
                <a:spcPts val="500"/>
              </a:spcBef>
              <a:spcAft>
                <a:spcPts val="0"/>
              </a:spcAft>
              <a:buNone/>
              <a:defRPr sz="1800" b="1">
                <a:solidFill>
                  <a:schemeClr val="tx1"/>
                </a:solidFill>
              </a:defRPr>
            </a:lvl1pPr>
            <a:lvl2pPr marL="0" indent="0">
              <a:buNone/>
              <a:defRPr sz="1600">
                <a:solidFill>
                  <a:schemeClr val="tx1"/>
                </a:solidFill>
              </a:defRPr>
            </a:lvl2pPr>
            <a:lvl3pPr marL="0" indent="0">
              <a:buNone/>
              <a:defRPr sz="1600">
                <a:solidFill>
                  <a:schemeClr val="tx1"/>
                </a:solidFill>
              </a:defRPr>
            </a:lvl3pPr>
            <a:lvl4pPr marL="0" indent="0">
              <a:buNone/>
              <a:defRPr sz="1600">
                <a:solidFill>
                  <a:schemeClr val="tx1"/>
                </a:solidFill>
              </a:defRPr>
            </a:lvl4pPr>
            <a:lvl5pPr marL="0" indent="0">
              <a:buNone/>
              <a:defRPr sz="1600">
                <a:solidFill>
                  <a:schemeClr val="tx1"/>
                </a:solidFill>
              </a:defRPr>
            </a:lvl5pPr>
            <a:lvl6pPr marL="0" indent="0">
              <a:buNone/>
              <a:defRPr sz="1600">
                <a:solidFill>
                  <a:schemeClr val="tx1"/>
                </a:solidFill>
              </a:defRPr>
            </a:lvl6pPr>
            <a:lvl7pPr marL="0" indent="0">
              <a:buNone/>
              <a:defRPr sz="1600">
                <a:solidFill>
                  <a:schemeClr val="tx1"/>
                </a:solidFill>
              </a:defRPr>
            </a:lvl7pPr>
            <a:lvl8pPr marL="0" indent="0">
              <a:buNone/>
              <a:defRPr sz="1600">
                <a:solidFill>
                  <a:schemeClr val="tx1"/>
                </a:solidFill>
              </a:defRPr>
            </a:lvl8pPr>
            <a:lvl9pPr marL="0" indent="0">
              <a:buNone/>
              <a:defRPr sz="1600">
                <a:solidFill>
                  <a:schemeClr val="tx1"/>
                </a:solidFill>
              </a:defRPr>
            </a:lvl9pPr>
          </a:lstStyle>
          <a:p>
            <a:pPr lvl="0"/>
            <a:r>
              <a:rPr lang="en-US" dirty="0"/>
              <a:t>Click to add text</a:t>
            </a:r>
          </a:p>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11" name="Body copy column 2">
            <a:extLst>
              <a:ext uri="{FF2B5EF4-FFF2-40B4-BE49-F238E27FC236}">
                <a16:creationId xmlns:a16="http://schemas.microsoft.com/office/drawing/2014/main" id="{55BB8D98-408E-46F3-8147-011B3F4094F4}"/>
              </a:ext>
            </a:extLst>
          </p:cNvPr>
          <p:cNvSpPr>
            <a:spLocks noGrp="1"/>
          </p:cNvSpPr>
          <p:nvPr>
            <p:ph type="body" sz="quarter" idx="14" hasCustomPrompt="1"/>
          </p:nvPr>
        </p:nvSpPr>
        <p:spPr>
          <a:xfrm>
            <a:off x="5826888" y="1935480"/>
            <a:ext cx="4658232" cy="2788920"/>
          </a:xfrm>
          <a:prstGeom prst="roundRect">
            <a:avLst>
              <a:gd name="adj" fmla="val 4645"/>
            </a:avLst>
          </a:prstGeom>
          <a:ln w="19050">
            <a:solidFill>
              <a:schemeClr val="accent1"/>
            </a:solidFill>
          </a:ln>
        </p:spPr>
        <p:txBody>
          <a:bodyPr lIns="162000" tIns="162000" rIns="162000" bIns="162000"/>
          <a:lstStyle>
            <a:lvl1pPr marL="0" indent="0">
              <a:spcBef>
                <a:spcPts val="500"/>
              </a:spcBef>
              <a:spcAft>
                <a:spcPts val="0"/>
              </a:spcAft>
              <a:buNone/>
              <a:defRPr sz="1800" b="1">
                <a:solidFill>
                  <a:schemeClr val="tx1"/>
                </a:solidFill>
              </a:defRPr>
            </a:lvl1pPr>
            <a:lvl2pPr marL="0" indent="0">
              <a:buNone/>
              <a:defRPr sz="1600">
                <a:solidFill>
                  <a:schemeClr val="tx1"/>
                </a:solidFill>
              </a:defRPr>
            </a:lvl2pPr>
            <a:lvl3pPr marL="0" indent="0">
              <a:buNone/>
              <a:defRPr sz="1600">
                <a:solidFill>
                  <a:schemeClr val="tx1"/>
                </a:solidFill>
              </a:defRPr>
            </a:lvl3pPr>
            <a:lvl4pPr marL="0" indent="0">
              <a:buNone/>
              <a:defRPr sz="1600">
                <a:solidFill>
                  <a:schemeClr val="tx1"/>
                </a:solidFill>
              </a:defRPr>
            </a:lvl4pPr>
            <a:lvl5pPr marL="0" indent="0">
              <a:buNone/>
              <a:defRPr sz="1600">
                <a:solidFill>
                  <a:schemeClr val="tx1"/>
                </a:solidFill>
              </a:defRPr>
            </a:lvl5pPr>
            <a:lvl6pPr marL="0" indent="0">
              <a:buNone/>
              <a:defRPr sz="1600">
                <a:solidFill>
                  <a:schemeClr val="tx1"/>
                </a:solidFill>
              </a:defRPr>
            </a:lvl6pPr>
            <a:lvl7pPr marL="0" indent="0">
              <a:buNone/>
              <a:defRPr sz="1600">
                <a:solidFill>
                  <a:schemeClr val="tx1"/>
                </a:solidFill>
              </a:defRPr>
            </a:lvl7pPr>
            <a:lvl8pPr marL="0" indent="0">
              <a:buNone/>
              <a:defRPr sz="1600">
                <a:solidFill>
                  <a:schemeClr val="tx1"/>
                </a:solidFill>
              </a:defRPr>
            </a:lvl8pPr>
            <a:lvl9pPr marL="0" indent="0">
              <a:buNone/>
              <a:defRPr sz="1600">
                <a:solidFill>
                  <a:schemeClr val="tx1"/>
                </a:solidFill>
              </a:defRPr>
            </a:lvl9pPr>
          </a:lstStyle>
          <a:p>
            <a:pPr lvl="0"/>
            <a:r>
              <a:rPr lang="en-US" dirty="0"/>
              <a:t>Click to add text</a:t>
            </a:r>
          </a:p>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grpSp>
        <p:nvGrpSpPr>
          <p:cNvPr id="18" name="Header Graphic">
            <a:extLst>
              <a:ext uri="{FF2B5EF4-FFF2-40B4-BE49-F238E27FC236}">
                <a16:creationId xmlns:a16="http://schemas.microsoft.com/office/drawing/2014/main" id="{B054B0B7-16AA-4C05-8CB5-7D7DB0462502}"/>
              </a:ext>
              <a:ext uri="{C183D7F6-B498-43B3-948B-1728B52AA6E4}">
                <adec:decorative xmlns:adec="http://schemas.microsoft.com/office/drawing/2017/decorative" val="1"/>
              </a:ext>
            </a:extLst>
          </p:cNvPr>
          <p:cNvGrpSpPr>
            <a:grpSpLocks noChangeAspect="1"/>
          </p:cNvGrpSpPr>
          <p:nvPr userDrawn="1"/>
        </p:nvGrpSpPr>
        <p:grpSpPr bwMode="auto">
          <a:xfrm>
            <a:off x="1" y="0"/>
            <a:ext cx="795308" cy="936001"/>
            <a:chOff x="5663" y="1680"/>
            <a:chExt cx="814" cy="958"/>
          </a:xfrm>
        </p:grpSpPr>
        <p:sp>
          <p:nvSpPr>
            <p:cNvPr id="19" name="Shapes">
              <a:extLst>
                <a:ext uri="{FF2B5EF4-FFF2-40B4-BE49-F238E27FC236}">
                  <a16:creationId xmlns:a16="http://schemas.microsoft.com/office/drawing/2014/main" id="{B0E29BF7-4DBA-49B0-AE03-A13AA83EF3F8}"/>
                </a:ext>
              </a:extLst>
            </p:cNvPr>
            <p:cNvSpPr>
              <a:spLocks/>
            </p:cNvSpPr>
            <p:nvPr userDrawn="1"/>
          </p:nvSpPr>
          <p:spPr bwMode="auto">
            <a:xfrm>
              <a:off x="5663" y="1680"/>
              <a:ext cx="669" cy="685"/>
            </a:xfrm>
            <a:custGeom>
              <a:avLst/>
              <a:gdLst>
                <a:gd name="T0" fmla="*/ 280 w 280"/>
                <a:gd name="T1" fmla="*/ 65 h 287"/>
                <a:gd name="T2" fmla="*/ 270 w 280"/>
                <a:gd name="T3" fmla="*/ 0 h 287"/>
                <a:gd name="T4" fmla="*/ 0 w 280"/>
                <a:gd name="T5" fmla="*/ 0 h 287"/>
                <a:gd name="T6" fmla="*/ 0 w 280"/>
                <a:gd name="T7" fmla="*/ 280 h 287"/>
                <a:gd name="T8" fmla="*/ 58 w 280"/>
                <a:gd name="T9" fmla="*/ 287 h 287"/>
                <a:gd name="T10" fmla="*/ 280 w 280"/>
                <a:gd name="T11" fmla="*/ 65 h 287"/>
              </a:gdLst>
              <a:ahLst/>
              <a:cxnLst>
                <a:cxn ang="0">
                  <a:pos x="T0" y="T1"/>
                </a:cxn>
                <a:cxn ang="0">
                  <a:pos x="T2" y="T3"/>
                </a:cxn>
                <a:cxn ang="0">
                  <a:pos x="T4" y="T5"/>
                </a:cxn>
                <a:cxn ang="0">
                  <a:pos x="T6" y="T7"/>
                </a:cxn>
                <a:cxn ang="0">
                  <a:pos x="T8" y="T9"/>
                </a:cxn>
                <a:cxn ang="0">
                  <a:pos x="T10" y="T11"/>
                </a:cxn>
              </a:cxnLst>
              <a:rect l="0" t="0" r="r" b="b"/>
              <a:pathLst>
                <a:path w="280" h="287">
                  <a:moveTo>
                    <a:pt x="280" y="65"/>
                  </a:moveTo>
                  <a:cubicBezTo>
                    <a:pt x="280" y="42"/>
                    <a:pt x="276" y="21"/>
                    <a:pt x="270" y="0"/>
                  </a:cubicBezTo>
                  <a:cubicBezTo>
                    <a:pt x="0" y="0"/>
                    <a:pt x="0" y="0"/>
                    <a:pt x="0" y="0"/>
                  </a:cubicBezTo>
                  <a:cubicBezTo>
                    <a:pt x="0" y="280"/>
                    <a:pt x="0" y="280"/>
                    <a:pt x="0" y="280"/>
                  </a:cubicBezTo>
                  <a:cubicBezTo>
                    <a:pt x="19" y="285"/>
                    <a:pt x="38" y="287"/>
                    <a:pt x="58" y="287"/>
                  </a:cubicBezTo>
                  <a:cubicBezTo>
                    <a:pt x="180" y="287"/>
                    <a:pt x="280" y="188"/>
                    <a:pt x="280" y="65"/>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20" name="Shapes">
              <a:extLst>
                <a:ext uri="{FF2B5EF4-FFF2-40B4-BE49-F238E27FC236}">
                  <a16:creationId xmlns:a16="http://schemas.microsoft.com/office/drawing/2014/main" id="{5B511E35-3690-4F90-97F0-5A671EC9CA8A}"/>
                </a:ext>
              </a:extLst>
            </p:cNvPr>
            <p:cNvSpPr>
              <a:spLocks noEditPoints="1"/>
            </p:cNvSpPr>
            <p:nvPr userDrawn="1"/>
          </p:nvSpPr>
          <p:spPr bwMode="auto">
            <a:xfrm>
              <a:off x="5858" y="1924"/>
              <a:ext cx="619" cy="714"/>
            </a:xfrm>
            <a:custGeom>
              <a:avLst/>
              <a:gdLst>
                <a:gd name="T0" fmla="*/ 0 w 619"/>
                <a:gd name="T1" fmla="*/ 714 h 714"/>
                <a:gd name="T2" fmla="*/ 0 w 619"/>
                <a:gd name="T3" fmla="*/ 0 h 714"/>
                <a:gd name="T4" fmla="*/ 619 w 619"/>
                <a:gd name="T5" fmla="*/ 358 h 714"/>
                <a:gd name="T6" fmla="*/ 0 w 619"/>
                <a:gd name="T7" fmla="*/ 714 h 714"/>
                <a:gd name="T8" fmla="*/ 20 w 619"/>
                <a:gd name="T9" fmla="*/ 33 h 714"/>
                <a:gd name="T10" fmla="*/ 20 w 619"/>
                <a:gd name="T11" fmla="*/ 680 h 714"/>
                <a:gd name="T12" fmla="*/ 581 w 619"/>
                <a:gd name="T13" fmla="*/ 358 h 714"/>
                <a:gd name="T14" fmla="*/ 20 w 619"/>
                <a:gd name="T15" fmla="*/ 33 h 7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9" h="714">
                  <a:moveTo>
                    <a:pt x="0" y="714"/>
                  </a:moveTo>
                  <a:lnTo>
                    <a:pt x="0" y="0"/>
                  </a:lnTo>
                  <a:lnTo>
                    <a:pt x="619" y="358"/>
                  </a:lnTo>
                  <a:lnTo>
                    <a:pt x="0" y="714"/>
                  </a:lnTo>
                  <a:close/>
                  <a:moveTo>
                    <a:pt x="20" y="33"/>
                  </a:moveTo>
                  <a:lnTo>
                    <a:pt x="20" y="680"/>
                  </a:lnTo>
                  <a:lnTo>
                    <a:pt x="581" y="358"/>
                  </a:lnTo>
                  <a:lnTo>
                    <a:pt x="20" y="33"/>
                  </a:lnTo>
                  <a:close/>
                </a:path>
              </a:pathLst>
            </a:custGeom>
            <a:solidFill>
              <a:srgbClr val="C7429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grpSp>
        <p:nvGrpSpPr>
          <p:cNvPr id="15" name="Deakin Logo" descr="Deakin Logo">
            <a:extLst>
              <a:ext uri="{FF2B5EF4-FFF2-40B4-BE49-F238E27FC236}">
                <a16:creationId xmlns:a16="http://schemas.microsoft.com/office/drawing/2014/main" id="{C666271D-B73E-40D3-A740-D4D097B57494}"/>
              </a:ext>
            </a:extLst>
          </p:cNvPr>
          <p:cNvGrpSpPr/>
          <p:nvPr userDrawn="1"/>
        </p:nvGrpSpPr>
        <p:grpSpPr>
          <a:xfrm>
            <a:off x="11339575" y="205549"/>
            <a:ext cx="651345" cy="652971"/>
            <a:chOff x="10928350" y="5591175"/>
            <a:chExt cx="1062560" cy="1065213"/>
          </a:xfrm>
        </p:grpSpPr>
        <p:sp>
          <p:nvSpPr>
            <p:cNvPr id="16" name="Logo">
              <a:extLst>
                <a:ext uri="{FF2B5EF4-FFF2-40B4-BE49-F238E27FC236}">
                  <a16:creationId xmlns:a16="http://schemas.microsoft.com/office/drawing/2014/main" id="{55E94B75-2BD5-4239-B4A6-E43603B017CE}"/>
                </a:ext>
              </a:extLst>
            </p:cNvPr>
            <p:cNvSpPr txBox="1">
              <a:spLocks noChangeAspect="1"/>
            </p:cNvSpPr>
            <p:nvPr userDrawn="1"/>
          </p:nvSpPr>
          <p:spPr>
            <a:xfrm>
              <a:off x="10928911" y="5592757"/>
              <a:ext cx="1061999" cy="1061999"/>
            </a:xfrm>
            <a:prstGeom prst="rect">
              <a:avLst/>
            </a:prstGeom>
            <a:blipFill dpi="0" rotWithShape="1">
              <a:blip r:embed="rId2" cstate="screen">
                <a:alphaModFix/>
                <a:extLst>
                  <a:ext uri="{28A0092B-C50C-407E-A947-70E740481C1C}">
                    <a14:useLocalDpi xmlns:a14="http://schemas.microsoft.com/office/drawing/2010/main"/>
                  </a:ext>
                </a:extLst>
              </a:blip>
              <a:srcRect/>
              <a:stretch>
                <a:fillRect/>
              </a:stretch>
            </a:blipFill>
          </p:spPr>
          <p:txBody>
            <a:bodyPr/>
            <a:lstStyle>
              <a:lvl1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2pPr>
              <a:lvl3pPr marL="0" indent="0" algn="l" defTabSz="914400" rtl="0" eaLnBrk="1" latinLnBrk="0" hangingPunct="1">
                <a:lnSpc>
                  <a:spcPct val="100000"/>
                </a:lnSpc>
                <a:spcBef>
                  <a:spcPts val="0"/>
                </a:spcBef>
                <a:buSzPct val="110000"/>
                <a:buFont typeface="Arial" panose="020B0604020202020204" pitchFamily="34" charset="0"/>
                <a:buNone/>
                <a:defRPr sz="200" kern="1200">
                  <a:solidFill>
                    <a:schemeClr val="bg1"/>
                  </a:solidFill>
                  <a:latin typeface="+mn-lt"/>
                  <a:ea typeface="+mn-ea"/>
                  <a:cs typeface="+mn-cs"/>
                </a:defRPr>
              </a:lvl3pPr>
              <a:lvl4pPr marL="0" indent="0" algn="l" defTabSz="914400" rtl="0" eaLnBrk="1" latinLnBrk="0" hangingPunct="1">
                <a:lnSpc>
                  <a:spcPct val="100000"/>
                </a:lnSpc>
                <a:spcBef>
                  <a:spcPts val="0"/>
                </a:spcBef>
                <a:buFont typeface="Calibri" panose="020F0502020204030204" pitchFamily="34" charset="0"/>
                <a:buNone/>
                <a:defRPr sz="200" kern="1200">
                  <a:solidFill>
                    <a:schemeClr val="bg1"/>
                  </a:solidFill>
                  <a:latin typeface="+mn-lt"/>
                  <a:ea typeface="+mn-ea"/>
                  <a:cs typeface="+mn-cs"/>
                </a:defRPr>
              </a:lvl4pPr>
              <a:lvl5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5pPr>
              <a:lvl6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6pPr>
              <a:lvl7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7pPr>
              <a:lvl8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8pPr>
              <a:lvl9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9pPr>
            </a:lstStyle>
            <a:p>
              <a:r>
                <a:rPr lang="en-US"/>
                <a:t>   </a:t>
              </a:r>
              <a:endParaRPr lang="en-AU" dirty="0"/>
            </a:p>
          </p:txBody>
        </p:sp>
        <p:sp>
          <p:nvSpPr>
            <p:cNvPr id="17" name="Logo">
              <a:extLst>
                <a:ext uri="{FF2B5EF4-FFF2-40B4-BE49-F238E27FC236}">
                  <a16:creationId xmlns:a16="http://schemas.microsoft.com/office/drawing/2014/main" id="{AB17E02E-3CF7-4695-AEEB-CD10F984E964}"/>
                </a:ext>
              </a:extLst>
            </p:cNvPr>
            <p:cNvSpPr>
              <a:spLocks noEditPoints="1"/>
            </p:cNvSpPr>
            <p:nvPr userDrawn="1"/>
          </p:nvSpPr>
          <p:spPr bwMode="auto">
            <a:xfrm>
              <a:off x="10928350" y="5591175"/>
              <a:ext cx="1062037" cy="1065213"/>
            </a:xfrm>
            <a:custGeom>
              <a:avLst/>
              <a:gdLst>
                <a:gd name="T0" fmla="*/ 3400 w 6806"/>
                <a:gd name="T1" fmla="*/ 85 h 6803"/>
                <a:gd name="T2" fmla="*/ 3400 w 6806"/>
                <a:gd name="T3" fmla="*/ 85 h 6803"/>
                <a:gd name="T4" fmla="*/ 6720 w 6806"/>
                <a:gd name="T5" fmla="*/ 3399 h 6803"/>
                <a:gd name="T6" fmla="*/ 3406 w 6806"/>
                <a:gd name="T7" fmla="*/ 6719 h 6803"/>
                <a:gd name="T8" fmla="*/ 3403 w 6806"/>
                <a:gd name="T9" fmla="*/ 6719 h 6803"/>
                <a:gd name="T10" fmla="*/ 86 w 6806"/>
                <a:gd name="T11" fmla="*/ 3405 h 6803"/>
                <a:gd name="T12" fmla="*/ 1055 w 6806"/>
                <a:gd name="T13" fmla="*/ 1058 h 6803"/>
                <a:gd name="T14" fmla="*/ 3400 w 6806"/>
                <a:gd name="T15" fmla="*/ 85 h 6803"/>
                <a:gd name="T16" fmla="*/ 3400 w 6806"/>
                <a:gd name="T17" fmla="*/ 0 h 6803"/>
                <a:gd name="T18" fmla="*/ 995 w 6806"/>
                <a:gd name="T19" fmla="*/ 999 h 6803"/>
                <a:gd name="T20" fmla="*/ 1 w 6806"/>
                <a:gd name="T21" fmla="*/ 3405 h 6803"/>
                <a:gd name="T22" fmla="*/ 3403 w 6806"/>
                <a:gd name="T23" fmla="*/ 6803 h 6803"/>
                <a:gd name="T24" fmla="*/ 3406 w 6806"/>
                <a:gd name="T25" fmla="*/ 6803 h 6803"/>
                <a:gd name="T26" fmla="*/ 6804 w 6806"/>
                <a:gd name="T27" fmla="*/ 3399 h 6803"/>
                <a:gd name="T28" fmla="*/ 3400 w 6806"/>
                <a:gd name="T29" fmla="*/ 0 h 68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806" h="6803">
                  <a:moveTo>
                    <a:pt x="3400" y="85"/>
                  </a:moveTo>
                  <a:cubicBezTo>
                    <a:pt x="3400" y="85"/>
                    <a:pt x="3400" y="85"/>
                    <a:pt x="3400" y="85"/>
                  </a:cubicBezTo>
                  <a:cubicBezTo>
                    <a:pt x="5229" y="85"/>
                    <a:pt x="6718" y="1571"/>
                    <a:pt x="6720" y="3399"/>
                  </a:cubicBezTo>
                  <a:cubicBezTo>
                    <a:pt x="6722" y="5228"/>
                    <a:pt x="5235" y="6717"/>
                    <a:pt x="3406" y="6719"/>
                  </a:cubicBezTo>
                  <a:cubicBezTo>
                    <a:pt x="3403" y="6719"/>
                    <a:pt x="3403" y="6719"/>
                    <a:pt x="3403" y="6719"/>
                  </a:cubicBezTo>
                  <a:cubicBezTo>
                    <a:pt x="1575" y="6719"/>
                    <a:pt x="87" y="5232"/>
                    <a:pt x="86" y="3405"/>
                  </a:cubicBezTo>
                  <a:cubicBezTo>
                    <a:pt x="85" y="2519"/>
                    <a:pt x="429" y="1685"/>
                    <a:pt x="1055" y="1058"/>
                  </a:cubicBezTo>
                  <a:cubicBezTo>
                    <a:pt x="1681" y="431"/>
                    <a:pt x="2514" y="85"/>
                    <a:pt x="3400" y="85"/>
                  </a:cubicBezTo>
                  <a:moveTo>
                    <a:pt x="3400" y="0"/>
                  </a:moveTo>
                  <a:cubicBezTo>
                    <a:pt x="2491" y="1"/>
                    <a:pt x="1637" y="355"/>
                    <a:pt x="995" y="999"/>
                  </a:cubicBezTo>
                  <a:cubicBezTo>
                    <a:pt x="354" y="1642"/>
                    <a:pt x="0" y="2496"/>
                    <a:pt x="1" y="3405"/>
                  </a:cubicBezTo>
                  <a:cubicBezTo>
                    <a:pt x="3" y="5279"/>
                    <a:pt x="1529" y="6803"/>
                    <a:pt x="3403" y="6803"/>
                  </a:cubicBezTo>
                  <a:cubicBezTo>
                    <a:pt x="3406" y="6803"/>
                    <a:pt x="3406" y="6803"/>
                    <a:pt x="3406" y="6803"/>
                  </a:cubicBezTo>
                  <a:cubicBezTo>
                    <a:pt x="5281" y="6802"/>
                    <a:pt x="6806" y="5274"/>
                    <a:pt x="6804" y="3399"/>
                  </a:cubicBezTo>
                  <a:cubicBezTo>
                    <a:pt x="6803" y="1525"/>
                    <a:pt x="5277" y="0"/>
                    <a:pt x="340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sp>
        <p:nvSpPr>
          <p:cNvPr id="7" name="Slide Number">
            <a:extLst>
              <a:ext uri="{FF2B5EF4-FFF2-40B4-BE49-F238E27FC236}">
                <a16:creationId xmlns:a16="http://schemas.microsoft.com/office/drawing/2014/main" id="{A61F40BF-036E-4B47-9EA2-B3AC85A1DEF0}"/>
              </a:ext>
            </a:extLst>
          </p:cNvPr>
          <p:cNvSpPr>
            <a:spLocks noGrp="1"/>
          </p:cNvSpPr>
          <p:nvPr>
            <p:ph type="sldNum" sz="quarter" idx="17"/>
          </p:nvPr>
        </p:nvSpPr>
        <p:spPr/>
        <p:txBody>
          <a:bodyPr/>
          <a:lstStyle/>
          <a:p>
            <a:fld id="{F5AEA0E0-5CC6-4BD0-905C-A0021E419432}" type="slidenum">
              <a:rPr lang="en-GB" smtClean="0"/>
              <a:pPr/>
              <a:t>‹#›</a:t>
            </a:fld>
            <a:endParaRPr lang="en-GB" dirty="0"/>
          </a:p>
        </p:txBody>
      </p:sp>
      <p:sp>
        <p:nvSpPr>
          <p:cNvPr id="2" name="Date">
            <a:extLst>
              <a:ext uri="{FF2B5EF4-FFF2-40B4-BE49-F238E27FC236}">
                <a16:creationId xmlns:a16="http://schemas.microsoft.com/office/drawing/2014/main" id="{CDCFCFFB-D6E8-4273-9F98-40AFB102AA39}"/>
              </a:ext>
            </a:extLst>
          </p:cNvPr>
          <p:cNvSpPr>
            <a:spLocks noGrp="1"/>
          </p:cNvSpPr>
          <p:nvPr>
            <p:ph type="dt" sz="half" idx="15"/>
          </p:nvPr>
        </p:nvSpPr>
        <p:spPr/>
        <p:txBody>
          <a:bodyPr/>
          <a:lstStyle/>
          <a:p>
            <a:endParaRPr lang="en-GB" dirty="0"/>
          </a:p>
        </p:txBody>
      </p:sp>
      <p:sp>
        <p:nvSpPr>
          <p:cNvPr id="6" name="Footer/CRICOS">
            <a:extLst>
              <a:ext uri="{FF2B5EF4-FFF2-40B4-BE49-F238E27FC236}">
                <a16:creationId xmlns:a16="http://schemas.microsoft.com/office/drawing/2014/main" id="{BF7FE968-D3D0-451D-80D3-77D7AFE37A4D}"/>
              </a:ext>
            </a:extLst>
          </p:cNvPr>
          <p:cNvSpPr>
            <a:spLocks noGrp="1"/>
          </p:cNvSpPr>
          <p:nvPr>
            <p:ph type="ftr" sz="quarter" idx="16"/>
          </p:nvPr>
        </p:nvSpPr>
        <p:spPr/>
        <p:txBody>
          <a:bodyPr/>
          <a:lstStyle/>
          <a:p>
            <a:r>
              <a:rPr lang="en-AU"/>
              <a:t>Deakin University CRICOS Provider Code: 00113B</a:t>
            </a:r>
            <a:endParaRPr lang="en-GB" dirty="0"/>
          </a:p>
        </p:txBody>
      </p:sp>
    </p:spTree>
    <p:extLst>
      <p:ext uri="{BB962C8B-B14F-4D97-AF65-F5344CB8AC3E}">
        <p14:creationId xmlns:p14="http://schemas.microsoft.com/office/powerpoint/2010/main" val="22790381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Pull-out Tex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solidFill>
                  <a:schemeClr val="tx1"/>
                </a:solidFill>
              </a:defRPr>
            </a:lvl1pPr>
          </a:lstStyle>
          <a:p>
            <a:r>
              <a:rPr lang="en-US" dirty="0"/>
              <a:t>Click to add title</a:t>
            </a:r>
            <a:endParaRPr lang="en-GB" dirty="0"/>
          </a:p>
        </p:txBody>
      </p:sp>
      <p:sp>
        <p:nvSpPr>
          <p:cNvPr id="20" name="Pull-out body copy text" descr="Pull-Out Quote Shape">
            <a:extLst>
              <a:ext uri="{FF2B5EF4-FFF2-40B4-BE49-F238E27FC236}">
                <a16:creationId xmlns:a16="http://schemas.microsoft.com/office/drawing/2014/main" id="{B7538734-08FE-4AEA-8C4B-1B9FD40865F2}"/>
              </a:ext>
            </a:extLst>
          </p:cNvPr>
          <p:cNvSpPr>
            <a:spLocks noGrp="1"/>
          </p:cNvSpPr>
          <p:nvPr>
            <p:ph type="body" sz="quarter" idx="14" hasCustomPrompt="1"/>
          </p:nvPr>
        </p:nvSpPr>
        <p:spPr>
          <a:xfrm>
            <a:off x="7172323" y="1276415"/>
            <a:ext cx="4744800" cy="4744800"/>
          </a:xfrm>
          <a:custGeom>
            <a:avLst/>
            <a:gdLst>
              <a:gd name="connsiteX0" fmla="*/ 2372400 w 4744800"/>
              <a:gd name="connsiteY0" fmla="*/ 0 h 4744800"/>
              <a:gd name="connsiteX1" fmla="*/ 4744800 w 4744800"/>
              <a:gd name="connsiteY1" fmla="*/ 2372400 h 4744800"/>
              <a:gd name="connsiteX2" fmla="*/ 2372400 w 4744800"/>
              <a:gd name="connsiteY2" fmla="*/ 4744800 h 4744800"/>
              <a:gd name="connsiteX3" fmla="*/ 0 w 4744800"/>
              <a:gd name="connsiteY3" fmla="*/ 2372400 h 4744800"/>
              <a:gd name="connsiteX4" fmla="*/ 2372400 w 4744800"/>
              <a:gd name="connsiteY4" fmla="*/ 0 h 4744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44800" h="4744800">
                <a:moveTo>
                  <a:pt x="2372400" y="0"/>
                </a:moveTo>
                <a:cubicBezTo>
                  <a:pt x="3682640" y="0"/>
                  <a:pt x="4744800" y="1062160"/>
                  <a:pt x="4744800" y="2372400"/>
                </a:cubicBezTo>
                <a:cubicBezTo>
                  <a:pt x="4744800" y="3682640"/>
                  <a:pt x="3682640" y="4744800"/>
                  <a:pt x="2372400" y="4744800"/>
                </a:cubicBezTo>
                <a:cubicBezTo>
                  <a:pt x="1062160" y="4744800"/>
                  <a:pt x="0" y="3682640"/>
                  <a:pt x="0" y="2372400"/>
                </a:cubicBezTo>
                <a:cubicBezTo>
                  <a:pt x="0" y="1062160"/>
                  <a:pt x="1062160" y="0"/>
                  <a:pt x="2372400" y="0"/>
                </a:cubicBezTo>
                <a:close/>
              </a:path>
            </a:pathLst>
          </a:custGeom>
          <a:solidFill>
            <a:schemeClr val="accent1"/>
          </a:solidFill>
        </p:spPr>
        <p:txBody>
          <a:bodyPr wrap="square" lIns="108000" tIns="144000" rIns="108000" bIns="144000" anchor="ctr">
            <a:noAutofit/>
          </a:bodyPr>
          <a:lstStyle>
            <a:lvl1pPr algn="ctr">
              <a:spcBef>
                <a:spcPts val="0"/>
              </a:spcBef>
              <a:spcAft>
                <a:spcPts val="0"/>
              </a:spcAft>
              <a:defRPr sz="3000" b="1">
                <a:solidFill>
                  <a:schemeClr val="bg1"/>
                </a:solidFill>
              </a:defRPr>
            </a:lvl1pPr>
            <a:lvl2pPr algn="ctr">
              <a:defRPr sz="2400">
                <a:solidFill>
                  <a:schemeClr val="bg1"/>
                </a:solidFill>
                <a:latin typeface="Calibri Light" panose="020F0302020204030204" pitchFamily="34" charset="0"/>
                <a:cs typeface="Calibri Light" panose="020F0302020204030204" pitchFamily="34" charset="0"/>
              </a:defRPr>
            </a:lvl2pPr>
            <a:lvl3pPr marL="0" indent="0" algn="ctr">
              <a:buNone/>
              <a:defRPr sz="2400">
                <a:solidFill>
                  <a:schemeClr val="bg1"/>
                </a:solidFill>
                <a:latin typeface="Calibri Light" panose="020F0302020204030204" pitchFamily="34" charset="0"/>
                <a:cs typeface="Calibri Light" panose="020F0302020204030204" pitchFamily="34" charset="0"/>
              </a:defRPr>
            </a:lvl3pPr>
            <a:lvl4pPr marL="0" indent="0" algn="ctr">
              <a:buNone/>
              <a:defRPr sz="2400">
                <a:solidFill>
                  <a:schemeClr val="bg1"/>
                </a:solidFill>
                <a:latin typeface="Calibri Light" panose="020F0302020204030204" pitchFamily="34" charset="0"/>
                <a:cs typeface="Calibri Light" panose="020F0302020204030204" pitchFamily="34" charset="0"/>
              </a:defRPr>
            </a:lvl4pPr>
            <a:lvl5pPr marL="0" algn="ctr">
              <a:defRPr sz="2400">
                <a:solidFill>
                  <a:schemeClr val="bg1"/>
                </a:solidFill>
                <a:latin typeface="Calibri Light" panose="020F0302020204030204" pitchFamily="34" charset="0"/>
                <a:cs typeface="Calibri Light" panose="020F0302020204030204" pitchFamily="34" charset="0"/>
              </a:defRPr>
            </a:lvl5pPr>
            <a:lvl6pPr algn="ctr">
              <a:defRPr sz="2400">
                <a:solidFill>
                  <a:schemeClr val="bg1"/>
                </a:solidFill>
                <a:latin typeface="Calibri Light" panose="020F0302020204030204" pitchFamily="34" charset="0"/>
                <a:cs typeface="Calibri Light" panose="020F0302020204030204" pitchFamily="34" charset="0"/>
              </a:defRPr>
            </a:lvl6pPr>
            <a:lvl7pPr algn="ctr">
              <a:defRPr sz="2400">
                <a:solidFill>
                  <a:schemeClr val="bg1"/>
                </a:solidFill>
                <a:latin typeface="Calibri Light" panose="020F0302020204030204" pitchFamily="34" charset="0"/>
                <a:cs typeface="Calibri Light" panose="020F0302020204030204" pitchFamily="34" charset="0"/>
              </a:defRPr>
            </a:lvl7pPr>
            <a:lvl8pPr algn="ctr">
              <a:defRPr sz="2400">
                <a:solidFill>
                  <a:schemeClr val="bg1"/>
                </a:solidFill>
                <a:latin typeface="Calibri Light" panose="020F0302020204030204" pitchFamily="34" charset="0"/>
                <a:cs typeface="Calibri Light" panose="020F0302020204030204" pitchFamily="34" charset="0"/>
              </a:defRPr>
            </a:lvl8pPr>
            <a:lvl9pPr algn="ctr">
              <a:defRPr sz="2400">
                <a:solidFill>
                  <a:schemeClr val="bg1"/>
                </a:solidFill>
                <a:latin typeface="Calibri Light" panose="020F0302020204030204" pitchFamily="34" charset="0"/>
                <a:cs typeface="Calibri Light" panose="020F0302020204030204" pitchFamily="34" charset="0"/>
              </a:defRPr>
            </a:lvl9pPr>
          </a:lstStyle>
          <a:p>
            <a:pPr lvl="0"/>
            <a:r>
              <a:rPr lang="en-US" dirty="0"/>
              <a:t>Pull-out copy</a:t>
            </a:r>
          </a:p>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endParaRPr lang="en-AU" dirty="0"/>
          </a:p>
        </p:txBody>
      </p:sp>
      <p:sp>
        <p:nvSpPr>
          <p:cNvPr id="16" name="Picture Placeholder" descr="Image Placeholder">
            <a:extLst>
              <a:ext uri="{FF2B5EF4-FFF2-40B4-BE49-F238E27FC236}">
                <a16:creationId xmlns:a16="http://schemas.microsoft.com/office/drawing/2014/main" id="{0FCE13B1-D79A-444F-B333-38B89203CDC6}"/>
              </a:ext>
            </a:extLst>
          </p:cNvPr>
          <p:cNvSpPr>
            <a:spLocks noGrp="1"/>
          </p:cNvSpPr>
          <p:nvPr>
            <p:ph type="pic" sz="quarter" idx="13" hasCustomPrompt="1"/>
          </p:nvPr>
        </p:nvSpPr>
        <p:spPr>
          <a:xfrm>
            <a:off x="0" y="1168527"/>
            <a:ext cx="6914081" cy="5040000"/>
          </a:xfrm>
          <a:custGeom>
            <a:avLst/>
            <a:gdLst>
              <a:gd name="connsiteX0" fmla="*/ 0 w 6914081"/>
              <a:gd name="connsiteY0" fmla="*/ 0 h 5040000"/>
              <a:gd name="connsiteX1" fmla="*/ 1718132 w 6914081"/>
              <a:gd name="connsiteY1" fmla="*/ 0 h 5040000"/>
              <a:gd name="connsiteX2" fmla="*/ 1849535 w 6914081"/>
              <a:gd name="connsiteY2" fmla="*/ 0 h 5040000"/>
              <a:gd name="connsiteX3" fmla="*/ 1961211 w 6914081"/>
              <a:gd name="connsiteY3" fmla="*/ 0 h 5040000"/>
              <a:gd name="connsiteX4" fmla="*/ 4393721 w 6914081"/>
              <a:gd name="connsiteY4" fmla="*/ 0 h 5040000"/>
              <a:gd name="connsiteX5" fmla="*/ 6914081 w 6914081"/>
              <a:gd name="connsiteY5" fmla="*/ 2520000 h 5040000"/>
              <a:gd name="connsiteX6" fmla="*/ 4393721 w 6914081"/>
              <a:gd name="connsiteY6" fmla="*/ 5040000 h 5040000"/>
              <a:gd name="connsiteX7" fmla="*/ 1859227 w 6914081"/>
              <a:gd name="connsiteY7" fmla="*/ 5040000 h 5040000"/>
              <a:gd name="connsiteX8" fmla="*/ 1849535 w 6914081"/>
              <a:gd name="connsiteY8" fmla="*/ 5040000 h 5040000"/>
              <a:gd name="connsiteX9" fmla="*/ 1799784 w 6914081"/>
              <a:gd name="connsiteY9" fmla="*/ 5040000 h 5040000"/>
              <a:gd name="connsiteX10" fmla="*/ 1718132 w 6914081"/>
              <a:gd name="connsiteY10" fmla="*/ 5040000 h 5040000"/>
              <a:gd name="connsiteX11" fmla="*/ 0 w 6914081"/>
              <a:gd name="connsiteY11" fmla="*/ 5040000 h 504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914081" h="5040000">
                <a:moveTo>
                  <a:pt x="0" y="0"/>
                </a:moveTo>
                <a:lnTo>
                  <a:pt x="1718132" y="0"/>
                </a:lnTo>
                <a:lnTo>
                  <a:pt x="1849535" y="0"/>
                </a:lnTo>
                <a:lnTo>
                  <a:pt x="1961211" y="0"/>
                </a:lnTo>
                <a:cubicBezTo>
                  <a:pt x="4393721" y="0"/>
                  <a:pt x="4393721" y="0"/>
                  <a:pt x="4393721" y="0"/>
                </a:cubicBezTo>
                <a:cubicBezTo>
                  <a:pt x="5785141" y="0"/>
                  <a:pt x="6914081" y="1128780"/>
                  <a:pt x="6914081" y="2520000"/>
                </a:cubicBezTo>
                <a:cubicBezTo>
                  <a:pt x="6914081" y="3911221"/>
                  <a:pt x="5785141" y="5040000"/>
                  <a:pt x="4393721" y="5040000"/>
                </a:cubicBezTo>
                <a:cubicBezTo>
                  <a:pt x="2721478" y="5040000"/>
                  <a:pt x="2094386" y="5040000"/>
                  <a:pt x="1859227" y="5040000"/>
                </a:cubicBezTo>
                <a:lnTo>
                  <a:pt x="1849535" y="5040000"/>
                </a:lnTo>
                <a:lnTo>
                  <a:pt x="1799784" y="5040000"/>
                </a:lnTo>
                <a:cubicBezTo>
                  <a:pt x="1718132" y="5040000"/>
                  <a:pt x="1718132" y="5040000"/>
                  <a:pt x="1718132" y="5040000"/>
                </a:cubicBezTo>
                <a:lnTo>
                  <a:pt x="0" y="5040000"/>
                </a:lnTo>
                <a:close/>
              </a:path>
            </a:pathLst>
          </a:custGeom>
          <a:solidFill>
            <a:schemeClr val="bg1">
              <a:lumMod val="75000"/>
            </a:schemeClr>
          </a:solidFill>
        </p:spPr>
        <p:txBody>
          <a:bodyPr wrap="square" lIns="144000" tIns="144000">
            <a:noAutofit/>
          </a:bodyPr>
          <a:lstStyle>
            <a:lvl1pPr>
              <a:defRPr sz="1400">
                <a:solidFill>
                  <a:schemeClr val="bg1"/>
                </a:solidFill>
              </a:defRPr>
            </a:lvl1pPr>
          </a:lstStyle>
          <a:p>
            <a:r>
              <a:rPr lang="en-AU" sz="1400" dirty="0"/>
              <a:t>Click Icon to Add Image</a:t>
            </a:r>
            <a:endParaRPr lang="en-AU" dirty="0"/>
          </a:p>
        </p:txBody>
      </p:sp>
      <p:grpSp>
        <p:nvGrpSpPr>
          <p:cNvPr id="7" name="Deakin Logo" descr="Deakin Logo">
            <a:extLst>
              <a:ext uri="{FF2B5EF4-FFF2-40B4-BE49-F238E27FC236}">
                <a16:creationId xmlns:a16="http://schemas.microsoft.com/office/drawing/2014/main" id="{C6C220E7-CF4D-42E3-BD00-DA74E54897BF}"/>
              </a:ext>
            </a:extLst>
          </p:cNvPr>
          <p:cNvGrpSpPr/>
          <p:nvPr userDrawn="1"/>
        </p:nvGrpSpPr>
        <p:grpSpPr>
          <a:xfrm>
            <a:off x="10928350" y="5589545"/>
            <a:ext cx="1062566" cy="1065213"/>
            <a:chOff x="10928350" y="5591175"/>
            <a:chExt cx="1062566" cy="1065213"/>
          </a:xfrm>
        </p:grpSpPr>
        <p:sp>
          <p:nvSpPr>
            <p:cNvPr id="8" name="Logo">
              <a:extLst>
                <a:ext uri="{FF2B5EF4-FFF2-40B4-BE49-F238E27FC236}">
                  <a16:creationId xmlns:a16="http://schemas.microsoft.com/office/drawing/2014/main" id="{5993699A-7443-40CA-9240-B436BDA493CB}"/>
                </a:ext>
              </a:extLst>
            </p:cNvPr>
            <p:cNvSpPr txBox="1">
              <a:spLocks noChangeAspect="1"/>
            </p:cNvSpPr>
            <p:nvPr userDrawn="1"/>
          </p:nvSpPr>
          <p:spPr>
            <a:xfrm>
              <a:off x="10928916" y="5592758"/>
              <a:ext cx="1062000" cy="1062000"/>
            </a:xfrm>
            <a:prstGeom prst="rect">
              <a:avLst/>
            </a:prstGeom>
            <a:blipFill dpi="0" rotWithShape="1">
              <a:blip r:embed="rId2" cstate="screen">
                <a:extLst>
                  <a:ext uri="{28A0092B-C50C-407E-A947-70E740481C1C}">
                    <a14:useLocalDpi xmlns:a14="http://schemas.microsoft.com/office/drawing/2010/main"/>
                  </a:ext>
                </a:extLst>
              </a:blip>
              <a:srcRect/>
              <a:stretch>
                <a:fillRect/>
              </a:stretch>
            </a:blipFill>
          </p:spPr>
          <p:txBody>
            <a:bodyPr/>
            <a:lstStyle>
              <a:lvl1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2pPr>
              <a:lvl3pPr marL="0" indent="0" algn="l" defTabSz="914400" rtl="0" eaLnBrk="1" latinLnBrk="0" hangingPunct="1">
                <a:lnSpc>
                  <a:spcPct val="100000"/>
                </a:lnSpc>
                <a:spcBef>
                  <a:spcPts val="0"/>
                </a:spcBef>
                <a:buSzPct val="110000"/>
                <a:buFont typeface="Arial" panose="020B0604020202020204" pitchFamily="34" charset="0"/>
                <a:buNone/>
                <a:defRPr sz="200" kern="1200">
                  <a:solidFill>
                    <a:schemeClr val="bg1"/>
                  </a:solidFill>
                  <a:latin typeface="+mn-lt"/>
                  <a:ea typeface="+mn-ea"/>
                  <a:cs typeface="+mn-cs"/>
                </a:defRPr>
              </a:lvl3pPr>
              <a:lvl4pPr marL="0" indent="0" algn="l" defTabSz="914400" rtl="0" eaLnBrk="1" latinLnBrk="0" hangingPunct="1">
                <a:lnSpc>
                  <a:spcPct val="100000"/>
                </a:lnSpc>
                <a:spcBef>
                  <a:spcPts val="0"/>
                </a:spcBef>
                <a:buFont typeface="Calibri" panose="020F0502020204030204" pitchFamily="34" charset="0"/>
                <a:buNone/>
                <a:defRPr sz="200" kern="1200">
                  <a:solidFill>
                    <a:schemeClr val="bg1"/>
                  </a:solidFill>
                  <a:latin typeface="+mn-lt"/>
                  <a:ea typeface="+mn-ea"/>
                  <a:cs typeface="+mn-cs"/>
                </a:defRPr>
              </a:lvl4pPr>
              <a:lvl5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5pPr>
              <a:lvl6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6pPr>
              <a:lvl7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7pPr>
              <a:lvl8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8pPr>
              <a:lvl9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9pPr>
            </a:lstStyle>
            <a:p>
              <a:r>
                <a:rPr lang="en-US"/>
                <a:t>   </a:t>
              </a:r>
              <a:endParaRPr lang="en-AU" dirty="0"/>
            </a:p>
          </p:txBody>
        </p:sp>
        <p:sp>
          <p:nvSpPr>
            <p:cNvPr id="9" name="Logo">
              <a:extLst>
                <a:ext uri="{FF2B5EF4-FFF2-40B4-BE49-F238E27FC236}">
                  <a16:creationId xmlns:a16="http://schemas.microsoft.com/office/drawing/2014/main" id="{5CFBE4F2-3A6B-4A6A-B942-FE41CF7D718A}"/>
                </a:ext>
              </a:extLst>
            </p:cNvPr>
            <p:cNvSpPr>
              <a:spLocks noEditPoints="1"/>
            </p:cNvSpPr>
            <p:nvPr userDrawn="1"/>
          </p:nvSpPr>
          <p:spPr bwMode="auto">
            <a:xfrm>
              <a:off x="10928350" y="5591175"/>
              <a:ext cx="1062038" cy="1065213"/>
            </a:xfrm>
            <a:custGeom>
              <a:avLst/>
              <a:gdLst>
                <a:gd name="T0" fmla="*/ 3400 w 6806"/>
                <a:gd name="T1" fmla="*/ 85 h 6803"/>
                <a:gd name="T2" fmla="*/ 3400 w 6806"/>
                <a:gd name="T3" fmla="*/ 85 h 6803"/>
                <a:gd name="T4" fmla="*/ 6720 w 6806"/>
                <a:gd name="T5" fmla="*/ 3399 h 6803"/>
                <a:gd name="T6" fmla="*/ 3406 w 6806"/>
                <a:gd name="T7" fmla="*/ 6719 h 6803"/>
                <a:gd name="T8" fmla="*/ 3403 w 6806"/>
                <a:gd name="T9" fmla="*/ 6719 h 6803"/>
                <a:gd name="T10" fmla="*/ 86 w 6806"/>
                <a:gd name="T11" fmla="*/ 3405 h 6803"/>
                <a:gd name="T12" fmla="*/ 1055 w 6806"/>
                <a:gd name="T13" fmla="*/ 1058 h 6803"/>
                <a:gd name="T14" fmla="*/ 3400 w 6806"/>
                <a:gd name="T15" fmla="*/ 85 h 6803"/>
                <a:gd name="T16" fmla="*/ 3400 w 6806"/>
                <a:gd name="T17" fmla="*/ 0 h 6803"/>
                <a:gd name="T18" fmla="*/ 995 w 6806"/>
                <a:gd name="T19" fmla="*/ 999 h 6803"/>
                <a:gd name="T20" fmla="*/ 1 w 6806"/>
                <a:gd name="T21" fmla="*/ 3405 h 6803"/>
                <a:gd name="T22" fmla="*/ 3403 w 6806"/>
                <a:gd name="T23" fmla="*/ 6803 h 6803"/>
                <a:gd name="T24" fmla="*/ 3406 w 6806"/>
                <a:gd name="T25" fmla="*/ 6803 h 6803"/>
                <a:gd name="T26" fmla="*/ 6804 w 6806"/>
                <a:gd name="T27" fmla="*/ 3399 h 6803"/>
                <a:gd name="T28" fmla="*/ 3400 w 6806"/>
                <a:gd name="T29" fmla="*/ 0 h 68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806" h="6803">
                  <a:moveTo>
                    <a:pt x="3400" y="85"/>
                  </a:moveTo>
                  <a:cubicBezTo>
                    <a:pt x="3400" y="85"/>
                    <a:pt x="3400" y="85"/>
                    <a:pt x="3400" y="85"/>
                  </a:cubicBezTo>
                  <a:cubicBezTo>
                    <a:pt x="5229" y="85"/>
                    <a:pt x="6718" y="1571"/>
                    <a:pt x="6720" y="3399"/>
                  </a:cubicBezTo>
                  <a:cubicBezTo>
                    <a:pt x="6722" y="5228"/>
                    <a:pt x="5235" y="6717"/>
                    <a:pt x="3406" y="6719"/>
                  </a:cubicBezTo>
                  <a:cubicBezTo>
                    <a:pt x="3403" y="6719"/>
                    <a:pt x="3403" y="6719"/>
                    <a:pt x="3403" y="6719"/>
                  </a:cubicBezTo>
                  <a:cubicBezTo>
                    <a:pt x="1575" y="6719"/>
                    <a:pt x="87" y="5232"/>
                    <a:pt x="86" y="3405"/>
                  </a:cubicBezTo>
                  <a:cubicBezTo>
                    <a:pt x="85" y="2519"/>
                    <a:pt x="429" y="1685"/>
                    <a:pt x="1055" y="1058"/>
                  </a:cubicBezTo>
                  <a:cubicBezTo>
                    <a:pt x="1681" y="431"/>
                    <a:pt x="2514" y="85"/>
                    <a:pt x="3400" y="85"/>
                  </a:cubicBezTo>
                  <a:moveTo>
                    <a:pt x="3400" y="0"/>
                  </a:moveTo>
                  <a:cubicBezTo>
                    <a:pt x="2491" y="1"/>
                    <a:pt x="1637" y="355"/>
                    <a:pt x="995" y="999"/>
                  </a:cubicBezTo>
                  <a:cubicBezTo>
                    <a:pt x="354" y="1642"/>
                    <a:pt x="0" y="2496"/>
                    <a:pt x="1" y="3405"/>
                  </a:cubicBezTo>
                  <a:cubicBezTo>
                    <a:pt x="3" y="5279"/>
                    <a:pt x="1529" y="6803"/>
                    <a:pt x="3403" y="6803"/>
                  </a:cubicBezTo>
                  <a:cubicBezTo>
                    <a:pt x="3406" y="6803"/>
                    <a:pt x="3406" y="6803"/>
                    <a:pt x="3406" y="6803"/>
                  </a:cubicBezTo>
                  <a:cubicBezTo>
                    <a:pt x="5281" y="6802"/>
                    <a:pt x="6806" y="5274"/>
                    <a:pt x="6804" y="3399"/>
                  </a:cubicBezTo>
                  <a:cubicBezTo>
                    <a:pt x="6803" y="1525"/>
                    <a:pt x="5277" y="0"/>
                    <a:pt x="340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sp>
        <p:nvSpPr>
          <p:cNvPr id="11" name="Slide Number">
            <a:extLst>
              <a:ext uri="{FF2B5EF4-FFF2-40B4-BE49-F238E27FC236}">
                <a16:creationId xmlns:a16="http://schemas.microsoft.com/office/drawing/2014/main" id="{6894CA7D-4B1E-4994-B85C-62F364F0E88F}"/>
              </a:ext>
            </a:extLst>
          </p:cNvPr>
          <p:cNvSpPr>
            <a:spLocks noGrp="1"/>
          </p:cNvSpPr>
          <p:nvPr>
            <p:ph type="sldNum" sz="quarter" idx="17"/>
          </p:nvPr>
        </p:nvSpPr>
        <p:spPr/>
        <p:txBody>
          <a:bodyPr/>
          <a:lstStyle/>
          <a:p>
            <a:fld id="{F5AEA0E0-5CC6-4BD0-905C-A0021E419432}" type="slidenum">
              <a:rPr lang="en-GB" smtClean="0"/>
              <a:pPr/>
              <a:t>‹#›</a:t>
            </a:fld>
            <a:endParaRPr lang="en-GB" dirty="0"/>
          </a:p>
        </p:txBody>
      </p:sp>
      <p:sp>
        <p:nvSpPr>
          <p:cNvPr id="6" name="Date">
            <a:extLst>
              <a:ext uri="{FF2B5EF4-FFF2-40B4-BE49-F238E27FC236}">
                <a16:creationId xmlns:a16="http://schemas.microsoft.com/office/drawing/2014/main" id="{3C37E72A-40F5-4D33-B9FA-59AF132E4CEE}"/>
              </a:ext>
            </a:extLst>
          </p:cNvPr>
          <p:cNvSpPr>
            <a:spLocks noGrp="1"/>
          </p:cNvSpPr>
          <p:nvPr>
            <p:ph type="dt" sz="half" idx="15"/>
          </p:nvPr>
        </p:nvSpPr>
        <p:spPr/>
        <p:txBody>
          <a:bodyPr/>
          <a:lstStyle/>
          <a:p>
            <a:endParaRPr lang="en-GB" dirty="0"/>
          </a:p>
        </p:txBody>
      </p:sp>
      <p:sp>
        <p:nvSpPr>
          <p:cNvPr id="10" name="Footer/CRICOS">
            <a:extLst>
              <a:ext uri="{FF2B5EF4-FFF2-40B4-BE49-F238E27FC236}">
                <a16:creationId xmlns:a16="http://schemas.microsoft.com/office/drawing/2014/main" id="{1849B2CF-B578-4DF6-A7E8-8B3C65C202FD}"/>
              </a:ext>
            </a:extLst>
          </p:cNvPr>
          <p:cNvSpPr>
            <a:spLocks noGrp="1"/>
          </p:cNvSpPr>
          <p:nvPr>
            <p:ph type="ftr" sz="quarter" idx="16"/>
          </p:nvPr>
        </p:nvSpPr>
        <p:spPr/>
        <p:txBody>
          <a:bodyPr/>
          <a:lstStyle/>
          <a:p>
            <a:r>
              <a:rPr lang="en-AU"/>
              <a:t>Deakin University CRICOS Provider Code: 00113B</a:t>
            </a:r>
            <a:endParaRPr lang="en-GB" dirty="0"/>
          </a:p>
        </p:txBody>
      </p:sp>
    </p:spTree>
    <p:extLst>
      <p:ext uri="{BB962C8B-B14F-4D97-AF65-F5344CB8AC3E}">
        <p14:creationId xmlns:p14="http://schemas.microsoft.com/office/powerpoint/2010/main" val="223952176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Quote A">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solidFill>
                  <a:schemeClr val="tx1"/>
                </a:solidFill>
              </a:defRPr>
            </a:lvl1pPr>
          </a:lstStyle>
          <a:p>
            <a:r>
              <a:rPr lang="en-US" dirty="0"/>
              <a:t>Click to add title</a:t>
            </a:r>
            <a:endParaRPr lang="en-GB" dirty="0"/>
          </a:p>
        </p:txBody>
      </p:sp>
      <p:sp>
        <p:nvSpPr>
          <p:cNvPr id="10" name="Body copy text">
            <a:extLst>
              <a:ext uri="{FF2B5EF4-FFF2-40B4-BE49-F238E27FC236}">
                <a16:creationId xmlns:a16="http://schemas.microsoft.com/office/drawing/2014/main" id="{7A440D47-120F-417D-B465-94954774363E}"/>
              </a:ext>
            </a:extLst>
          </p:cNvPr>
          <p:cNvSpPr>
            <a:spLocks noGrp="1"/>
          </p:cNvSpPr>
          <p:nvPr>
            <p:ph type="body" sz="quarter" idx="13" hasCustomPrompt="1"/>
          </p:nvPr>
        </p:nvSpPr>
        <p:spPr>
          <a:xfrm>
            <a:off x="438150" y="1403350"/>
            <a:ext cx="6067425" cy="4792663"/>
          </a:xfrm>
        </p:spPr>
        <p:txBody>
          <a:bodyPr/>
          <a:lstStyle>
            <a:lvl1pPr>
              <a:spcBef>
                <a:spcPts val="0"/>
              </a:spcBef>
              <a:spcAft>
                <a:spcPts val="400"/>
              </a:spcAft>
              <a:defRPr/>
            </a:lvl1pPr>
            <a:lvl2pPr>
              <a:spcAft>
                <a:spcPts val="600"/>
              </a:spcAft>
              <a:defRPr sz="2000"/>
            </a:lvl2pPr>
            <a:lvl3pPr marL="0" indent="0">
              <a:buNone/>
              <a:defRPr>
                <a:latin typeface="Calibri Light" panose="020F0302020204030204" pitchFamily="34" charset="0"/>
                <a:cs typeface="Calibri Light" panose="020F0302020204030204" pitchFamily="34" charset="0"/>
              </a:defRPr>
            </a:lvl3pPr>
            <a:lvl4pPr marL="180000" indent="-180000">
              <a:buSzPct val="110000"/>
              <a:buFont typeface="Arial" panose="020B0604020202020204" pitchFamily="34" charset="0"/>
              <a:buChar char="•"/>
              <a:defRPr>
                <a:latin typeface="Calibri Light" panose="020F0302020204030204" pitchFamily="34" charset="0"/>
                <a:cs typeface="Calibri Light" panose="020F0302020204030204" pitchFamily="34" charset="0"/>
              </a:defRPr>
            </a:lvl4pPr>
            <a:lvl5pPr marL="360000" indent="-180000">
              <a:buFont typeface="Calibri" panose="020F0502020204030204" pitchFamily="34" charset="0"/>
              <a:buChar char="–"/>
              <a:defRPr>
                <a:latin typeface="Calibri Light" panose="020F0302020204030204" pitchFamily="34" charset="0"/>
                <a:cs typeface="Calibri Light" panose="020F0302020204030204" pitchFamily="34" charset="0"/>
              </a:defRPr>
            </a:lvl5pPr>
            <a:lvl6pPr marL="180000">
              <a:defRPr>
                <a:latin typeface="Calibri Light" panose="020F0302020204030204" pitchFamily="34" charset="0"/>
                <a:cs typeface="Calibri Light" panose="020F0302020204030204" pitchFamily="34" charset="0"/>
              </a:defRPr>
            </a:lvl6pPr>
            <a:lvl7pPr>
              <a:defRPr>
                <a:latin typeface="Calibri Light" panose="020F0302020204030204" pitchFamily="34" charset="0"/>
                <a:cs typeface="Calibri Light" panose="020F0302020204030204" pitchFamily="34" charset="0"/>
              </a:defRPr>
            </a:lvl7pPr>
            <a:lvl8pPr>
              <a:defRPr>
                <a:latin typeface="Calibri Light" panose="020F0302020204030204" pitchFamily="34" charset="0"/>
                <a:cs typeface="Calibri Light" panose="020F0302020204030204" pitchFamily="34" charset="0"/>
              </a:defRPr>
            </a:lvl8pPr>
            <a:lvl9pPr>
              <a:defRPr>
                <a:latin typeface="Calibri Light" panose="020F0302020204030204" pitchFamily="34" charset="0"/>
                <a:cs typeface="Calibri Light" panose="020F0302020204030204" pitchFamily="34" charset="0"/>
              </a:defRPr>
            </a:lvl9pPr>
          </a:lstStyle>
          <a:p>
            <a:pPr lvl="0"/>
            <a:r>
              <a:rPr lang="en-US" dirty="0"/>
              <a:t>First Level Heading</a:t>
            </a:r>
          </a:p>
          <a:p>
            <a:pPr lvl="1"/>
            <a:r>
              <a:rPr lang="en-US" dirty="0"/>
              <a:t>Add 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 </a:t>
            </a:r>
            <a:endParaRPr lang="en-GB" dirty="0"/>
          </a:p>
        </p:txBody>
      </p:sp>
      <p:sp>
        <p:nvSpPr>
          <p:cNvPr id="18" name="Pull-out body copy text" descr="Pull-Out Quote Shape">
            <a:extLst>
              <a:ext uri="{FF2B5EF4-FFF2-40B4-BE49-F238E27FC236}">
                <a16:creationId xmlns:a16="http://schemas.microsoft.com/office/drawing/2014/main" id="{A16D5FAB-27FB-4A02-AF32-8E7F184C40EC}"/>
              </a:ext>
            </a:extLst>
          </p:cNvPr>
          <p:cNvSpPr>
            <a:spLocks noGrp="1"/>
          </p:cNvSpPr>
          <p:nvPr>
            <p:ph type="body" sz="quarter" idx="14" hasCustomPrompt="1"/>
          </p:nvPr>
        </p:nvSpPr>
        <p:spPr>
          <a:xfrm>
            <a:off x="6989777" y="1260602"/>
            <a:ext cx="5202223" cy="3996000"/>
          </a:xfrm>
          <a:custGeom>
            <a:avLst/>
            <a:gdLst>
              <a:gd name="connsiteX0" fmla="*/ 2001099 w 5202223"/>
              <a:gd name="connsiteY0" fmla="*/ 0 h 3996000"/>
              <a:gd name="connsiteX1" fmla="*/ 5202223 w 5202223"/>
              <a:gd name="connsiteY1" fmla="*/ 0 h 3996000"/>
              <a:gd name="connsiteX2" fmla="*/ 5202223 w 5202223"/>
              <a:gd name="connsiteY2" fmla="*/ 3996000 h 3996000"/>
              <a:gd name="connsiteX3" fmla="*/ 2001099 w 5202223"/>
              <a:gd name="connsiteY3" fmla="*/ 3996000 h 3996000"/>
              <a:gd name="connsiteX4" fmla="*/ 0 w 5202223"/>
              <a:gd name="connsiteY4" fmla="*/ 1996418 h 3996000"/>
              <a:gd name="connsiteX5" fmla="*/ 2001099 w 5202223"/>
              <a:gd name="connsiteY5" fmla="*/ 0 h 39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02223" h="3996000">
                <a:moveTo>
                  <a:pt x="2001099" y="0"/>
                </a:moveTo>
                <a:cubicBezTo>
                  <a:pt x="2001099" y="0"/>
                  <a:pt x="2001099" y="0"/>
                  <a:pt x="5202223" y="0"/>
                </a:cubicBezTo>
                <a:lnTo>
                  <a:pt x="5202223" y="3996000"/>
                </a:lnTo>
                <a:cubicBezTo>
                  <a:pt x="5202223" y="3996000"/>
                  <a:pt x="5202223" y="3996000"/>
                  <a:pt x="2001099" y="3996000"/>
                </a:cubicBezTo>
                <a:cubicBezTo>
                  <a:pt x="896062" y="3996000"/>
                  <a:pt x="0" y="3100618"/>
                  <a:pt x="0" y="1996418"/>
                </a:cubicBezTo>
                <a:cubicBezTo>
                  <a:pt x="0" y="892219"/>
                  <a:pt x="896062" y="0"/>
                  <a:pt x="2001099" y="0"/>
                </a:cubicBezTo>
                <a:close/>
              </a:path>
            </a:pathLst>
          </a:custGeom>
          <a:solidFill>
            <a:schemeClr val="accent1"/>
          </a:solidFill>
        </p:spPr>
        <p:txBody>
          <a:bodyPr wrap="square" lIns="1224000" tIns="108000" rIns="144000" bIns="108000" anchor="ctr">
            <a:noAutofit/>
          </a:bodyPr>
          <a:lstStyle>
            <a:lvl1pPr marL="90000" indent="-90000">
              <a:lnSpc>
                <a:spcPct val="100000"/>
              </a:lnSpc>
              <a:spcBef>
                <a:spcPts val="0"/>
              </a:spcBef>
              <a:spcAft>
                <a:spcPts val="0"/>
              </a:spcAft>
              <a:buFont typeface="Calibri" panose="020F0502020204030204" pitchFamily="34" charset="0"/>
              <a:buChar char="‘"/>
              <a:defRPr sz="2800">
                <a:solidFill>
                  <a:schemeClr val="bg1"/>
                </a:solidFill>
                <a:latin typeface="Calibri Light" panose="020F0302020204030204" pitchFamily="34" charset="0"/>
                <a:cs typeface="Calibri Light" panose="020F0302020204030204" pitchFamily="34" charset="0"/>
              </a:defRPr>
            </a:lvl1pPr>
            <a:lvl2pPr marL="90000" indent="0">
              <a:spcBef>
                <a:spcPts val="0"/>
              </a:spcBef>
              <a:buFont typeface="Calibri" panose="020F0502020204030204" pitchFamily="34" charset="0"/>
              <a:buNone/>
              <a:defRPr sz="2800">
                <a:solidFill>
                  <a:schemeClr val="bg1"/>
                </a:solidFill>
                <a:latin typeface="Calibri Light" panose="020F0302020204030204" pitchFamily="34" charset="0"/>
                <a:cs typeface="Calibri Light" panose="020F0302020204030204" pitchFamily="34" charset="0"/>
              </a:defRPr>
            </a:lvl2pPr>
            <a:lvl3pPr marL="90000" indent="0">
              <a:spcBef>
                <a:spcPts val="0"/>
              </a:spcBef>
              <a:buFont typeface="Calibri" panose="020F0502020204030204" pitchFamily="34" charset="0"/>
              <a:buNone/>
              <a:defRPr sz="2800">
                <a:solidFill>
                  <a:schemeClr val="bg1"/>
                </a:solidFill>
                <a:latin typeface="Calibri Light" panose="020F0302020204030204" pitchFamily="34" charset="0"/>
                <a:cs typeface="Calibri Light" panose="020F0302020204030204" pitchFamily="34" charset="0"/>
              </a:defRPr>
            </a:lvl3pPr>
            <a:lvl4pPr marL="90000" indent="0">
              <a:spcBef>
                <a:spcPts val="0"/>
              </a:spcBef>
              <a:buFont typeface="Calibri" panose="020F0502020204030204" pitchFamily="34" charset="0"/>
              <a:buNone/>
              <a:defRPr sz="2800">
                <a:solidFill>
                  <a:schemeClr val="bg1"/>
                </a:solidFill>
                <a:latin typeface="Calibri Light" panose="020F0302020204030204" pitchFamily="34" charset="0"/>
                <a:cs typeface="Calibri Light" panose="020F0302020204030204" pitchFamily="34" charset="0"/>
              </a:defRPr>
            </a:lvl4pPr>
            <a:lvl5pPr marL="90000" indent="0">
              <a:spcBef>
                <a:spcPts val="0"/>
              </a:spcBef>
              <a:buFont typeface="Calibri" panose="020F0502020204030204" pitchFamily="34" charset="0"/>
              <a:buNone/>
              <a:defRPr sz="2800">
                <a:solidFill>
                  <a:schemeClr val="bg1"/>
                </a:solidFill>
                <a:latin typeface="Calibri Light" panose="020F0302020204030204" pitchFamily="34" charset="0"/>
                <a:cs typeface="Calibri Light" panose="020F0302020204030204" pitchFamily="34" charset="0"/>
              </a:defRPr>
            </a:lvl5pPr>
            <a:lvl6pPr marL="90000" indent="0">
              <a:spcBef>
                <a:spcPts val="0"/>
              </a:spcBef>
              <a:buFont typeface="Calibri" panose="020F0502020204030204" pitchFamily="34" charset="0"/>
              <a:buNone/>
              <a:defRPr sz="2800">
                <a:solidFill>
                  <a:schemeClr val="bg1"/>
                </a:solidFill>
                <a:latin typeface="Calibri Light" panose="020F0302020204030204" pitchFamily="34" charset="0"/>
                <a:cs typeface="Calibri Light" panose="020F0302020204030204" pitchFamily="34" charset="0"/>
              </a:defRPr>
            </a:lvl6pPr>
            <a:lvl7pPr marL="90000" indent="0">
              <a:spcBef>
                <a:spcPts val="0"/>
              </a:spcBef>
              <a:buFont typeface="Calibri" panose="020F0502020204030204" pitchFamily="34" charset="0"/>
              <a:buNone/>
              <a:defRPr sz="2800">
                <a:solidFill>
                  <a:schemeClr val="bg1"/>
                </a:solidFill>
                <a:latin typeface="Calibri Light" panose="020F0302020204030204" pitchFamily="34" charset="0"/>
                <a:cs typeface="Calibri Light" panose="020F0302020204030204" pitchFamily="34" charset="0"/>
              </a:defRPr>
            </a:lvl7pPr>
            <a:lvl8pPr marL="90000" indent="0">
              <a:spcBef>
                <a:spcPts val="0"/>
              </a:spcBef>
              <a:buFont typeface="Calibri" panose="020F0502020204030204" pitchFamily="34" charset="0"/>
              <a:buNone/>
              <a:defRPr sz="2800">
                <a:solidFill>
                  <a:schemeClr val="bg1"/>
                </a:solidFill>
                <a:latin typeface="Calibri Light" panose="020F0302020204030204" pitchFamily="34" charset="0"/>
                <a:cs typeface="Calibri Light" panose="020F0302020204030204" pitchFamily="34" charset="0"/>
              </a:defRPr>
            </a:lvl8pPr>
            <a:lvl9pPr marL="90000" indent="0">
              <a:spcBef>
                <a:spcPts val="0"/>
              </a:spcBef>
              <a:buFont typeface="Calibri" panose="020F0502020204030204" pitchFamily="34" charset="0"/>
              <a:buNone/>
              <a:defRPr sz="2800">
                <a:solidFill>
                  <a:schemeClr val="bg1"/>
                </a:solidFill>
                <a:latin typeface="Calibri Light" panose="020F0302020204030204" pitchFamily="34" charset="0"/>
                <a:cs typeface="Calibri Light" panose="020F0302020204030204" pitchFamily="34" charset="0"/>
              </a:defRPr>
            </a:lvl9pPr>
          </a:lstStyle>
          <a:p>
            <a:pPr lvl="0"/>
            <a:r>
              <a:rPr lang="en-US" dirty="0"/>
              <a:t>Pull-out quote</a:t>
            </a:r>
          </a:p>
          <a:p>
            <a:pPr lvl="0"/>
            <a:r>
              <a:rPr lang="en-US" dirty="0"/>
              <a:t>Edit Master text styles </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endParaRPr lang="en-AU" dirty="0"/>
          </a:p>
        </p:txBody>
      </p:sp>
      <p:grpSp>
        <p:nvGrpSpPr>
          <p:cNvPr id="7" name="Deakin Logo" descr="Deakin Logo">
            <a:extLst>
              <a:ext uri="{FF2B5EF4-FFF2-40B4-BE49-F238E27FC236}">
                <a16:creationId xmlns:a16="http://schemas.microsoft.com/office/drawing/2014/main" id="{84956DFD-7DE9-4BDA-81D6-710A98B0D144}"/>
              </a:ext>
            </a:extLst>
          </p:cNvPr>
          <p:cNvGrpSpPr/>
          <p:nvPr userDrawn="1"/>
        </p:nvGrpSpPr>
        <p:grpSpPr>
          <a:xfrm>
            <a:off x="10928350" y="5589545"/>
            <a:ext cx="1062566" cy="1065213"/>
            <a:chOff x="10928350" y="5591175"/>
            <a:chExt cx="1062566" cy="1065213"/>
          </a:xfrm>
        </p:grpSpPr>
        <p:sp>
          <p:nvSpPr>
            <p:cNvPr id="8" name="Logo">
              <a:extLst>
                <a:ext uri="{FF2B5EF4-FFF2-40B4-BE49-F238E27FC236}">
                  <a16:creationId xmlns:a16="http://schemas.microsoft.com/office/drawing/2014/main" id="{96B380C3-4B95-4998-A67E-BC6FF1DD8F47}"/>
                </a:ext>
              </a:extLst>
            </p:cNvPr>
            <p:cNvSpPr txBox="1">
              <a:spLocks noChangeAspect="1"/>
            </p:cNvSpPr>
            <p:nvPr userDrawn="1"/>
          </p:nvSpPr>
          <p:spPr>
            <a:xfrm>
              <a:off x="10928916" y="5592758"/>
              <a:ext cx="1062000" cy="1062000"/>
            </a:xfrm>
            <a:prstGeom prst="rect">
              <a:avLst/>
            </a:prstGeom>
            <a:blipFill dpi="0" rotWithShape="1">
              <a:blip r:embed="rId2" cstate="screen">
                <a:extLst>
                  <a:ext uri="{28A0092B-C50C-407E-A947-70E740481C1C}">
                    <a14:useLocalDpi xmlns:a14="http://schemas.microsoft.com/office/drawing/2010/main"/>
                  </a:ext>
                </a:extLst>
              </a:blip>
              <a:srcRect/>
              <a:stretch>
                <a:fillRect/>
              </a:stretch>
            </a:blipFill>
          </p:spPr>
          <p:txBody>
            <a:bodyPr/>
            <a:lstStyle>
              <a:lvl1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2pPr>
              <a:lvl3pPr marL="0" indent="0" algn="l" defTabSz="914400" rtl="0" eaLnBrk="1" latinLnBrk="0" hangingPunct="1">
                <a:lnSpc>
                  <a:spcPct val="100000"/>
                </a:lnSpc>
                <a:spcBef>
                  <a:spcPts val="0"/>
                </a:spcBef>
                <a:buSzPct val="110000"/>
                <a:buFont typeface="Arial" panose="020B0604020202020204" pitchFamily="34" charset="0"/>
                <a:buNone/>
                <a:defRPr sz="200" kern="1200">
                  <a:solidFill>
                    <a:schemeClr val="bg1"/>
                  </a:solidFill>
                  <a:latin typeface="+mn-lt"/>
                  <a:ea typeface="+mn-ea"/>
                  <a:cs typeface="+mn-cs"/>
                </a:defRPr>
              </a:lvl3pPr>
              <a:lvl4pPr marL="0" indent="0" algn="l" defTabSz="914400" rtl="0" eaLnBrk="1" latinLnBrk="0" hangingPunct="1">
                <a:lnSpc>
                  <a:spcPct val="100000"/>
                </a:lnSpc>
                <a:spcBef>
                  <a:spcPts val="0"/>
                </a:spcBef>
                <a:buFont typeface="Calibri" panose="020F0502020204030204" pitchFamily="34" charset="0"/>
                <a:buNone/>
                <a:defRPr sz="200" kern="1200">
                  <a:solidFill>
                    <a:schemeClr val="bg1"/>
                  </a:solidFill>
                  <a:latin typeface="+mn-lt"/>
                  <a:ea typeface="+mn-ea"/>
                  <a:cs typeface="+mn-cs"/>
                </a:defRPr>
              </a:lvl4pPr>
              <a:lvl5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5pPr>
              <a:lvl6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6pPr>
              <a:lvl7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7pPr>
              <a:lvl8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8pPr>
              <a:lvl9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9pPr>
            </a:lstStyle>
            <a:p>
              <a:r>
                <a:rPr lang="en-US"/>
                <a:t>   </a:t>
              </a:r>
              <a:endParaRPr lang="en-AU" dirty="0"/>
            </a:p>
          </p:txBody>
        </p:sp>
        <p:sp>
          <p:nvSpPr>
            <p:cNvPr id="9" name="Logo">
              <a:extLst>
                <a:ext uri="{FF2B5EF4-FFF2-40B4-BE49-F238E27FC236}">
                  <a16:creationId xmlns:a16="http://schemas.microsoft.com/office/drawing/2014/main" id="{D3D7AE1B-77BB-4791-B363-9BA8F794539E}"/>
                </a:ext>
              </a:extLst>
            </p:cNvPr>
            <p:cNvSpPr>
              <a:spLocks noEditPoints="1"/>
            </p:cNvSpPr>
            <p:nvPr userDrawn="1"/>
          </p:nvSpPr>
          <p:spPr bwMode="auto">
            <a:xfrm>
              <a:off x="10928350" y="5591175"/>
              <a:ext cx="1062038" cy="1065213"/>
            </a:xfrm>
            <a:custGeom>
              <a:avLst/>
              <a:gdLst>
                <a:gd name="T0" fmla="*/ 3400 w 6806"/>
                <a:gd name="T1" fmla="*/ 85 h 6803"/>
                <a:gd name="T2" fmla="*/ 3400 w 6806"/>
                <a:gd name="T3" fmla="*/ 85 h 6803"/>
                <a:gd name="T4" fmla="*/ 6720 w 6806"/>
                <a:gd name="T5" fmla="*/ 3399 h 6803"/>
                <a:gd name="T6" fmla="*/ 3406 w 6806"/>
                <a:gd name="T7" fmla="*/ 6719 h 6803"/>
                <a:gd name="T8" fmla="*/ 3403 w 6806"/>
                <a:gd name="T9" fmla="*/ 6719 h 6803"/>
                <a:gd name="T10" fmla="*/ 86 w 6806"/>
                <a:gd name="T11" fmla="*/ 3405 h 6803"/>
                <a:gd name="T12" fmla="*/ 1055 w 6806"/>
                <a:gd name="T13" fmla="*/ 1058 h 6803"/>
                <a:gd name="T14" fmla="*/ 3400 w 6806"/>
                <a:gd name="T15" fmla="*/ 85 h 6803"/>
                <a:gd name="T16" fmla="*/ 3400 w 6806"/>
                <a:gd name="T17" fmla="*/ 0 h 6803"/>
                <a:gd name="T18" fmla="*/ 995 w 6806"/>
                <a:gd name="T19" fmla="*/ 999 h 6803"/>
                <a:gd name="T20" fmla="*/ 1 w 6806"/>
                <a:gd name="T21" fmla="*/ 3405 h 6803"/>
                <a:gd name="T22" fmla="*/ 3403 w 6806"/>
                <a:gd name="T23" fmla="*/ 6803 h 6803"/>
                <a:gd name="T24" fmla="*/ 3406 w 6806"/>
                <a:gd name="T25" fmla="*/ 6803 h 6803"/>
                <a:gd name="T26" fmla="*/ 6804 w 6806"/>
                <a:gd name="T27" fmla="*/ 3399 h 6803"/>
                <a:gd name="T28" fmla="*/ 3400 w 6806"/>
                <a:gd name="T29" fmla="*/ 0 h 68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806" h="6803">
                  <a:moveTo>
                    <a:pt x="3400" y="85"/>
                  </a:moveTo>
                  <a:cubicBezTo>
                    <a:pt x="3400" y="85"/>
                    <a:pt x="3400" y="85"/>
                    <a:pt x="3400" y="85"/>
                  </a:cubicBezTo>
                  <a:cubicBezTo>
                    <a:pt x="5229" y="85"/>
                    <a:pt x="6718" y="1571"/>
                    <a:pt x="6720" y="3399"/>
                  </a:cubicBezTo>
                  <a:cubicBezTo>
                    <a:pt x="6722" y="5228"/>
                    <a:pt x="5235" y="6717"/>
                    <a:pt x="3406" y="6719"/>
                  </a:cubicBezTo>
                  <a:cubicBezTo>
                    <a:pt x="3403" y="6719"/>
                    <a:pt x="3403" y="6719"/>
                    <a:pt x="3403" y="6719"/>
                  </a:cubicBezTo>
                  <a:cubicBezTo>
                    <a:pt x="1575" y="6719"/>
                    <a:pt x="87" y="5232"/>
                    <a:pt x="86" y="3405"/>
                  </a:cubicBezTo>
                  <a:cubicBezTo>
                    <a:pt x="85" y="2519"/>
                    <a:pt x="429" y="1685"/>
                    <a:pt x="1055" y="1058"/>
                  </a:cubicBezTo>
                  <a:cubicBezTo>
                    <a:pt x="1681" y="431"/>
                    <a:pt x="2514" y="85"/>
                    <a:pt x="3400" y="85"/>
                  </a:cubicBezTo>
                  <a:moveTo>
                    <a:pt x="3400" y="0"/>
                  </a:moveTo>
                  <a:cubicBezTo>
                    <a:pt x="2491" y="1"/>
                    <a:pt x="1637" y="355"/>
                    <a:pt x="995" y="999"/>
                  </a:cubicBezTo>
                  <a:cubicBezTo>
                    <a:pt x="354" y="1642"/>
                    <a:pt x="0" y="2496"/>
                    <a:pt x="1" y="3405"/>
                  </a:cubicBezTo>
                  <a:cubicBezTo>
                    <a:pt x="3" y="5279"/>
                    <a:pt x="1529" y="6803"/>
                    <a:pt x="3403" y="6803"/>
                  </a:cubicBezTo>
                  <a:cubicBezTo>
                    <a:pt x="3406" y="6803"/>
                    <a:pt x="3406" y="6803"/>
                    <a:pt x="3406" y="6803"/>
                  </a:cubicBezTo>
                  <a:cubicBezTo>
                    <a:pt x="5281" y="6802"/>
                    <a:pt x="6806" y="5274"/>
                    <a:pt x="6804" y="3399"/>
                  </a:cubicBezTo>
                  <a:cubicBezTo>
                    <a:pt x="6803" y="1525"/>
                    <a:pt x="5277" y="0"/>
                    <a:pt x="340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sp>
        <p:nvSpPr>
          <p:cNvPr id="12" name="Slide Number">
            <a:extLst>
              <a:ext uri="{FF2B5EF4-FFF2-40B4-BE49-F238E27FC236}">
                <a16:creationId xmlns:a16="http://schemas.microsoft.com/office/drawing/2014/main" id="{E83D80CB-1664-47A2-9E0A-26A6500FF52F}"/>
              </a:ext>
            </a:extLst>
          </p:cNvPr>
          <p:cNvSpPr>
            <a:spLocks noGrp="1"/>
          </p:cNvSpPr>
          <p:nvPr>
            <p:ph type="sldNum" sz="quarter" idx="17"/>
          </p:nvPr>
        </p:nvSpPr>
        <p:spPr/>
        <p:txBody>
          <a:bodyPr/>
          <a:lstStyle/>
          <a:p>
            <a:fld id="{F5AEA0E0-5CC6-4BD0-905C-A0021E419432}" type="slidenum">
              <a:rPr lang="en-GB" smtClean="0"/>
              <a:pPr/>
              <a:t>‹#›</a:t>
            </a:fld>
            <a:endParaRPr lang="en-GB" dirty="0"/>
          </a:p>
        </p:txBody>
      </p:sp>
      <p:sp>
        <p:nvSpPr>
          <p:cNvPr id="6" name="Date">
            <a:extLst>
              <a:ext uri="{FF2B5EF4-FFF2-40B4-BE49-F238E27FC236}">
                <a16:creationId xmlns:a16="http://schemas.microsoft.com/office/drawing/2014/main" id="{F438E47C-6FDB-4220-982B-B2ACB1ED3D66}"/>
              </a:ext>
            </a:extLst>
          </p:cNvPr>
          <p:cNvSpPr>
            <a:spLocks noGrp="1"/>
          </p:cNvSpPr>
          <p:nvPr>
            <p:ph type="dt" sz="half" idx="15"/>
          </p:nvPr>
        </p:nvSpPr>
        <p:spPr/>
        <p:txBody>
          <a:bodyPr/>
          <a:lstStyle/>
          <a:p>
            <a:endParaRPr lang="en-GB" dirty="0"/>
          </a:p>
        </p:txBody>
      </p:sp>
      <p:sp>
        <p:nvSpPr>
          <p:cNvPr id="11" name="Footer/CRICOS">
            <a:extLst>
              <a:ext uri="{FF2B5EF4-FFF2-40B4-BE49-F238E27FC236}">
                <a16:creationId xmlns:a16="http://schemas.microsoft.com/office/drawing/2014/main" id="{2D18EEAB-EE46-4E0A-B241-73E1C48BC92F}"/>
              </a:ext>
            </a:extLst>
          </p:cNvPr>
          <p:cNvSpPr>
            <a:spLocks noGrp="1"/>
          </p:cNvSpPr>
          <p:nvPr>
            <p:ph type="ftr" sz="quarter" idx="16"/>
          </p:nvPr>
        </p:nvSpPr>
        <p:spPr/>
        <p:txBody>
          <a:bodyPr/>
          <a:lstStyle/>
          <a:p>
            <a:r>
              <a:rPr lang="en-AU"/>
              <a:t>Deakin University CRICOS Provider Code: 00113B</a:t>
            </a:r>
            <a:endParaRPr lang="en-GB" dirty="0"/>
          </a:p>
        </p:txBody>
      </p:sp>
    </p:spTree>
    <p:extLst>
      <p:ext uri="{BB962C8B-B14F-4D97-AF65-F5344CB8AC3E}">
        <p14:creationId xmlns:p14="http://schemas.microsoft.com/office/powerpoint/2010/main" val="2304056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02CEB971-B798-4E1A-A628-0E968097306A}"/>
              </a:ext>
            </a:extLst>
          </p:cNvPr>
          <p:cNvSpPr>
            <a:spLocks noGrp="1"/>
          </p:cNvSpPr>
          <p:nvPr>
            <p:ph type="title" hasCustomPrompt="1"/>
          </p:nvPr>
        </p:nvSpPr>
        <p:spPr/>
        <p:txBody>
          <a:bodyPr/>
          <a:lstStyle>
            <a:lvl1pPr>
              <a:defRPr>
                <a:solidFill>
                  <a:schemeClr val="bg1"/>
                </a:solidFill>
              </a:defRPr>
            </a:lvl1pPr>
          </a:lstStyle>
          <a:p>
            <a:r>
              <a:rPr lang="en-US" dirty="0"/>
              <a:t>Click to add title</a:t>
            </a:r>
            <a:endParaRPr lang="en-AU" dirty="0"/>
          </a:p>
        </p:txBody>
      </p:sp>
      <p:sp>
        <p:nvSpPr>
          <p:cNvPr id="8" name="Slide Number">
            <a:extLst>
              <a:ext uri="{FF2B5EF4-FFF2-40B4-BE49-F238E27FC236}">
                <a16:creationId xmlns:a16="http://schemas.microsoft.com/office/drawing/2014/main" id="{0B5317BF-1F0C-4477-9BC7-289198FC84BA}"/>
              </a:ext>
            </a:extLst>
          </p:cNvPr>
          <p:cNvSpPr>
            <a:spLocks noGrp="1"/>
          </p:cNvSpPr>
          <p:nvPr>
            <p:ph type="sldNum" sz="quarter" idx="12"/>
          </p:nvPr>
        </p:nvSpPr>
        <p:spPr/>
        <p:txBody>
          <a:bodyPr/>
          <a:lstStyle/>
          <a:p>
            <a:fld id="{F5AEA0E0-5CC6-4BD0-905C-A0021E419432}" type="slidenum">
              <a:rPr lang="en-GB" smtClean="0"/>
              <a:pPr/>
              <a:t>‹#›</a:t>
            </a:fld>
            <a:endParaRPr lang="en-GB" dirty="0"/>
          </a:p>
        </p:txBody>
      </p:sp>
      <p:sp>
        <p:nvSpPr>
          <p:cNvPr id="6" name="Date">
            <a:extLst>
              <a:ext uri="{FF2B5EF4-FFF2-40B4-BE49-F238E27FC236}">
                <a16:creationId xmlns:a16="http://schemas.microsoft.com/office/drawing/2014/main" id="{6D1EC72E-7ADB-4E90-A69C-3AE3255C4691}"/>
              </a:ext>
            </a:extLst>
          </p:cNvPr>
          <p:cNvSpPr>
            <a:spLocks noGrp="1"/>
          </p:cNvSpPr>
          <p:nvPr>
            <p:ph type="dt" sz="half" idx="10"/>
          </p:nvPr>
        </p:nvSpPr>
        <p:spPr/>
        <p:txBody>
          <a:bodyPr/>
          <a:lstStyle/>
          <a:p>
            <a:endParaRPr lang="en-GB" dirty="0"/>
          </a:p>
        </p:txBody>
      </p:sp>
      <p:sp>
        <p:nvSpPr>
          <p:cNvPr id="7" name="Footer/CRICOS">
            <a:extLst>
              <a:ext uri="{FF2B5EF4-FFF2-40B4-BE49-F238E27FC236}">
                <a16:creationId xmlns:a16="http://schemas.microsoft.com/office/drawing/2014/main" id="{F112DF2D-2D67-46D5-9779-19F490EB7A05}"/>
              </a:ext>
            </a:extLst>
          </p:cNvPr>
          <p:cNvSpPr>
            <a:spLocks noGrp="1"/>
          </p:cNvSpPr>
          <p:nvPr>
            <p:ph type="ftr" sz="quarter" idx="11"/>
          </p:nvPr>
        </p:nvSpPr>
        <p:spPr/>
        <p:txBody>
          <a:bodyPr/>
          <a:lstStyle/>
          <a:p>
            <a:r>
              <a:rPr lang="en-AU"/>
              <a:t>Deakin University CRICOS Provider Code: 00113B</a:t>
            </a:r>
            <a:endParaRPr lang="en-GB" dirty="0"/>
          </a:p>
        </p:txBody>
      </p:sp>
    </p:spTree>
    <p:extLst>
      <p:ext uri="{BB962C8B-B14F-4D97-AF65-F5344CB8AC3E}">
        <p14:creationId xmlns:p14="http://schemas.microsoft.com/office/powerpoint/2010/main" val="428510740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Quote B">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solidFill>
                  <a:schemeClr val="tx1"/>
                </a:solidFill>
              </a:defRPr>
            </a:lvl1pPr>
          </a:lstStyle>
          <a:p>
            <a:r>
              <a:rPr lang="en-US" dirty="0"/>
              <a:t>Click to add title</a:t>
            </a:r>
            <a:endParaRPr lang="en-GB" dirty="0"/>
          </a:p>
        </p:txBody>
      </p:sp>
      <p:sp>
        <p:nvSpPr>
          <p:cNvPr id="10" name="Body copy text">
            <a:extLst>
              <a:ext uri="{FF2B5EF4-FFF2-40B4-BE49-F238E27FC236}">
                <a16:creationId xmlns:a16="http://schemas.microsoft.com/office/drawing/2014/main" id="{7A440D47-120F-417D-B465-94954774363E}"/>
              </a:ext>
            </a:extLst>
          </p:cNvPr>
          <p:cNvSpPr>
            <a:spLocks noGrp="1"/>
          </p:cNvSpPr>
          <p:nvPr>
            <p:ph type="body" sz="quarter" idx="13" hasCustomPrompt="1"/>
          </p:nvPr>
        </p:nvSpPr>
        <p:spPr>
          <a:xfrm>
            <a:off x="438150" y="1403350"/>
            <a:ext cx="6067425" cy="4792663"/>
          </a:xfrm>
        </p:spPr>
        <p:txBody>
          <a:bodyPr/>
          <a:lstStyle>
            <a:lvl1pPr>
              <a:spcBef>
                <a:spcPts val="0"/>
              </a:spcBef>
              <a:spcAft>
                <a:spcPts val="400"/>
              </a:spcAft>
              <a:defRPr/>
            </a:lvl1pPr>
            <a:lvl2pPr>
              <a:spcAft>
                <a:spcPts val="600"/>
              </a:spcAft>
              <a:defRPr sz="2000"/>
            </a:lvl2pPr>
            <a:lvl3pPr marL="0" indent="0">
              <a:buNone/>
              <a:defRPr>
                <a:latin typeface="Calibri Light" panose="020F0302020204030204" pitchFamily="34" charset="0"/>
                <a:cs typeface="Calibri Light" panose="020F0302020204030204" pitchFamily="34" charset="0"/>
              </a:defRPr>
            </a:lvl3pPr>
            <a:lvl4pPr marL="180000" indent="-180000">
              <a:buSzPct val="110000"/>
              <a:buFont typeface="Arial" panose="020B0604020202020204" pitchFamily="34" charset="0"/>
              <a:buChar char="•"/>
              <a:defRPr>
                <a:latin typeface="Calibri Light" panose="020F0302020204030204" pitchFamily="34" charset="0"/>
                <a:cs typeface="Calibri Light" panose="020F0302020204030204" pitchFamily="34" charset="0"/>
              </a:defRPr>
            </a:lvl4pPr>
            <a:lvl5pPr marL="360000" indent="-180000">
              <a:buFont typeface="Calibri" panose="020F0502020204030204" pitchFamily="34" charset="0"/>
              <a:buChar char="–"/>
              <a:defRPr>
                <a:latin typeface="Calibri Light" panose="020F0302020204030204" pitchFamily="34" charset="0"/>
                <a:cs typeface="Calibri Light" panose="020F0302020204030204" pitchFamily="34" charset="0"/>
              </a:defRPr>
            </a:lvl5pPr>
            <a:lvl6pPr marL="180000">
              <a:defRPr>
                <a:latin typeface="Calibri Light" panose="020F0302020204030204" pitchFamily="34" charset="0"/>
                <a:cs typeface="Calibri Light" panose="020F0302020204030204" pitchFamily="34" charset="0"/>
              </a:defRPr>
            </a:lvl6pPr>
            <a:lvl7pPr>
              <a:defRPr>
                <a:latin typeface="Calibri Light" panose="020F0302020204030204" pitchFamily="34" charset="0"/>
                <a:cs typeface="Calibri Light" panose="020F0302020204030204" pitchFamily="34" charset="0"/>
              </a:defRPr>
            </a:lvl7pPr>
            <a:lvl8pPr>
              <a:defRPr>
                <a:latin typeface="Calibri Light" panose="020F0302020204030204" pitchFamily="34" charset="0"/>
                <a:cs typeface="Calibri Light" panose="020F0302020204030204" pitchFamily="34" charset="0"/>
              </a:defRPr>
            </a:lvl8pPr>
            <a:lvl9pPr>
              <a:defRPr>
                <a:latin typeface="Calibri Light" panose="020F0302020204030204" pitchFamily="34" charset="0"/>
                <a:cs typeface="Calibri Light" panose="020F0302020204030204" pitchFamily="34" charset="0"/>
              </a:defRPr>
            </a:lvl9pPr>
          </a:lstStyle>
          <a:p>
            <a:pPr lvl="0"/>
            <a:r>
              <a:rPr lang="en-US" dirty="0"/>
              <a:t>First Level Heading</a:t>
            </a:r>
          </a:p>
          <a:p>
            <a:pPr lvl="1"/>
            <a:r>
              <a:rPr lang="en-US" dirty="0"/>
              <a:t>Add 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 </a:t>
            </a:r>
            <a:endParaRPr lang="en-GB" dirty="0"/>
          </a:p>
        </p:txBody>
      </p:sp>
      <p:sp>
        <p:nvSpPr>
          <p:cNvPr id="12" name="Pull-out body copy text" descr="Pull-Out Quote Shape">
            <a:extLst>
              <a:ext uri="{FF2B5EF4-FFF2-40B4-BE49-F238E27FC236}">
                <a16:creationId xmlns:a16="http://schemas.microsoft.com/office/drawing/2014/main" id="{5E8209D8-622A-4868-9E3A-BA1344D6CF06}"/>
              </a:ext>
            </a:extLst>
          </p:cNvPr>
          <p:cNvSpPr>
            <a:spLocks noGrp="1"/>
          </p:cNvSpPr>
          <p:nvPr>
            <p:ph type="body" sz="quarter" idx="14" hasCustomPrompt="1"/>
          </p:nvPr>
        </p:nvSpPr>
        <p:spPr>
          <a:xfrm>
            <a:off x="5318502" y="0"/>
            <a:ext cx="6873496" cy="6858000"/>
          </a:xfrm>
          <a:custGeom>
            <a:avLst/>
            <a:gdLst>
              <a:gd name="connsiteX0" fmla="*/ 0 w 6873496"/>
              <a:gd name="connsiteY0" fmla="*/ 0 h 6858000"/>
              <a:gd name="connsiteX1" fmla="*/ 6873496 w 6873496"/>
              <a:gd name="connsiteY1" fmla="*/ 0 h 6858000"/>
              <a:gd name="connsiteX2" fmla="*/ 6873496 w 6873496"/>
              <a:gd name="connsiteY2" fmla="*/ 2702626 h 6858000"/>
              <a:gd name="connsiteX3" fmla="*/ 6492648 w 6873496"/>
              <a:gd name="connsiteY3" fmla="*/ 3359543 h 6858000"/>
              <a:gd name="connsiteX4" fmla="*/ 6438448 w 6873496"/>
              <a:gd name="connsiteY4" fmla="*/ 3453094 h 6858000"/>
              <a:gd name="connsiteX5" fmla="*/ 6438448 w 6873496"/>
              <a:gd name="connsiteY5" fmla="*/ 3491915 h 6858000"/>
              <a:gd name="connsiteX6" fmla="*/ 6415957 w 6873496"/>
              <a:gd name="connsiteY6" fmla="*/ 3491915 h 6858000"/>
              <a:gd name="connsiteX7" fmla="*/ 4465777 w 6873496"/>
              <a:gd name="connsiteY7" fmla="*/ 6858000 h 6858000"/>
              <a:gd name="connsiteX8" fmla="*/ 3977804 w 6873496"/>
              <a:gd name="connsiteY8" fmla="*/ 6858000 h 6858000"/>
              <a:gd name="connsiteX9" fmla="*/ 1947696 w 6873496"/>
              <a:gd name="connsiteY9" fmla="*/ 335954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73496" h="6858000">
                <a:moveTo>
                  <a:pt x="0" y="0"/>
                </a:moveTo>
                <a:lnTo>
                  <a:pt x="6873496" y="0"/>
                </a:lnTo>
                <a:lnTo>
                  <a:pt x="6873496" y="2702626"/>
                </a:lnTo>
                <a:lnTo>
                  <a:pt x="6492648" y="3359543"/>
                </a:lnTo>
                <a:lnTo>
                  <a:pt x="6438448" y="3453094"/>
                </a:lnTo>
                <a:lnTo>
                  <a:pt x="6438448" y="3491915"/>
                </a:lnTo>
                <a:lnTo>
                  <a:pt x="6415957" y="3491915"/>
                </a:lnTo>
                <a:lnTo>
                  <a:pt x="4465777" y="6858000"/>
                </a:lnTo>
                <a:lnTo>
                  <a:pt x="3977804" y="6858000"/>
                </a:lnTo>
                <a:lnTo>
                  <a:pt x="1947696" y="3359543"/>
                </a:lnTo>
                <a:close/>
              </a:path>
            </a:pathLst>
          </a:custGeom>
          <a:solidFill>
            <a:schemeClr val="accent1"/>
          </a:solidFill>
        </p:spPr>
        <p:txBody>
          <a:bodyPr wrap="square" lIns="2412000" tIns="108000" rIns="1080000" bIns="828000" anchor="ctr">
            <a:noAutofit/>
          </a:bodyPr>
          <a:lstStyle>
            <a:lvl1pPr marL="90000" indent="-90000">
              <a:lnSpc>
                <a:spcPct val="100000"/>
              </a:lnSpc>
              <a:spcBef>
                <a:spcPts val="0"/>
              </a:spcBef>
              <a:spcAft>
                <a:spcPts val="0"/>
              </a:spcAft>
              <a:buFont typeface="Calibri" panose="020F0502020204030204" pitchFamily="34" charset="0"/>
              <a:buChar char="‘"/>
              <a:defRPr sz="2400">
                <a:solidFill>
                  <a:schemeClr val="bg1"/>
                </a:solidFill>
              </a:defRPr>
            </a:lvl1pPr>
            <a:lvl2pPr marL="90000">
              <a:spcBef>
                <a:spcPts val="0"/>
              </a:spcBef>
              <a:defRPr sz="2400">
                <a:solidFill>
                  <a:schemeClr val="bg1"/>
                </a:solidFill>
              </a:defRPr>
            </a:lvl2pPr>
            <a:lvl3pPr marL="90000" indent="0">
              <a:spcBef>
                <a:spcPts val="0"/>
              </a:spcBef>
              <a:buNone/>
              <a:defRPr sz="2400">
                <a:solidFill>
                  <a:schemeClr val="bg1"/>
                </a:solidFill>
              </a:defRPr>
            </a:lvl3pPr>
            <a:lvl4pPr marL="90000" indent="0">
              <a:spcBef>
                <a:spcPts val="0"/>
              </a:spcBef>
              <a:buNone/>
              <a:defRPr sz="2400">
                <a:solidFill>
                  <a:schemeClr val="bg1"/>
                </a:solidFill>
              </a:defRPr>
            </a:lvl4pPr>
            <a:lvl5pPr marL="90000">
              <a:spcBef>
                <a:spcPts val="0"/>
              </a:spcBef>
              <a:defRPr sz="2400">
                <a:solidFill>
                  <a:schemeClr val="bg1"/>
                </a:solidFill>
              </a:defRPr>
            </a:lvl5pPr>
            <a:lvl6pPr marL="90000">
              <a:spcBef>
                <a:spcPts val="0"/>
              </a:spcBef>
              <a:defRPr sz="2400">
                <a:solidFill>
                  <a:schemeClr val="bg1"/>
                </a:solidFill>
              </a:defRPr>
            </a:lvl6pPr>
            <a:lvl7pPr marL="90000">
              <a:spcBef>
                <a:spcPts val="0"/>
              </a:spcBef>
              <a:defRPr sz="2400">
                <a:solidFill>
                  <a:schemeClr val="bg1"/>
                </a:solidFill>
              </a:defRPr>
            </a:lvl7pPr>
            <a:lvl8pPr marL="90000">
              <a:spcBef>
                <a:spcPts val="0"/>
              </a:spcBef>
              <a:defRPr sz="2400">
                <a:solidFill>
                  <a:schemeClr val="bg1"/>
                </a:solidFill>
              </a:defRPr>
            </a:lvl8pPr>
            <a:lvl9pPr marL="90000">
              <a:spcBef>
                <a:spcPts val="0"/>
              </a:spcBef>
              <a:defRPr sz="2400">
                <a:solidFill>
                  <a:schemeClr val="bg1"/>
                </a:solidFill>
              </a:defRPr>
            </a:lvl9pPr>
          </a:lstStyle>
          <a:p>
            <a:pPr lvl="0"/>
            <a:r>
              <a:rPr lang="en-US" dirty="0"/>
              <a:t>Pull-out quote</a:t>
            </a:r>
          </a:p>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endParaRPr lang="en-AU" dirty="0"/>
          </a:p>
        </p:txBody>
      </p:sp>
      <p:grpSp>
        <p:nvGrpSpPr>
          <p:cNvPr id="7" name="Deakin Logo" descr="Deakin Logo">
            <a:extLst>
              <a:ext uri="{FF2B5EF4-FFF2-40B4-BE49-F238E27FC236}">
                <a16:creationId xmlns:a16="http://schemas.microsoft.com/office/drawing/2014/main" id="{696DD276-2021-4E72-9004-5E975B6896C8}"/>
              </a:ext>
            </a:extLst>
          </p:cNvPr>
          <p:cNvGrpSpPr/>
          <p:nvPr userDrawn="1"/>
        </p:nvGrpSpPr>
        <p:grpSpPr>
          <a:xfrm>
            <a:off x="10928350" y="5589545"/>
            <a:ext cx="1062566" cy="1065213"/>
            <a:chOff x="10928350" y="5591175"/>
            <a:chExt cx="1062566" cy="1065213"/>
          </a:xfrm>
        </p:grpSpPr>
        <p:sp>
          <p:nvSpPr>
            <p:cNvPr id="8" name="Logo">
              <a:extLst>
                <a:ext uri="{FF2B5EF4-FFF2-40B4-BE49-F238E27FC236}">
                  <a16:creationId xmlns:a16="http://schemas.microsoft.com/office/drawing/2014/main" id="{201E62EF-F85C-4206-BFBC-4D89406A0D24}"/>
                </a:ext>
              </a:extLst>
            </p:cNvPr>
            <p:cNvSpPr txBox="1">
              <a:spLocks noChangeAspect="1"/>
            </p:cNvSpPr>
            <p:nvPr userDrawn="1"/>
          </p:nvSpPr>
          <p:spPr>
            <a:xfrm>
              <a:off x="10928916" y="5592758"/>
              <a:ext cx="1062000" cy="1062000"/>
            </a:xfrm>
            <a:prstGeom prst="rect">
              <a:avLst/>
            </a:prstGeom>
            <a:blipFill dpi="0" rotWithShape="1">
              <a:blip r:embed="rId2" cstate="screen">
                <a:extLst>
                  <a:ext uri="{28A0092B-C50C-407E-A947-70E740481C1C}">
                    <a14:useLocalDpi xmlns:a14="http://schemas.microsoft.com/office/drawing/2010/main"/>
                  </a:ext>
                </a:extLst>
              </a:blip>
              <a:srcRect/>
              <a:stretch>
                <a:fillRect/>
              </a:stretch>
            </a:blipFill>
          </p:spPr>
          <p:txBody>
            <a:bodyPr/>
            <a:lstStyle>
              <a:lvl1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2pPr>
              <a:lvl3pPr marL="0" indent="0" algn="l" defTabSz="914400" rtl="0" eaLnBrk="1" latinLnBrk="0" hangingPunct="1">
                <a:lnSpc>
                  <a:spcPct val="100000"/>
                </a:lnSpc>
                <a:spcBef>
                  <a:spcPts val="0"/>
                </a:spcBef>
                <a:buSzPct val="110000"/>
                <a:buFont typeface="Arial" panose="020B0604020202020204" pitchFamily="34" charset="0"/>
                <a:buNone/>
                <a:defRPr sz="200" kern="1200">
                  <a:solidFill>
                    <a:schemeClr val="bg1"/>
                  </a:solidFill>
                  <a:latin typeface="+mn-lt"/>
                  <a:ea typeface="+mn-ea"/>
                  <a:cs typeface="+mn-cs"/>
                </a:defRPr>
              </a:lvl3pPr>
              <a:lvl4pPr marL="0" indent="0" algn="l" defTabSz="914400" rtl="0" eaLnBrk="1" latinLnBrk="0" hangingPunct="1">
                <a:lnSpc>
                  <a:spcPct val="100000"/>
                </a:lnSpc>
                <a:spcBef>
                  <a:spcPts val="0"/>
                </a:spcBef>
                <a:buFont typeface="Calibri" panose="020F0502020204030204" pitchFamily="34" charset="0"/>
                <a:buNone/>
                <a:defRPr sz="200" kern="1200">
                  <a:solidFill>
                    <a:schemeClr val="bg1"/>
                  </a:solidFill>
                  <a:latin typeface="+mn-lt"/>
                  <a:ea typeface="+mn-ea"/>
                  <a:cs typeface="+mn-cs"/>
                </a:defRPr>
              </a:lvl4pPr>
              <a:lvl5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5pPr>
              <a:lvl6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6pPr>
              <a:lvl7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7pPr>
              <a:lvl8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8pPr>
              <a:lvl9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9pPr>
            </a:lstStyle>
            <a:p>
              <a:r>
                <a:rPr lang="en-US"/>
                <a:t>   </a:t>
              </a:r>
              <a:endParaRPr lang="en-AU" dirty="0"/>
            </a:p>
          </p:txBody>
        </p:sp>
        <p:sp>
          <p:nvSpPr>
            <p:cNvPr id="9" name="Logo">
              <a:extLst>
                <a:ext uri="{FF2B5EF4-FFF2-40B4-BE49-F238E27FC236}">
                  <a16:creationId xmlns:a16="http://schemas.microsoft.com/office/drawing/2014/main" id="{5121C8AF-764F-4612-9902-7FC960F613BF}"/>
                </a:ext>
              </a:extLst>
            </p:cNvPr>
            <p:cNvSpPr>
              <a:spLocks noEditPoints="1"/>
            </p:cNvSpPr>
            <p:nvPr userDrawn="1"/>
          </p:nvSpPr>
          <p:spPr bwMode="auto">
            <a:xfrm>
              <a:off x="10928350" y="5591175"/>
              <a:ext cx="1062038" cy="1065213"/>
            </a:xfrm>
            <a:custGeom>
              <a:avLst/>
              <a:gdLst>
                <a:gd name="T0" fmla="*/ 3400 w 6806"/>
                <a:gd name="T1" fmla="*/ 85 h 6803"/>
                <a:gd name="T2" fmla="*/ 3400 w 6806"/>
                <a:gd name="T3" fmla="*/ 85 h 6803"/>
                <a:gd name="T4" fmla="*/ 6720 w 6806"/>
                <a:gd name="T5" fmla="*/ 3399 h 6803"/>
                <a:gd name="T6" fmla="*/ 3406 w 6806"/>
                <a:gd name="T7" fmla="*/ 6719 h 6803"/>
                <a:gd name="T8" fmla="*/ 3403 w 6806"/>
                <a:gd name="T9" fmla="*/ 6719 h 6803"/>
                <a:gd name="T10" fmla="*/ 86 w 6806"/>
                <a:gd name="T11" fmla="*/ 3405 h 6803"/>
                <a:gd name="T12" fmla="*/ 1055 w 6806"/>
                <a:gd name="T13" fmla="*/ 1058 h 6803"/>
                <a:gd name="T14" fmla="*/ 3400 w 6806"/>
                <a:gd name="T15" fmla="*/ 85 h 6803"/>
                <a:gd name="T16" fmla="*/ 3400 w 6806"/>
                <a:gd name="T17" fmla="*/ 0 h 6803"/>
                <a:gd name="T18" fmla="*/ 995 w 6806"/>
                <a:gd name="T19" fmla="*/ 999 h 6803"/>
                <a:gd name="T20" fmla="*/ 1 w 6806"/>
                <a:gd name="T21" fmla="*/ 3405 h 6803"/>
                <a:gd name="T22" fmla="*/ 3403 w 6806"/>
                <a:gd name="T23" fmla="*/ 6803 h 6803"/>
                <a:gd name="T24" fmla="*/ 3406 w 6806"/>
                <a:gd name="T25" fmla="*/ 6803 h 6803"/>
                <a:gd name="T26" fmla="*/ 6804 w 6806"/>
                <a:gd name="T27" fmla="*/ 3399 h 6803"/>
                <a:gd name="T28" fmla="*/ 3400 w 6806"/>
                <a:gd name="T29" fmla="*/ 0 h 68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806" h="6803">
                  <a:moveTo>
                    <a:pt x="3400" y="85"/>
                  </a:moveTo>
                  <a:cubicBezTo>
                    <a:pt x="3400" y="85"/>
                    <a:pt x="3400" y="85"/>
                    <a:pt x="3400" y="85"/>
                  </a:cubicBezTo>
                  <a:cubicBezTo>
                    <a:pt x="5229" y="85"/>
                    <a:pt x="6718" y="1571"/>
                    <a:pt x="6720" y="3399"/>
                  </a:cubicBezTo>
                  <a:cubicBezTo>
                    <a:pt x="6722" y="5228"/>
                    <a:pt x="5235" y="6717"/>
                    <a:pt x="3406" y="6719"/>
                  </a:cubicBezTo>
                  <a:cubicBezTo>
                    <a:pt x="3403" y="6719"/>
                    <a:pt x="3403" y="6719"/>
                    <a:pt x="3403" y="6719"/>
                  </a:cubicBezTo>
                  <a:cubicBezTo>
                    <a:pt x="1575" y="6719"/>
                    <a:pt x="87" y="5232"/>
                    <a:pt x="86" y="3405"/>
                  </a:cubicBezTo>
                  <a:cubicBezTo>
                    <a:pt x="85" y="2519"/>
                    <a:pt x="429" y="1685"/>
                    <a:pt x="1055" y="1058"/>
                  </a:cubicBezTo>
                  <a:cubicBezTo>
                    <a:pt x="1681" y="431"/>
                    <a:pt x="2514" y="85"/>
                    <a:pt x="3400" y="85"/>
                  </a:cubicBezTo>
                  <a:moveTo>
                    <a:pt x="3400" y="0"/>
                  </a:moveTo>
                  <a:cubicBezTo>
                    <a:pt x="2491" y="1"/>
                    <a:pt x="1637" y="355"/>
                    <a:pt x="995" y="999"/>
                  </a:cubicBezTo>
                  <a:cubicBezTo>
                    <a:pt x="354" y="1642"/>
                    <a:pt x="0" y="2496"/>
                    <a:pt x="1" y="3405"/>
                  </a:cubicBezTo>
                  <a:cubicBezTo>
                    <a:pt x="3" y="5279"/>
                    <a:pt x="1529" y="6803"/>
                    <a:pt x="3403" y="6803"/>
                  </a:cubicBezTo>
                  <a:cubicBezTo>
                    <a:pt x="3406" y="6803"/>
                    <a:pt x="3406" y="6803"/>
                    <a:pt x="3406" y="6803"/>
                  </a:cubicBezTo>
                  <a:cubicBezTo>
                    <a:pt x="5281" y="6802"/>
                    <a:pt x="6806" y="5274"/>
                    <a:pt x="6804" y="3399"/>
                  </a:cubicBezTo>
                  <a:cubicBezTo>
                    <a:pt x="6803" y="1525"/>
                    <a:pt x="5277" y="0"/>
                    <a:pt x="340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sp>
        <p:nvSpPr>
          <p:cNvPr id="13" name="Slide Number">
            <a:extLst>
              <a:ext uri="{FF2B5EF4-FFF2-40B4-BE49-F238E27FC236}">
                <a16:creationId xmlns:a16="http://schemas.microsoft.com/office/drawing/2014/main" id="{4A17D06E-68F2-49BD-98A7-A0C16E41BD65}"/>
              </a:ext>
            </a:extLst>
          </p:cNvPr>
          <p:cNvSpPr>
            <a:spLocks noGrp="1"/>
          </p:cNvSpPr>
          <p:nvPr>
            <p:ph type="sldNum" sz="quarter" idx="17"/>
          </p:nvPr>
        </p:nvSpPr>
        <p:spPr/>
        <p:txBody>
          <a:bodyPr/>
          <a:lstStyle/>
          <a:p>
            <a:fld id="{F5AEA0E0-5CC6-4BD0-905C-A0021E419432}" type="slidenum">
              <a:rPr lang="en-GB" smtClean="0"/>
              <a:pPr/>
              <a:t>‹#›</a:t>
            </a:fld>
            <a:endParaRPr lang="en-GB" dirty="0"/>
          </a:p>
        </p:txBody>
      </p:sp>
      <p:sp>
        <p:nvSpPr>
          <p:cNvPr id="6" name="Date">
            <a:extLst>
              <a:ext uri="{FF2B5EF4-FFF2-40B4-BE49-F238E27FC236}">
                <a16:creationId xmlns:a16="http://schemas.microsoft.com/office/drawing/2014/main" id="{F4E0256E-6F04-4EC8-AFB8-21B09916E9B8}"/>
              </a:ext>
            </a:extLst>
          </p:cNvPr>
          <p:cNvSpPr>
            <a:spLocks noGrp="1"/>
          </p:cNvSpPr>
          <p:nvPr>
            <p:ph type="dt" sz="half" idx="15"/>
          </p:nvPr>
        </p:nvSpPr>
        <p:spPr/>
        <p:txBody>
          <a:bodyPr/>
          <a:lstStyle/>
          <a:p>
            <a:endParaRPr lang="en-GB" dirty="0"/>
          </a:p>
        </p:txBody>
      </p:sp>
      <p:sp>
        <p:nvSpPr>
          <p:cNvPr id="11" name="Footer/CRICOS">
            <a:extLst>
              <a:ext uri="{FF2B5EF4-FFF2-40B4-BE49-F238E27FC236}">
                <a16:creationId xmlns:a16="http://schemas.microsoft.com/office/drawing/2014/main" id="{5717C715-D4BC-40AB-93E2-99B78F11712B}"/>
              </a:ext>
            </a:extLst>
          </p:cNvPr>
          <p:cNvSpPr>
            <a:spLocks noGrp="1"/>
          </p:cNvSpPr>
          <p:nvPr>
            <p:ph type="ftr" sz="quarter" idx="16"/>
          </p:nvPr>
        </p:nvSpPr>
        <p:spPr/>
        <p:txBody>
          <a:bodyPr/>
          <a:lstStyle/>
          <a:p>
            <a:r>
              <a:rPr lang="en-AU"/>
              <a:t>Deakin University CRICOS Provider Code: 00113B</a:t>
            </a:r>
            <a:endParaRPr lang="en-GB" dirty="0"/>
          </a:p>
        </p:txBody>
      </p:sp>
    </p:spTree>
    <p:extLst>
      <p:ext uri="{BB962C8B-B14F-4D97-AF65-F5344CB8AC3E}">
        <p14:creationId xmlns:p14="http://schemas.microsoft.com/office/powerpoint/2010/main" val="81345960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Table">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solidFill>
                  <a:schemeClr val="tx1"/>
                </a:solidFill>
              </a:defRPr>
            </a:lvl1pPr>
          </a:lstStyle>
          <a:p>
            <a:r>
              <a:rPr lang="en-US" dirty="0"/>
              <a:t>Click to add title</a:t>
            </a:r>
            <a:endParaRPr lang="en-GB" dirty="0"/>
          </a:p>
        </p:txBody>
      </p:sp>
      <p:sp>
        <p:nvSpPr>
          <p:cNvPr id="4" name="Table Placeholder">
            <a:extLst>
              <a:ext uri="{FF2B5EF4-FFF2-40B4-BE49-F238E27FC236}">
                <a16:creationId xmlns:a16="http://schemas.microsoft.com/office/drawing/2014/main" id="{D9448B89-E1A9-48D1-ACE5-F2C703E0A813}"/>
              </a:ext>
            </a:extLst>
          </p:cNvPr>
          <p:cNvSpPr>
            <a:spLocks noGrp="1"/>
          </p:cNvSpPr>
          <p:nvPr>
            <p:ph type="tbl" sz="quarter" idx="13"/>
          </p:nvPr>
        </p:nvSpPr>
        <p:spPr>
          <a:xfrm>
            <a:off x="600075" y="1878013"/>
            <a:ext cx="10083800" cy="3568700"/>
          </a:xfrm>
        </p:spPr>
        <p:txBody>
          <a:bodyPr/>
          <a:lstStyle>
            <a:lvl1pPr>
              <a:defRPr sz="1400">
                <a:solidFill>
                  <a:schemeClr val="tx1"/>
                </a:solidFill>
              </a:defRPr>
            </a:lvl1pPr>
          </a:lstStyle>
          <a:p>
            <a:r>
              <a:rPr lang="en-GB"/>
              <a:t>Click icon to add table</a:t>
            </a:r>
            <a:endParaRPr lang="en-GB" dirty="0"/>
          </a:p>
        </p:txBody>
      </p:sp>
      <p:grpSp>
        <p:nvGrpSpPr>
          <p:cNvPr id="13" name="Deakin Logo" descr="Deakin Logo">
            <a:extLst>
              <a:ext uri="{FF2B5EF4-FFF2-40B4-BE49-F238E27FC236}">
                <a16:creationId xmlns:a16="http://schemas.microsoft.com/office/drawing/2014/main" id="{606A3B8A-0D5E-4EA8-B500-FE031AC36F15}"/>
              </a:ext>
            </a:extLst>
          </p:cNvPr>
          <p:cNvGrpSpPr/>
          <p:nvPr userDrawn="1"/>
        </p:nvGrpSpPr>
        <p:grpSpPr>
          <a:xfrm>
            <a:off x="11339575" y="205549"/>
            <a:ext cx="651345" cy="652971"/>
            <a:chOff x="10928350" y="5591175"/>
            <a:chExt cx="1062560" cy="1065213"/>
          </a:xfrm>
        </p:grpSpPr>
        <p:sp>
          <p:nvSpPr>
            <p:cNvPr id="14" name="Logo">
              <a:extLst>
                <a:ext uri="{FF2B5EF4-FFF2-40B4-BE49-F238E27FC236}">
                  <a16:creationId xmlns:a16="http://schemas.microsoft.com/office/drawing/2014/main" id="{13049A93-5B1D-416C-9579-E43D194E5718}"/>
                </a:ext>
              </a:extLst>
            </p:cNvPr>
            <p:cNvSpPr txBox="1">
              <a:spLocks noChangeAspect="1"/>
            </p:cNvSpPr>
            <p:nvPr userDrawn="1"/>
          </p:nvSpPr>
          <p:spPr>
            <a:xfrm>
              <a:off x="10928911" y="5592757"/>
              <a:ext cx="1061999" cy="1061999"/>
            </a:xfrm>
            <a:prstGeom prst="rect">
              <a:avLst/>
            </a:prstGeom>
            <a:blipFill dpi="0" rotWithShape="1">
              <a:blip r:embed="rId2" cstate="screen">
                <a:alphaModFix/>
                <a:extLst>
                  <a:ext uri="{28A0092B-C50C-407E-A947-70E740481C1C}">
                    <a14:useLocalDpi xmlns:a14="http://schemas.microsoft.com/office/drawing/2010/main"/>
                  </a:ext>
                </a:extLst>
              </a:blip>
              <a:srcRect/>
              <a:stretch>
                <a:fillRect/>
              </a:stretch>
            </a:blipFill>
          </p:spPr>
          <p:txBody>
            <a:bodyPr/>
            <a:lstStyle>
              <a:lvl1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2pPr>
              <a:lvl3pPr marL="0" indent="0" algn="l" defTabSz="914400" rtl="0" eaLnBrk="1" latinLnBrk="0" hangingPunct="1">
                <a:lnSpc>
                  <a:spcPct val="100000"/>
                </a:lnSpc>
                <a:spcBef>
                  <a:spcPts val="0"/>
                </a:spcBef>
                <a:buSzPct val="110000"/>
                <a:buFont typeface="Arial" panose="020B0604020202020204" pitchFamily="34" charset="0"/>
                <a:buNone/>
                <a:defRPr sz="200" kern="1200">
                  <a:solidFill>
                    <a:schemeClr val="bg1"/>
                  </a:solidFill>
                  <a:latin typeface="+mn-lt"/>
                  <a:ea typeface="+mn-ea"/>
                  <a:cs typeface="+mn-cs"/>
                </a:defRPr>
              </a:lvl3pPr>
              <a:lvl4pPr marL="0" indent="0" algn="l" defTabSz="914400" rtl="0" eaLnBrk="1" latinLnBrk="0" hangingPunct="1">
                <a:lnSpc>
                  <a:spcPct val="100000"/>
                </a:lnSpc>
                <a:spcBef>
                  <a:spcPts val="0"/>
                </a:spcBef>
                <a:buFont typeface="Calibri" panose="020F0502020204030204" pitchFamily="34" charset="0"/>
                <a:buNone/>
                <a:defRPr sz="200" kern="1200">
                  <a:solidFill>
                    <a:schemeClr val="bg1"/>
                  </a:solidFill>
                  <a:latin typeface="+mn-lt"/>
                  <a:ea typeface="+mn-ea"/>
                  <a:cs typeface="+mn-cs"/>
                </a:defRPr>
              </a:lvl4pPr>
              <a:lvl5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5pPr>
              <a:lvl6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6pPr>
              <a:lvl7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7pPr>
              <a:lvl8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8pPr>
              <a:lvl9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9pPr>
            </a:lstStyle>
            <a:p>
              <a:r>
                <a:rPr lang="en-US"/>
                <a:t>   </a:t>
              </a:r>
              <a:endParaRPr lang="en-AU" dirty="0"/>
            </a:p>
          </p:txBody>
        </p:sp>
        <p:sp>
          <p:nvSpPr>
            <p:cNvPr id="15" name="Logo">
              <a:extLst>
                <a:ext uri="{FF2B5EF4-FFF2-40B4-BE49-F238E27FC236}">
                  <a16:creationId xmlns:a16="http://schemas.microsoft.com/office/drawing/2014/main" id="{DE2DFFAD-7176-42E2-8DC5-2CFCA7A8934C}"/>
                </a:ext>
              </a:extLst>
            </p:cNvPr>
            <p:cNvSpPr>
              <a:spLocks noEditPoints="1"/>
            </p:cNvSpPr>
            <p:nvPr userDrawn="1"/>
          </p:nvSpPr>
          <p:spPr bwMode="auto">
            <a:xfrm>
              <a:off x="10928350" y="5591175"/>
              <a:ext cx="1062037" cy="1065213"/>
            </a:xfrm>
            <a:custGeom>
              <a:avLst/>
              <a:gdLst>
                <a:gd name="T0" fmla="*/ 3400 w 6806"/>
                <a:gd name="T1" fmla="*/ 85 h 6803"/>
                <a:gd name="T2" fmla="*/ 3400 w 6806"/>
                <a:gd name="T3" fmla="*/ 85 h 6803"/>
                <a:gd name="T4" fmla="*/ 6720 w 6806"/>
                <a:gd name="T5" fmla="*/ 3399 h 6803"/>
                <a:gd name="T6" fmla="*/ 3406 w 6806"/>
                <a:gd name="T7" fmla="*/ 6719 h 6803"/>
                <a:gd name="T8" fmla="*/ 3403 w 6806"/>
                <a:gd name="T9" fmla="*/ 6719 h 6803"/>
                <a:gd name="T10" fmla="*/ 86 w 6806"/>
                <a:gd name="T11" fmla="*/ 3405 h 6803"/>
                <a:gd name="T12" fmla="*/ 1055 w 6806"/>
                <a:gd name="T13" fmla="*/ 1058 h 6803"/>
                <a:gd name="T14" fmla="*/ 3400 w 6806"/>
                <a:gd name="T15" fmla="*/ 85 h 6803"/>
                <a:gd name="T16" fmla="*/ 3400 w 6806"/>
                <a:gd name="T17" fmla="*/ 0 h 6803"/>
                <a:gd name="T18" fmla="*/ 995 w 6806"/>
                <a:gd name="T19" fmla="*/ 999 h 6803"/>
                <a:gd name="T20" fmla="*/ 1 w 6806"/>
                <a:gd name="T21" fmla="*/ 3405 h 6803"/>
                <a:gd name="T22" fmla="*/ 3403 w 6806"/>
                <a:gd name="T23" fmla="*/ 6803 h 6803"/>
                <a:gd name="T24" fmla="*/ 3406 w 6806"/>
                <a:gd name="T25" fmla="*/ 6803 h 6803"/>
                <a:gd name="T26" fmla="*/ 6804 w 6806"/>
                <a:gd name="T27" fmla="*/ 3399 h 6803"/>
                <a:gd name="T28" fmla="*/ 3400 w 6806"/>
                <a:gd name="T29" fmla="*/ 0 h 68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806" h="6803">
                  <a:moveTo>
                    <a:pt x="3400" y="85"/>
                  </a:moveTo>
                  <a:cubicBezTo>
                    <a:pt x="3400" y="85"/>
                    <a:pt x="3400" y="85"/>
                    <a:pt x="3400" y="85"/>
                  </a:cubicBezTo>
                  <a:cubicBezTo>
                    <a:pt x="5229" y="85"/>
                    <a:pt x="6718" y="1571"/>
                    <a:pt x="6720" y="3399"/>
                  </a:cubicBezTo>
                  <a:cubicBezTo>
                    <a:pt x="6722" y="5228"/>
                    <a:pt x="5235" y="6717"/>
                    <a:pt x="3406" y="6719"/>
                  </a:cubicBezTo>
                  <a:cubicBezTo>
                    <a:pt x="3403" y="6719"/>
                    <a:pt x="3403" y="6719"/>
                    <a:pt x="3403" y="6719"/>
                  </a:cubicBezTo>
                  <a:cubicBezTo>
                    <a:pt x="1575" y="6719"/>
                    <a:pt x="87" y="5232"/>
                    <a:pt x="86" y="3405"/>
                  </a:cubicBezTo>
                  <a:cubicBezTo>
                    <a:pt x="85" y="2519"/>
                    <a:pt x="429" y="1685"/>
                    <a:pt x="1055" y="1058"/>
                  </a:cubicBezTo>
                  <a:cubicBezTo>
                    <a:pt x="1681" y="431"/>
                    <a:pt x="2514" y="85"/>
                    <a:pt x="3400" y="85"/>
                  </a:cubicBezTo>
                  <a:moveTo>
                    <a:pt x="3400" y="0"/>
                  </a:moveTo>
                  <a:cubicBezTo>
                    <a:pt x="2491" y="1"/>
                    <a:pt x="1637" y="355"/>
                    <a:pt x="995" y="999"/>
                  </a:cubicBezTo>
                  <a:cubicBezTo>
                    <a:pt x="354" y="1642"/>
                    <a:pt x="0" y="2496"/>
                    <a:pt x="1" y="3405"/>
                  </a:cubicBezTo>
                  <a:cubicBezTo>
                    <a:pt x="3" y="5279"/>
                    <a:pt x="1529" y="6803"/>
                    <a:pt x="3403" y="6803"/>
                  </a:cubicBezTo>
                  <a:cubicBezTo>
                    <a:pt x="3406" y="6803"/>
                    <a:pt x="3406" y="6803"/>
                    <a:pt x="3406" y="6803"/>
                  </a:cubicBezTo>
                  <a:cubicBezTo>
                    <a:pt x="5281" y="6802"/>
                    <a:pt x="6806" y="5274"/>
                    <a:pt x="6804" y="3399"/>
                  </a:cubicBezTo>
                  <a:cubicBezTo>
                    <a:pt x="6803" y="1525"/>
                    <a:pt x="5277" y="0"/>
                    <a:pt x="340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sp>
        <p:nvSpPr>
          <p:cNvPr id="12" name="Slide Number">
            <a:extLst>
              <a:ext uri="{FF2B5EF4-FFF2-40B4-BE49-F238E27FC236}">
                <a16:creationId xmlns:a16="http://schemas.microsoft.com/office/drawing/2014/main" id="{E37375C2-F435-4AF8-BEA3-A45E92B6972D}"/>
              </a:ext>
            </a:extLst>
          </p:cNvPr>
          <p:cNvSpPr>
            <a:spLocks noGrp="1"/>
          </p:cNvSpPr>
          <p:nvPr>
            <p:ph type="sldNum" sz="quarter" idx="16"/>
          </p:nvPr>
        </p:nvSpPr>
        <p:spPr/>
        <p:txBody>
          <a:bodyPr/>
          <a:lstStyle/>
          <a:p>
            <a:fld id="{F5AEA0E0-5CC6-4BD0-905C-A0021E419432}" type="slidenum">
              <a:rPr lang="en-GB" smtClean="0"/>
              <a:pPr/>
              <a:t>‹#›</a:t>
            </a:fld>
            <a:endParaRPr lang="en-GB" dirty="0"/>
          </a:p>
        </p:txBody>
      </p:sp>
      <p:sp>
        <p:nvSpPr>
          <p:cNvPr id="7" name="Date">
            <a:extLst>
              <a:ext uri="{FF2B5EF4-FFF2-40B4-BE49-F238E27FC236}">
                <a16:creationId xmlns:a16="http://schemas.microsoft.com/office/drawing/2014/main" id="{86644C8A-AD32-4538-A73C-70A3CD1D3898}"/>
              </a:ext>
            </a:extLst>
          </p:cNvPr>
          <p:cNvSpPr>
            <a:spLocks noGrp="1"/>
          </p:cNvSpPr>
          <p:nvPr>
            <p:ph type="dt" sz="half" idx="14"/>
          </p:nvPr>
        </p:nvSpPr>
        <p:spPr/>
        <p:txBody>
          <a:bodyPr/>
          <a:lstStyle/>
          <a:p>
            <a:endParaRPr lang="en-GB" dirty="0"/>
          </a:p>
        </p:txBody>
      </p:sp>
      <p:sp>
        <p:nvSpPr>
          <p:cNvPr id="8" name="Footer/CRICOS">
            <a:extLst>
              <a:ext uri="{FF2B5EF4-FFF2-40B4-BE49-F238E27FC236}">
                <a16:creationId xmlns:a16="http://schemas.microsoft.com/office/drawing/2014/main" id="{5A390CDA-A490-485C-A4B5-94AE870FB7A5}"/>
              </a:ext>
            </a:extLst>
          </p:cNvPr>
          <p:cNvSpPr>
            <a:spLocks noGrp="1"/>
          </p:cNvSpPr>
          <p:nvPr>
            <p:ph type="ftr" sz="quarter" idx="15"/>
          </p:nvPr>
        </p:nvSpPr>
        <p:spPr/>
        <p:txBody>
          <a:bodyPr/>
          <a:lstStyle/>
          <a:p>
            <a:r>
              <a:rPr lang="en-AU"/>
              <a:t>Deakin University CRICOS Provider Code: 00113B</a:t>
            </a:r>
            <a:endParaRPr lang="en-GB" dirty="0"/>
          </a:p>
        </p:txBody>
      </p:sp>
    </p:spTree>
    <p:extLst>
      <p:ext uri="{BB962C8B-B14F-4D97-AF65-F5344CB8AC3E}">
        <p14:creationId xmlns:p14="http://schemas.microsoft.com/office/powerpoint/2010/main" val="399021508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7" name="Background">
            <a:extLst>
              <a:ext uri="{FF2B5EF4-FFF2-40B4-BE49-F238E27FC236}">
                <a16:creationId xmlns:a16="http://schemas.microsoft.com/office/drawing/2014/main" id="{C6BD6C96-781C-4A3F-97CF-70B1B00818F8}"/>
              </a:ext>
            </a:extLst>
          </p:cNvPr>
          <p:cNvSpPr/>
          <p:nvPr userDrawn="1"/>
        </p:nvSpPr>
        <p:spPr>
          <a:xfrm>
            <a:off x="0" y="0"/>
            <a:ext cx="12191999" cy="518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p:cNvSpPr>
            <a:spLocks noGrp="1"/>
          </p:cNvSpPr>
          <p:nvPr>
            <p:ph type="title" hasCustomPrompt="1"/>
          </p:nvPr>
        </p:nvSpPr>
        <p:spPr/>
        <p:txBody>
          <a:bodyPr/>
          <a:lstStyle>
            <a:lvl1pPr>
              <a:defRPr>
                <a:solidFill>
                  <a:schemeClr val="tx1"/>
                </a:solidFill>
              </a:defRPr>
            </a:lvl1pPr>
          </a:lstStyle>
          <a:p>
            <a:r>
              <a:rPr lang="en-US" dirty="0"/>
              <a:t>Click to add title</a:t>
            </a:r>
            <a:endParaRPr lang="en-GB" dirty="0"/>
          </a:p>
        </p:txBody>
      </p:sp>
      <p:sp>
        <p:nvSpPr>
          <p:cNvPr id="8" name="Chart Placeholder">
            <a:extLst>
              <a:ext uri="{FF2B5EF4-FFF2-40B4-BE49-F238E27FC236}">
                <a16:creationId xmlns:a16="http://schemas.microsoft.com/office/drawing/2014/main" id="{C30153EA-3427-4574-AE3C-5EC559671C53}"/>
              </a:ext>
            </a:extLst>
          </p:cNvPr>
          <p:cNvSpPr>
            <a:spLocks noGrp="1"/>
          </p:cNvSpPr>
          <p:nvPr>
            <p:ph type="chart" sz="quarter" idx="14"/>
          </p:nvPr>
        </p:nvSpPr>
        <p:spPr>
          <a:xfrm>
            <a:off x="600074" y="1230122"/>
            <a:ext cx="10083801" cy="4197542"/>
          </a:xfrm>
        </p:spPr>
        <p:txBody>
          <a:bodyPr/>
          <a:lstStyle>
            <a:lvl1pPr>
              <a:defRPr sz="1400">
                <a:solidFill>
                  <a:schemeClr val="tx1"/>
                </a:solidFill>
              </a:defRPr>
            </a:lvl1pPr>
          </a:lstStyle>
          <a:p>
            <a:r>
              <a:rPr lang="en-GB"/>
              <a:t>Click icon to add chart</a:t>
            </a:r>
          </a:p>
        </p:txBody>
      </p:sp>
      <p:grpSp>
        <p:nvGrpSpPr>
          <p:cNvPr id="14" name="Deakin Logo" descr="Deakin Logo">
            <a:extLst>
              <a:ext uri="{FF2B5EF4-FFF2-40B4-BE49-F238E27FC236}">
                <a16:creationId xmlns:a16="http://schemas.microsoft.com/office/drawing/2014/main" id="{C5FFB660-7BA5-4D9B-9C42-2D3DAF646F81}"/>
              </a:ext>
            </a:extLst>
          </p:cNvPr>
          <p:cNvGrpSpPr/>
          <p:nvPr userDrawn="1"/>
        </p:nvGrpSpPr>
        <p:grpSpPr>
          <a:xfrm>
            <a:off x="11339575" y="205549"/>
            <a:ext cx="651345" cy="652971"/>
            <a:chOff x="10928350" y="5591175"/>
            <a:chExt cx="1062560" cy="1065213"/>
          </a:xfrm>
        </p:grpSpPr>
        <p:sp>
          <p:nvSpPr>
            <p:cNvPr id="15" name="Logo">
              <a:extLst>
                <a:ext uri="{FF2B5EF4-FFF2-40B4-BE49-F238E27FC236}">
                  <a16:creationId xmlns:a16="http://schemas.microsoft.com/office/drawing/2014/main" id="{C411EB6F-6D17-4E45-994B-4F4D4488843F}"/>
                </a:ext>
              </a:extLst>
            </p:cNvPr>
            <p:cNvSpPr txBox="1">
              <a:spLocks noChangeAspect="1"/>
            </p:cNvSpPr>
            <p:nvPr userDrawn="1"/>
          </p:nvSpPr>
          <p:spPr>
            <a:xfrm>
              <a:off x="10928911" y="5592757"/>
              <a:ext cx="1061999" cy="1061999"/>
            </a:xfrm>
            <a:prstGeom prst="rect">
              <a:avLst/>
            </a:prstGeom>
            <a:blipFill dpi="0" rotWithShape="1">
              <a:blip r:embed="rId2" cstate="screen">
                <a:alphaModFix/>
                <a:extLst>
                  <a:ext uri="{28A0092B-C50C-407E-A947-70E740481C1C}">
                    <a14:useLocalDpi xmlns:a14="http://schemas.microsoft.com/office/drawing/2010/main"/>
                  </a:ext>
                </a:extLst>
              </a:blip>
              <a:srcRect/>
              <a:stretch>
                <a:fillRect/>
              </a:stretch>
            </a:blipFill>
          </p:spPr>
          <p:txBody>
            <a:bodyPr/>
            <a:lstStyle>
              <a:lvl1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2pPr>
              <a:lvl3pPr marL="0" indent="0" algn="l" defTabSz="914400" rtl="0" eaLnBrk="1" latinLnBrk="0" hangingPunct="1">
                <a:lnSpc>
                  <a:spcPct val="100000"/>
                </a:lnSpc>
                <a:spcBef>
                  <a:spcPts val="0"/>
                </a:spcBef>
                <a:buSzPct val="110000"/>
                <a:buFont typeface="Arial" panose="020B0604020202020204" pitchFamily="34" charset="0"/>
                <a:buNone/>
                <a:defRPr sz="200" kern="1200">
                  <a:solidFill>
                    <a:schemeClr val="bg1"/>
                  </a:solidFill>
                  <a:latin typeface="+mn-lt"/>
                  <a:ea typeface="+mn-ea"/>
                  <a:cs typeface="+mn-cs"/>
                </a:defRPr>
              </a:lvl3pPr>
              <a:lvl4pPr marL="0" indent="0" algn="l" defTabSz="914400" rtl="0" eaLnBrk="1" latinLnBrk="0" hangingPunct="1">
                <a:lnSpc>
                  <a:spcPct val="100000"/>
                </a:lnSpc>
                <a:spcBef>
                  <a:spcPts val="0"/>
                </a:spcBef>
                <a:buFont typeface="Calibri" panose="020F0502020204030204" pitchFamily="34" charset="0"/>
                <a:buNone/>
                <a:defRPr sz="200" kern="1200">
                  <a:solidFill>
                    <a:schemeClr val="bg1"/>
                  </a:solidFill>
                  <a:latin typeface="+mn-lt"/>
                  <a:ea typeface="+mn-ea"/>
                  <a:cs typeface="+mn-cs"/>
                </a:defRPr>
              </a:lvl4pPr>
              <a:lvl5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5pPr>
              <a:lvl6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6pPr>
              <a:lvl7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7pPr>
              <a:lvl8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8pPr>
              <a:lvl9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9pPr>
            </a:lstStyle>
            <a:p>
              <a:r>
                <a:rPr lang="en-US"/>
                <a:t>   </a:t>
              </a:r>
              <a:endParaRPr lang="en-AU" dirty="0"/>
            </a:p>
          </p:txBody>
        </p:sp>
        <p:sp>
          <p:nvSpPr>
            <p:cNvPr id="16" name="Logo">
              <a:extLst>
                <a:ext uri="{FF2B5EF4-FFF2-40B4-BE49-F238E27FC236}">
                  <a16:creationId xmlns:a16="http://schemas.microsoft.com/office/drawing/2014/main" id="{97DEDFE8-D0CA-44DA-964E-F62099CAF136}"/>
                </a:ext>
              </a:extLst>
            </p:cNvPr>
            <p:cNvSpPr>
              <a:spLocks noEditPoints="1"/>
            </p:cNvSpPr>
            <p:nvPr userDrawn="1"/>
          </p:nvSpPr>
          <p:spPr bwMode="auto">
            <a:xfrm>
              <a:off x="10928350" y="5591175"/>
              <a:ext cx="1062037" cy="1065213"/>
            </a:xfrm>
            <a:custGeom>
              <a:avLst/>
              <a:gdLst>
                <a:gd name="T0" fmla="*/ 3400 w 6806"/>
                <a:gd name="T1" fmla="*/ 85 h 6803"/>
                <a:gd name="T2" fmla="*/ 3400 w 6806"/>
                <a:gd name="T3" fmla="*/ 85 h 6803"/>
                <a:gd name="T4" fmla="*/ 6720 w 6806"/>
                <a:gd name="T5" fmla="*/ 3399 h 6803"/>
                <a:gd name="T6" fmla="*/ 3406 w 6806"/>
                <a:gd name="T7" fmla="*/ 6719 h 6803"/>
                <a:gd name="T8" fmla="*/ 3403 w 6806"/>
                <a:gd name="T9" fmla="*/ 6719 h 6803"/>
                <a:gd name="T10" fmla="*/ 86 w 6806"/>
                <a:gd name="T11" fmla="*/ 3405 h 6803"/>
                <a:gd name="T12" fmla="*/ 1055 w 6806"/>
                <a:gd name="T13" fmla="*/ 1058 h 6803"/>
                <a:gd name="T14" fmla="*/ 3400 w 6806"/>
                <a:gd name="T15" fmla="*/ 85 h 6803"/>
                <a:gd name="T16" fmla="*/ 3400 w 6806"/>
                <a:gd name="T17" fmla="*/ 0 h 6803"/>
                <a:gd name="T18" fmla="*/ 995 w 6806"/>
                <a:gd name="T19" fmla="*/ 999 h 6803"/>
                <a:gd name="T20" fmla="*/ 1 w 6806"/>
                <a:gd name="T21" fmla="*/ 3405 h 6803"/>
                <a:gd name="T22" fmla="*/ 3403 w 6806"/>
                <a:gd name="T23" fmla="*/ 6803 h 6803"/>
                <a:gd name="T24" fmla="*/ 3406 w 6806"/>
                <a:gd name="T25" fmla="*/ 6803 h 6803"/>
                <a:gd name="T26" fmla="*/ 6804 w 6806"/>
                <a:gd name="T27" fmla="*/ 3399 h 6803"/>
                <a:gd name="T28" fmla="*/ 3400 w 6806"/>
                <a:gd name="T29" fmla="*/ 0 h 68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806" h="6803">
                  <a:moveTo>
                    <a:pt x="3400" y="85"/>
                  </a:moveTo>
                  <a:cubicBezTo>
                    <a:pt x="3400" y="85"/>
                    <a:pt x="3400" y="85"/>
                    <a:pt x="3400" y="85"/>
                  </a:cubicBezTo>
                  <a:cubicBezTo>
                    <a:pt x="5229" y="85"/>
                    <a:pt x="6718" y="1571"/>
                    <a:pt x="6720" y="3399"/>
                  </a:cubicBezTo>
                  <a:cubicBezTo>
                    <a:pt x="6722" y="5228"/>
                    <a:pt x="5235" y="6717"/>
                    <a:pt x="3406" y="6719"/>
                  </a:cubicBezTo>
                  <a:cubicBezTo>
                    <a:pt x="3403" y="6719"/>
                    <a:pt x="3403" y="6719"/>
                    <a:pt x="3403" y="6719"/>
                  </a:cubicBezTo>
                  <a:cubicBezTo>
                    <a:pt x="1575" y="6719"/>
                    <a:pt x="87" y="5232"/>
                    <a:pt x="86" y="3405"/>
                  </a:cubicBezTo>
                  <a:cubicBezTo>
                    <a:pt x="85" y="2519"/>
                    <a:pt x="429" y="1685"/>
                    <a:pt x="1055" y="1058"/>
                  </a:cubicBezTo>
                  <a:cubicBezTo>
                    <a:pt x="1681" y="431"/>
                    <a:pt x="2514" y="85"/>
                    <a:pt x="3400" y="85"/>
                  </a:cubicBezTo>
                  <a:moveTo>
                    <a:pt x="3400" y="0"/>
                  </a:moveTo>
                  <a:cubicBezTo>
                    <a:pt x="2491" y="1"/>
                    <a:pt x="1637" y="355"/>
                    <a:pt x="995" y="999"/>
                  </a:cubicBezTo>
                  <a:cubicBezTo>
                    <a:pt x="354" y="1642"/>
                    <a:pt x="0" y="2496"/>
                    <a:pt x="1" y="3405"/>
                  </a:cubicBezTo>
                  <a:cubicBezTo>
                    <a:pt x="3" y="5279"/>
                    <a:pt x="1529" y="6803"/>
                    <a:pt x="3403" y="6803"/>
                  </a:cubicBezTo>
                  <a:cubicBezTo>
                    <a:pt x="3406" y="6803"/>
                    <a:pt x="3406" y="6803"/>
                    <a:pt x="3406" y="6803"/>
                  </a:cubicBezTo>
                  <a:cubicBezTo>
                    <a:pt x="5281" y="6802"/>
                    <a:pt x="6806" y="5274"/>
                    <a:pt x="6804" y="3399"/>
                  </a:cubicBezTo>
                  <a:cubicBezTo>
                    <a:pt x="6803" y="1525"/>
                    <a:pt x="5277" y="0"/>
                    <a:pt x="340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sp>
        <p:nvSpPr>
          <p:cNvPr id="13" name="Slide Number">
            <a:extLst>
              <a:ext uri="{FF2B5EF4-FFF2-40B4-BE49-F238E27FC236}">
                <a16:creationId xmlns:a16="http://schemas.microsoft.com/office/drawing/2014/main" id="{84769F21-380D-401A-A979-235CFCCEB2F4}"/>
              </a:ext>
            </a:extLst>
          </p:cNvPr>
          <p:cNvSpPr>
            <a:spLocks noGrp="1"/>
          </p:cNvSpPr>
          <p:nvPr>
            <p:ph type="sldNum" sz="quarter" idx="17"/>
          </p:nvPr>
        </p:nvSpPr>
        <p:spPr/>
        <p:txBody>
          <a:bodyPr/>
          <a:lstStyle/>
          <a:p>
            <a:fld id="{F5AEA0E0-5CC6-4BD0-905C-A0021E419432}" type="slidenum">
              <a:rPr lang="en-GB" smtClean="0"/>
              <a:pPr/>
              <a:t>‹#›</a:t>
            </a:fld>
            <a:endParaRPr lang="en-GB" dirty="0"/>
          </a:p>
        </p:txBody>
      </p:sp>
      <p:sp>
        <p:nvSpPr>
          <p:cNvPr id="11" name="Date">
            <a:extLst>
              <a:ext uri="{FF2B5EF4-FFF2-40B4-BE49-F238E27FC236}">
                <a16:creationId xmlns:a16="http://schemas.microsoft.com/office/drawing/2014/main" id="{5E277F89-CF90-4AFC-B523-E19D4440997F}"/>
              </a:ext>
            </a:extLst>
          </p:cNvPr>
          <p:cNvSpPr>
            <a:spLocks noGrp="1"/>
          </p:cNvSpPr>
          <p:nvPr>
            <p:ph type="dt" sz="half" idx="15"/>
          </p:nvPr>
        </p:nvSpPr>
        <p:spPr/>
        <p:txBody>
          <a:bodyPr/>
          <a:lstStyle/>
          <a:p>
            <a:endParaRPr lang="en-GB" dirty="0"/>
          </a:p>
        </p:txBody>
      </p:sp>
      <p:sp>
        <p:nvSpPr>
          <p:cNvPr id="12" name="Footer/CRICOS">
            <a:extLst>
              <a:ext uri="{FF2B5EF4-FFF2-40B4-BE49-F238E27FC236}">
                <a16:creationId xmlns:a16="http://schemas.microsoft.com/office/drawing/2014/main" id="{F488251D-16DE-402B-9564-5A4CEF24B413}"/>
              </a:ext>
            </a:extLst>
          </p:cNvPr>
          <p:cNvSpPr>
            <a:spLocks noGrp="1"/>
          </p:cNvSpPr>
          <p:nvPr>
            <p:ph type="ftr" sz="quarter" idx="16"/>
          </p:nvPr>
        </p:nvSpPr>
        <p:spPr/>
        <p:txBody>
          <a:bodyPr/>
          <a:lstStyle/>
          <a:p>
            <a:r>
              <a:rPr lang="en-AU"/>
              <a:t>Deakin University CRICOS Provider Code: 00113B</a:t>
            </a:r>
            <a:endParaRPr lang="en-GB" dirty="0"/>
          </a:p>
        </p:txBody>
      </p:sp>
    </p:spTree>
    <p:extLst>
      <p:ext uri="{BB962C8B-B14F-4D97-AF65-F5344CB8AC3E}">
        <p14:creationId xmlns:p14="http://schemas.microsoft.com/office/powerpoint/2010/main" val="34972322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wo Charts">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solidFill>
                  <a:schemeClr val="tx1"/>
                </a:solidFill>
              </a:defRPr>
            </a:lvl1pPr>
          </a:lstStyle>
          <a:p>
            <a:r>
              <a:rPr lang="en-US" dirty="0"/>
              <a:t>Click to add title</a:t>
            </a:r>
            <a:endParaRPr lang="en-GB" dirty="0"/>
          </a:p>
        </p:txBody>
      </p:sp>
      <p:sp>
        <p:nvSpPr>
          <p:cNvPr id="6" name="Chart Placeholder 1">
            <a:extLst>
              <a:ext uri="{FF2B5EF4-FFF2-40B4-BE49-F238E27FC236}">
                <a16:creationId xmlns:a16="http://schemas.microsoft.com/office/drawing/2014/main" id="{23A387DA-AE79-4488-A710-E2CB8440BAE5}"/>
              </a:ext>
            </a:extLst>
          </p:cNvPr>
          <p:cNvSpPr>
            <a:spLocks noGrp="1"/>
          </p:cNvSpPr>
          <p:nvPr>
            <p:ph type="chart" sz="quarter" idx="14"/>
          </p:nvPr>
        </p:nvSpPr>
        <p:spPr>
          <a:xfrm>
            <a:off x="600074" y="1230122"/>
            <a:ext cx="4650351" cy="4197542"/>
          </a:xfrm>
        </p:spPr>
        <p:txBody>
          <a:bodyPr/>
          <a:lstStyle>
            <a:lvl1pPr>
              <a:defRPr sz="1400">
                <a:solidFill>
                  <a:schemeClr val="tx1"/>
                </a:solidFill>
              </a:defRPr>
            </a:lvl1pPr>
          </a:lstStyle>
          <a:p>
            <a:r>
              <a:rPr lang="en-GB"/>
              <a:t>Click icon to add chart</a:t>
            </a:r>
            <a:endParaRPr lang="en-GB" dirty="0"/>
          </a:p>
        </p:txBody>
      </p:sp>
      <p:sp>
        <p:nvSpPr>
          <p:cNvPr id="8" name="Chart Placeholder 2">
            <a:extLst>
              <a:ext uri="{FF2B5EF4-FFF2-40B4-BE49-F238E27FC236}">
                <a16:creationId xmlns:a16="http://schemas.microsoft.com/office/drawing/2014/main" id="{E458C3C2-CF33-4CB9-8804-AE329310D4BD}"/>
              </a:ext>
            </a:extLst>
          </p:cNvPr>
          <p:cNvSpPr>
            <a:spLocks noGrp="1"/>
          </p:cNvSpPr>
          <p:nvPr>
            <p:ph type="chart" sz="quarter" idx="15"/>
          </p:nvPr>
        </p:nvSpPr>
        <p:spPr>
          <a:xfrm>
            <a:off x="6053496" y="1230122"/>
            <a:ext cx="4650351" cy="4197542"/>
          </a:xfrm>
        </p:spPr>
        <p:txBody>
          <a:bodyPr/>
          <a:lstStyle>
            <a:lvl1pPr>
              <a:defRPr sz="1400">
                <a:solidFill>
                  <a:schemeClr val="tx1"/>
                </a:solidFill>
              </a:defRPr>
            </a:lvl1pPr>
          </a:lstStyle>
          <a:p>
            <a:r>
              <a:rPr lang="en-GB"/>
              <a:t>Click icon to add chart</a:t>
            </a:r>
            <a:endParaRPr lang="en-GB" dirty="0"/>
          </a:p>
        </p:txBody>
      </p:sp>
      <p:grpSp>
        <p:nvGrpSpPr>
          <p:cNvPr id="16" name="Deakin Logo" descr="Deakin Logo">
            <a:extLst>
              <a:ext uri="{FF2B5EF4-FFF2-40B4-BE49-F238E27FC236}">
                <a16:creationId xmlns:a16="http://schemas.microsoft.com/office/drawing/2014/main" id="{77E1BF5B-E7FD-491B-858D-83A887BEE394}"/>
              </a:ext>
            </a:extLst>
          </p:cNvPr>
          <p:cNvGrpSpPr/>
          <p:nvPr userDrawn="1"/>
        </p:nvGrpSpPr>
        <p:grpSpPr>
          <a:xfrm>
            <a:off x="11339575" y="205549"/>
            <a:ext cx="651345" cy="652971"/>
            <a:chOff x="10928350" y="5591175"/>
            <a:chExt cx="1062560" cy="1065213"/>
          </a:xfrm>
        </p:grpSpPr>
        <p:sp>
          <p:nvSpPr>
            <p:cNvPr id="17" name="Logo">
              <a:extLst>
                <a:ext uri="{FF2B5EF4-FFF2-40B4-BE49-F238E27FC236}">
                  <a16:creationId xmlns:a16="http://schemas.microsoft.com/office/drawing/2014/main" id="{A3CED41C-31D9-4353-A3DB-3EB3080C2AFA}"/>
                </a:ext>
              </a:extLst>
            </p:cNvPr>
            <p:cNvSpPr txBox="1">
              <a:spLocks noChangeAspect="1"/>
            </p:cNvSpPr>
            <p:nvPr userDrawn="1"/>
          </p:nvSpPr>
          <p:spPr>
            <a:xfrm>
              <a:off x="10928911" y="5592757"/>
              <a:ext cx="1061999" cy="1061999"/>
            </a:xfrm>
            <a:prstGeom prst="rect">
              <a:avLst/>
            </a:prstGeom>
            <a:blipFill dpi="0" rotWithShape="1">
              <a:blip r:embed="rId2" cstate="screen">
                <a:alphaModFix/>
                <a:extLst>
                  <a:ext uri="{28A0092B-C50C-407E-A947-70E740481C1C}">
                    <a14:useLocalDpi xmlns:a14="http://schemas.microsoft.com/office/drawing/2010/main"/>
                  </a:ext>
                </a:extLst>
              </a:blip>
              <a:srcRect/>
              <a:stretch>
                <a:fillRect/>
              </a:stretch>
            </a:blipFill>
          </p:spPr>
          <p:txBody>
            <a:bodyPr/>
            <a:lstStyle>
              <a:lvl1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2pPr>
              <a:lvl3pPr marL="0" indent="0" algn="l" defTabSz="914400" rtl="0" eaLnBrk="1" latinLnBrk="0" hangingPunct="1">
                <a:lnSpc>
                  <a:spcPct val="100000"/>
                </a:lnSpc>
                <a:spcBef>
                  <a:spcPts val="0"/>
                </a:spcBef>
                <a:buSzPct val="110000"/>
                <a:buFont typeface="Arial" panose="020B0604020202020204" pitchFamily="34" charset="0"/>
                <a:buNone/>
                <a:defRPr sz="200" kern="1200">
                  <a:solidFill>
                    <a:schemeClr val="bg1"/>
                  </a:solidFill>
                  <a:latin typeface="+mn-lt"/>
                  <a:ea typeface="+mn-ea"/>
                  <a:cs typeface="+mn-cs"/>
                </a:defRPr>
              </a:lvl3pPr>
              <a:lvl4pPr marL="0" indent="0" algn="l" defTabSz="914400" rtl="0" eaLnBrk="1" latinLnBrk="0" hangingPunct="1">
                <a:lnSpc>
                  <a:spcPct val="100000"/>
                </a:lnSpc>
                <a:spcBef>
                  <a:spcPts val="0"/>
                </a:spcBef>
                <a:buFont typeface="Calibri" panose="020F0502020204030204" pitchFamily="34" charset="0"/>
                <a:buNone/>
                <a:defRPr sz="200" kern="1200">
                  <a:solidFill>
                    <a:schemeClr val="bg1"/>
                  </a:solidFill>
                  <a:latin typeface="+mn-lt"/>
                  <a:ea typeface="+mn-ea"/>
                  <a:cs typeface="+mn-cs"/>
                </a:defRPr>
              </a:lvl4pPr>
              <a:lvl5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5pPr>
              <a:lvl6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6pPr>
              <a:lvl7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7pPr>
              <a:lvl8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8pPr>
              <a:lvl9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9pPr>
            </a:lstStyle>
            <a:p>
              <a:r>
                <a:rPr lang="en-US"/>
                <a:t>   </a:t>
              </a:r>
              <a:endParaRPr lang="en-AU" dirty="0"/>
            </a:p>
          </p:txBody>
        </p:sp>
        <p:sp>
          <p:nvSpPr>
            <p:cNvPr id="18" name="Logo">
              <a:extLst>
                <a:ext uri="{FF2B5EF4-FFF2-40B4-BE49-F238E27FC236}">
                  <a16:creationId xmlns:a16="http://schemas.microsoft.com/office/drawing/2014/main" id="{89089C42-4D52-47E2-9DC0-AF675057A0DB}"/>
                </a:ext>
              </a:extLst>
            </p:cNvPr>
            <p:cNvSpPr>
              <a:spLocks noEditPoints="1"/>
            </p:cNvSpPr>
            <p:nvPr userDrawn="1"/>
          </p:nvSpPr>
          <p:spPr bwMode="auto">
            <a:xfrm>
              <a:off x="10928350" y="5591175"/>
              <a:ext cx="1062037" cy="1065213"/>
            </a:xfrm>
            <a:custGeom>
              <a:avLst/>
              <a:gdLst>
                <a:gd name="T0" fmla="*/ 3400 w 6806"/>
                <a:gd name="T1" fmla="*/ 85 h 6803"/>
                <a:gd name="T2" fmla="*/ 3400 w 6806"/>
                <a:gd name="T3" fmla="*/ 85 h 6803"/>
                <a:gd name="T4" fmla="*/ 6720 w 6806"/>
                <a:gd name="T5" fmla="*/ 3399 h 6803"/>
                <a:gd name="T6" fmla="*/ 3406 w 6806"/>
                <a:gd name="T7" fmla="*/ 6719 h 6803"/>
                <a:gd name="T8" fmla="*/ 3403 w 6806"/>
                <a:gd name="T9" fmla="*/ 6719 h 6803"/>
                <a:gd name="T10" fmla="*/ 86 w 6806"/>
                <a:gd name="T11" fmla="*/ 3405 h 6803"/>
                <a:gd name="T12" fmla="*/ 1055 w 6806"/>
                <a:gd name="T13" fmla="*/ 1058 h 6803"/>
                <a:gd name="T14" fmla="*/ 3400 w 6806"/>
                <a:gd name="T15" fmla="*/ 85 h 6803"/>
                <a:gd name="T16" fmla="*/ 3400 w 6806"/>
                <a:gd name="T17" fmla="*/ 0 h 6803"/>
                <a:gd name="T18" fmla="*/ 995 w 6806"/>
                <a:gd name="T19" fmla="*/ 999 h 6803"/>
                <a:gd name="T20" fmla="*/ 1 w 6806"/>
                <a:gd name="T21" fmla="*/ 3405 h 6803"/>
                <a:gd name="T22" fmla="*/ 3403 w 6806"/>
                <a:gd name="T23" fmla="*/ 6803 h 6803"/>
                <a:gd name="T24" fmla="*/ 3406 w 6806"/>
                <a:gd name="T25" fmla="*/ 6803 h 6803"/>
                <a:gd name="T26" fmla="*/ 6804 w 6806"/>
                <a:gd name="T27" fmla="*/ 3399 h 6803"/>
                <a:gd name="T28" fmla="*/ 3400 w 6806"/>
                <a:gd name="T29" fmla="*/ 0 h 68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806" h="6803">
                  <a:moveTo>
                    <a:pt x="3400" y="85"/>
                  </a:moveTo>
                  <a:cubicBezTo>
                    <a:pt x="3400" y="85"/>
                    <a:pt x="3400" y="85"/>
                    <a:pt x="3400" y="85"/>
                  </a:cubicBezTo>
                  <a:cubicBezTo>
                    <a:pt x="5229" y="85"/>
                    <a:pt x="6718" y="1571"/>
                    <a:pt x="6720" y="3399"/>
                  </a:cubicBezTo>
                  <a:cubicBezTo>
                    <a:pt x="6722" y="5228"/>
                    <a:pt x="5235" y="6717"/>
                    <a:pt x="3406" y="6719"/>
                  </a:cubicBezTo>
                  <a:cubicBezTo>
                    <a:pt x="3403" y="6719"/>
                    <a:pt x="3403" y="6719"/>
                    <a:pt x="3403" y="6719"/>
                  </a:cubicBezTo>
                  <a:cubicBezTo>
                    <a:pt x="1575" y="6719"/>
                    <a:pt x="87" y="5232"/>
                    <a:pt x="86" y="3405"/>
                  </a:cubicBezTo>
                  <a:cubicBezTo>
                    <a:pt x="85" y="2519"/>
                    <a:pt x="429" y="1685"/>
                    <a:pt x="1055" y="1058"/>
                  </a:cubicBezTo>
                  <a:cubicBezTo>
                    <a:pt x="1681" y="431"/>
                    <a:pt x="2514" y="85"/>
                    <a:pt x="3400" y="85"/>
                  </a:cubicBezTo>
                  <a:moveTo>
                    <a:pt x="3400" y="0"/>
                  </a:moveTo>
                  <a:cubicBezTo>
                    <a:pt x="2491" y="1"/>
                    <a:pt x="1637" y="355"/>
                    <a:pt x="995" y="999"/>
                  </a:cubicBezTo>
                  <a:cubicBezTo>
                    <a:pt x="354" y="1642"/>
                    <a:pt x="0" y="2496"/>
                    <a:pt x="1" y="3405"/>
                  </a:cubicBezTo>
                  <a:cubicBezTo>
                    <a:pt x="3" y="5279"/>
                    <a:pt x="1529" y="6803"/>
                    <a:pt x="3403" y="6803"/>
                  </a:cubicBezTo>
                  <a:cubicBezTo>
                    <a:pt x="3406" y="6803"/>
                    <a:pt x="3406" y="6803"/>
                    <a:pt x="3406" y="6803"/>
                  </a:cubicBezTo>
                  <a:cubicBezTo>
                    <a:pt x="5281" y="6802"/>
                    <a:pt x="6806" y="5274"/>
                    <a:pt x="6804" y="3399"/>
                  </a:cubicBezTo>
                  <a:cubicBezTo>
                    <a:pt x="6803" y="1525"/>
                    <a:pt x="5277" y="0"/>
                    <a:pt x="340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sp>
        <p:nvSpPr>
          <p:cNvPr id="13" name="Slide Number">
            <a:extLst>
              <a:ext uri="{FF2B5EF4-FFF2-40B4-BE49-F238E27FC236}">
                <a16:creationId xmlns:a16="http://schemas.microsoft.com/office/drawing/2014/main" id="{31F2A138-3AF9-4C53-833A-C2733C63B7DB}"/>
              </a:ext>
            </a:extLst>
          </p:cNvPr>
          <p:cNvSpPr>
            <a:spLocks noGrp="1"/>
          </p:cNvSpPr>
          <p:nvPr>
            <p:ph type="sldNum" sz="quarter" idx="18"/>
          </p:nvPr>
        </p:nvSpPr>
        <p:spPr/>
        <p:txBody>
          <a:bodyPr/>
          <a:lstStyle/>
          <a:p>
            <a:fld id="{F5AEA0E0-5CC6-4BD0-905C-A0021E419432}" type="slidenum">
              <a:rPr lang="en-GB" smtClean="0"/>
              <a:pPr/>
              <a:t>‹#›</a:t>
            </a:fld>
            <a:endParaRPr lang="en-GB" dirty="0"/>
          </a:p>
        </p:txBody>
      </p:sp>
      <p:sp>
        <p:nvSpPr>
          <p:cNvPr id="7" name="Date">
            <a:extLst>
              <a:ext uri="{FF2B5EF4-FFF2-40B4-BE49-F238E27FC236}">
                <a16:creationId xmlns:a16="http://schemas.microsoft.com/office/drawing/2014/main" id="{A3DAE3C3-1452-4375-850F-FD7946064FAE}"/>
              </a:ext>
            </a:extLst>
          </p:cNvPr>
          <p:cNvSpPr>
            <a:spLocks noGrp="1"/>
          </p:cNvSpPr>
          <p:nvPr>
            <p:ph type="dt" sz="half" idx="16"/>
          </p:nvPr>
        </p:nvSpPr>
        <p:spPr/>
        <p:txBody>
          <a:bodyPr/>
          <a:lstStyle/>
          <a:p>
            <a:endParaRPr lang="en-GB" dirty="0"/>
          </a:p>
        </p:txBody>
      </p:sp>
      <p:sp>
        <p:nvSpPr>
          <p:cNvPr id="12" name="Footer/CRICOS">
            <a:extLst>
              <a:ext uri="{FF2B5EF4-FFF2-40B4-BE49-F238E27FC236}">
                <a16:creationId xmlns:a16="http://schemas.microsoft.com/office/drawing/2014/main" id="{6D13FDE5-F1B6-461C-915A-DEEF86C2AA1B}"/>
              </a:ext>
            </a:extLst>
          </p:cNvPr>
          <p:cNvSpPr>
            <a:spLocks noGrp="1"/>
          </p:cNvSpPr>
          <p:nvPr>
            <p:ph type="ftr" sz="quarter" idx="17"/>
          </p:nvPr>
        </p:nvSpPr>
        <p:spPr/>
        <p:txBody>
          <a:bodyPr/>
          <a:lstStyle/>
          <a:p>
            <a:r>
              <a:rPr lang="en-AU"/>
              <a:t>Deakin University CRICOS Provider Code: 00113B</a:t>
            </a:r>
            <a:endParaRPr lang="en-GB" dirty="0"/>
          </a:p>
        </p:txBody>
      </p:sp>
    </p:spTree>
    <p:extLst>
      <p:ext uri="{BB962C8B-B14F-4D97-AF65-F5344CB8AC3E}">
        <p14:creationId xmlns:p14="http://schemas.microsoft.com/office/powerpoint/2010/main" val="187564510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mart Ar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solidFill>
                  <a:schemeClr val="tx1"/>
                </a:solidFill>
              </a:defRPr>
            </a:lvl1pPr>
          </a:lstStyle>
          <a:p>
            <a:r>
              <a:rPr lang="en-US" dirty="0"/>
              <a:t>Click to add title</a:t>
            </a:r>
            <a:endParaRPr lang="en-GB" dirty="0"/>
          </a:p>
        </p:txBody>
      </p:sp>
      <p:sp>
        <p:nvSpPr>
          <p:cNvPr id="4" name="SmartArt Placeholder">
            <a:extLst>
              <a:ext uri="{FF2B5EF4-FFF2-40B4-BE49-F238E27FC236}">
                <a16:creationId xmlns:a16="http://schemas.microsoft.com/office/drawing/2014/main" id="{33CEEB8A-45DE-442C-B018-839DF31F2C9D}"/>
              </a:ext>
            </a:extLst>
          </p:cNvPr>
          <p:cNvSpPr>
            <a:spLocks noGrp="1"/>
          </p:cNvSpPr>
          <p:nvPr>
            <p:ph type="dgm" sz="quarter" idx="15"/>
          </p:nvPr>
        </p:nvSpPr>
        <p:spPr>
          <a:xfrm>
            <a:off x="600075" y="1230313"/>
            <a:ext cx="10083800" cy="4197351"/>
          </a:xfrm>
        </p:spPr>
        <p:txBody>
          <a:bodyPr lIns="144000" tIns="108000"/>
          <a:lstStyle>
            <a:lvl1pPr>
              <a:defRPr sz="1400">
                <a:solidFill>
                  <a:schemeClr val="tx1"/>
                </a:solidFill>
              </a:defRPr>
            </a:lvl1pPr>
          </a:lstStyle>
          <a:p>
            <a:r>
              <a:rPr lang="en-GB"/>
              <a:t>Click icon to add SmartArt graphic</a:t>
            </a:r>
            <a:endParaRPr lang="en-GB" dirty="0"/>
          </a:p>
        </p:txBody>
      </p:sp>
      <p:grpSp>
        <p:nvGrpSpPr>
          <p:cNvPr id="13" name="Deakin Logo" descr="Deakin Logo">
            <a:extLst>
              <a:ext uri="{FF2B5EF4-FFF2-40B4-BE49-F238E27FC236}">
                <a16:creationId xmlns:a16="http://schemas.microsoft.com/office/drawing/2014/main" id="{386899D7-C520-4610-8AAE-CAC3A206245A}"/>
              </a:ext>
            </a:extLst>
          </p:cNvPr>
          <p:cNvGrpSpPr/>
          <p:nvPr userDrawn="1"/>
        </p:nvGrpSpPr>
        <p:grpSpPr>
          <a:xfrm>
            <a:off x="11339575" y="205549"/>
            <a:ext cx="651345" cy="652971"/>
            <a:chOff x="10928350" y="5591175"/>
            <a:chExt cx="1062560" cy="1065213"/>
          </a:xfrm>
        </p:grpSpPr>
        <p:sp>
          <p:nvSpPr>
            <p:cNvPr id="14" name="Logo">
              <a:extLst>
                <a:ext uri="{FF2B5EF4-FFF2-40B4-BE49-F238E27FC236}">
                  <a16:creationId xmlns:a16="http://schemas.microsoft.com/office/drawing/2014/main" id="{9E13043A-4D9A-4237-B639-E54792035060}"/>
                </a:ext>
              </a:extLst>
            </p:cNvPr>
            <p:cNvSpPr txBox="1">
              <a:spLocks noChangeAspect="1"/>
            </p:cNvSpPr>
            <p:nvPr userDrawn="1"/>
          </p:nvSpPr>
          <p:spPr>
            <a:xfrm>
              <a:off x="10928911" y="5592757"/>
              <a:ext cx="1061999" cy="1061999"/>
            </a:xfrm>
            <a:prstGeom prst="rect">
              <a:avLst/>
            </a:prstGeom>
            <a:blipFill dpi="0" rotWithShape="1">
              <a:blip r:embed="rId2" cstate="screen">
                <a:alphaModFix/>
                <a:extLst>
                  <a:ext uri="{28A0092B-C50C-407E-A947-70E740481C1C}">
                    <a14:useLocalDpi xmlns:a14="http://schemas.microsoft.com/office/drawing/2010/main"/>
                  </a:ext>
                </a:extLst>
              </a:blip>
              <a:srcRect/>
              <a:stretch>
                <a:fillRect/>
              </a:stretch>
            </a:blipFill>
          </p:spPr>
          <p:txBody>
            <a:bodyPr/>
            <a:lstStyle>
              <a:lvl1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2pPr>
              <a:lvl3pPr marL="0" indent="0" algn="l" defTabSz="914400" rtl="0" eaLnBrk="1" latinLnBrk="0" hangingPunct="1">
                <a:lnSpc>
                  <a:spcPct val="100000"/>
                </a:lnSpc>
                <a:spcBef>
                  <a:spcPts val="0"/>
                </a:spcBef>
                <a:buSzPct val="110000"/>
                <a:buFont typeface="Arial" panose="020B0604020202020204" pitchFamily="34" charset="0"/>
                <a:buNone/>
                <a:defRPr sz="200" kern="1200">
                  <a:solidFill>
                    <a:schemeClr val="bg1"/>
                  </a:solidFill>
                  <a:latin typeface="+mn-lt"/>
                  <a:ea typeface="+mn-ea"/>
                  <a:cs typeface="+mn-cs"/>
                </a:defRPr>
              </a:lvl3pPr>
              <a:lvl4pPr marL="0" indent="0" algn="l" defTabSz="914400" rtl="0" eaLnBrk="1" latinLnBrk="0" hangingPunct="1">
                <a:lnSpc>
                  <a:spcPct val="100000"/>
                </a:lnSpc>
                <a:spcBef>
                  <a:spcPts val="0"/>
                </a:spcBef>
                <a:buFont typeface="Calibri" panose="020F0502020204030204" pitchFamily="34" charset="0"/>
                <a:buNone/>
                <a:defRPr sz="200" kern="1200">
                  <a:solidFill>
                    <a:schemeClr val="bg1"/>
                  </a:solidFill>
                  <a:latin typeface="+mn-lt"/>
                  <a:ea typeface="+mn-ea"/>
                  <a:cs typeface="+mn-cs"/>
                </a:defRPr>
              </a:lvl4pPr>
              <a:lvl5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5pPr>
              <a:lvl6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6pPr>
              <a:lvl7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7pPr>
              <a:lvl8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8pPr>
              <a:lvl9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9pPr>
            </a:lstStyle>
            <a:p>
              <a:r>
                <a:rPr lang="en-US"/>
                <a:t>   </a:t>
              </a:r>
              <a:endParaRPr lang="en-AU" dirty="0"/>
            </a:p>
          </p:txBody>
        </p:sp>
        <p:sp>
          <p:nvSpPr>
            <p:cNvPr id="15" name="Logo">
              <a:extLst>
                <a:ext uri="{FF2B5EF4-FFF2-40B4-BE49-F238E27FC236}">
                  <a16:creationId xmlns:a16="http://schemas.microsoft.com/office/drawing/2014/main" id="{5E9E3B65-CC7D-4B6A-AE8D-CE11C10DBFB5}"/>
                </a:ext>
              </a:extLst>
            </p:cNvPr>
            <p:cNvSpPr>
              <a:spLocks noEditPoints="1"/>
            </p:cNvSpPr>
            <p:nvPr userDrawn="1"/>
          </p:nvSpPr>
          <p:spPr bwMode="auto">
            <a:xfrm>
              <a:off x="10928350" y="5591175"/>
              <a:ext cx="1062037" cy="1065213"/>
            </a:xfrm>
            <a:custGeom>
              <a:avLst/>
              <a:gdLst>
                <a:gd name="T0" fmla="*/ 3400 w 6806"/>
                <a:gd name="T1" fmla="*/ 85 h 6803"/>
                <a:gd name="T2" fmla="*/ 3400 w 6806"/>
                <a:gd name="T3" fmla="*/ 85 h 6803"/>
                <a:gd name="T4" fmla="*/ 6720 w 6806"/>
                <a:gd name="T5" fmla="*/ 3399 h 6803"/>
                <a:gd name="T6" fmla="*/ 3406 w 6806"/>
                <a:gd name="T7" fmla="*/ 6719 h 6803"/>
                <a:gd name="T8" fmla="*/ 3403 w 6806"/>
                <a:gd name="T9" fmla="*/ 6719 h 6803"/>
                <a:gd name="T10" fmla="*/ 86 w 6806"/>
                <a:gd name="T11" fmla="*/ 3405 h 6803"/>
                <a:gd name="T12" fmla="*/ 1055 w 6806"/>
                <a:gd name="T13" fmla="*/ 1058 h 6803"/>
                <a:gd name="T14" fmla="*/ 3400 w 6806"/>
                <a:gd name="T15" fmla="*/ 85 h 6803"/>
                <a:gd name="T16" fmla="*/ 3400 w 6806"/>
                <a:gd name="T17" fmla="*/ 0 h 6803"/>
                <a:gd name="T18" fmla="*/ 995 w 6806"/>
                <a:gd name="T19" fmla="*/ 999 h 6803"/>
                <a:gd name="T20" fmla="*/ 1 w 6806"/>
                <a:gd name="T21" fmla="*/ 3405 h 6803"/>
                <a:gd name="T22" fmla="*/ 3403 w 6806"/>
                <a:gd name="T23" fmla="*/ 6803 h 6803"/>
                <a:gd name="T24" fmla="*/ 3406 w 6806"/>
                <a:gd name="T25" fmla="*/ 6803 h 6803"/>
                <a:gd name="T26" fmla="*/ 6804 w 6806"/>
                <a:gd name="T27" fmla="*/ 3399 h 6803"/>
                <a:gd name="T28" fmla="*/ 3400 w 6806"/>
                <a:gd name="T29" fmla="*/ 0 h 68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806" h="6803">
                  <a:moveTo>
                    <a:pt x="3400" y="85"/>
                  </a:moveTo>
                  <a:cubicBezTo>
                    <a:pt x="3400" y="85"/>
                    <a:pt x="3400" y="85"/>
                    <a:pt x="3400" y="85"/>
                  </a:cubicBezTo>
                  <a:cubicBezTo>
                    <a:pt x="5229" y="85"/>
                    <a:pt x="6718" y="1571"/>
                    <a:pt x="6720" y="3399"/>
                  </a:cubicBezTo>
                  <a:cubicBezTo>
                    <a:pt x="6722" y="5228"/>
                    <a:pt x="5235" y="6717"/>
                    <a:pt x="3406" y="6719"/>
                  </a:cubicBezTo>
                  <a:cubicBezTo>
                    <a:pt x="3403" y="6719"/>
                    <a:pt x="3403" y="6719"/>
                    <a:pt x="3403" y="6719"/>
                  </a:cubicBezTo>
                  <a:cubicBezTo>
                    <a:pt x="1575" y="6719"/>
                    <a:pt x="87" y="5232"/>
                    <a:pt x="86" y="3405"/>
                  </a:cubicBezTo>
                  <a:cubicBezTo>
                    <a:pt x="85" y="2519"/>
                    <a:pt x="429" y="1685"/>
                    <a:pt x="1055" y="1058"/>
                  </a:cubicBezTo>
                  <a:cubicBezTo>
                    <a:pt x="1681" y="431"/>
                    <a:pt x="2514" y="85"/>
                    <a:pt x="3400" y="85"/>
                  </a:cubicBezTo>
                  <a:moveTo>
                    <a:pt x="3400" y="0"/>
                  </a:moveTo>
                  <a:cubicBezTo>
                    <a:pt x="2491" y="1"/>
                    <a:pt x="1637" y="355"/>
                    <a:pt x="995" y="999"/>
                  </a:cubicBezTo>
                  <a:cubicBezTo>
                    <a:pt x="354" y="1642"/>
                    <a:pt x="0" y="2496"/>
                    <a:pt x="1" y="3405"/>
                  </a:cubicBezTo>
                  <a:cubicBezTo>
                    <a:pt x="3" y="5279"/>
                    <a:pt x="1529" y="6803"/>
                    <a:pt x="3403" y="6803"/>
                  </a:cubicBezTo>
                  <a:cubicBezTo>
                    <a:pt x="3406" y="6803"/>
                    <a:pt x="3406" y="6803"/>
                    <a:pt x="3406" y="6803"/>
                  </a:cubicBezTo>
                  <a:cubicBezTo>
                    <a:pt x="5281" y="6802"/>
                    <a:pt x="6806" y="5274"/>
                    <a:pt x="6804" y="3399"/>
                  </a:cubicBezTo>
                  <a:cubicBezTo>
                    <a:pt x="6803" y="1525"/>
                    <a:pt x="5277" y="0"/>
                    <a:pt x="340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sp>
        <p:nvSpPr>
          <p:cNvPr id="12" name="Slide Number">
            <a:extLst>
              <a:ext uri="{FF2B5EF4-FFF2-40B4-BE49-F238E27FC236}">
                <a16:creationId xmlns:a16="http://schemas.microsoft.com/office/drawing/2014/main" id="{9A3005D1-0DB0-4645-B2C9-EADC1FB24621}"/>
              </a:ext>
            </a:extLst>
          </p:cNvPr>
          <p:cNvSpPr>
            <a:spLocks noGrp="1"/>
          </p:cNvSpPr>
          <p:nvPr>
            <p:ph type="sldNum" sz="quarter" idx="18"/>
          </p:nvPr>
        </p:nvSpPr>
        <p:spPr/>
        <p:txBody>
          <a:bodyPr/>
          <a:lstStyle/>
          <a:p>
            <a:fld id="{F5AEA0E0-5CC6-4BD0-905C-A0021E419432}" type="slidenum">
              <a:rPr lang="en-GB" smtClean="0"/>
              <a:pPr/>
              <a:t>‹#›</a:t>
            </a:fld>
            <a:endParaRPr lang="en-GB" dirty="0"/>
          </a:p>
        </p:txBody>
      </p:sp>
      <p:sp>
        <p:nvSpPr>
          <p:cNvPr id="7" name="Date">
            <a:extLst>
              <a:ext uri="{FF2B5EF4-FFF2-40B4-BE49-F238E27FC236}">
                <a16:creationId xmlns:a16="http://schemas.microsoft.com/office/drawing/2014/main" id="{2DD0F65E-9E22-4FD6-92AA-F5F9B2ABC044}"/>
              </a:ext>
            </a:extLst>
          </p:cNvPr>
          <p:cNvSpPr>
            <a:spLocks noGrp="1"/>
          </p:cNvSpPr>
          <p:nvPr>
            <p:ph type="dt" sz="half" idx="16"/>
          </p:nvPr>
        </p:nvSpPr>
        <p:spPr/>
        <p:txBody>
          <a:bodyPr/>
          <a:lstStyle/>
          <a:p>
            <a:endParaRPr lang="en-GB" dirty="0"/>
          </a:p>
        </p:txBody>
      </p:sp>
      <p:sp>
        <p:nvSpPr>
          <p:cNvPr id="11" name="Footer/CRICOS">
            <a:extLst>
              <a:ext uri="{FF2B5EF4-FFF2-40B4-BE49-F238E27FC236}">
                <a16:creationId xmlns:a16="http://schemas.microsoft.com/office/drawing/2014/main" id="{C21B9DBE-78C1-4846-A112-D36EF7663BA2}"/>
              </a:ext>
            </a:extLst>
          </p:cNvPr>
          <p:cNvSpPr>
            <a:spLocks noGrp="1"/>
          </p:cNvSpPr>
          <p:nvPr>
            <p:ph type="ftr" sz="quarter" idx="17"/>
          </p:nvPr>
        </p:nvSpPr>
        <p:spPr/>
        <p:txBody>
          <a:bodyPr/>
          <a:lstStyle/>
          <a:p>
            <a:r>
              <a:rPr lang="en-AU"/>
              <a:t>Deakin University CRICOS Provider Code: 00113B</a:t>
            </a:r>
            <a:endParaRPr lang="en-GB" dirty="0"/>
          </a:p>
        </p:txBody>
      </p:sp>
    </p:spTree>
    <p:extLst>
      <p:ext uri="{BB962C8B-B14F-4D97-AF65-F5344CB8AC3E}">
        <p14:creationId xmlns:p14="http://schemas.microsoft.com/office/powerpoint/2010/main" val="337176833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Custom Graphics">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solidFill>
                  <a:schemeClr val="tx1"/>
                </a:solidFill>
              </a:defRPr>
            </a:lvl1pPr>
          </a:lstStyle>
          <a:p>
            <a:r>
              <a:rPr lang="en-US" dirty="0"/>
              <a:t>Click to add title</a:t>
            </a:r>
            <a:endParaRPr lang="en-GB" dirty="0"/>
          </a:p>
        </p:txBody>
      </p:sp>
      <p:sp>
        <p:nvSpPr>
          <p:cNvPr id="4" name="Black Text Placeholder">
            <a:extLst>
              <a:ext uri="{FF2B5EF4-FFF2-40B4-BE49-F238E27FC236}">
                <a16:creationId xmlns:a16="http://schemas.microsoft.com/office/drawing/2014/main" id="{DD279792-438F-4540-B064-59FF4CB006E5}"/>
              </a:ext>
            </a:extLst>
          </p:cNvPr>
          <p:cNvSpPr>
            <a:spLocks noGrp="1"/>
          </p:cNvSpPr>
          <p:nvPr>
            <p:ph type="body" sz="quarter" idx="12" hasCustomPrompt="1"/>
          </p:nvPr>
        </p:nvSpPr>
        <p:spPr>
          <a:xfrm>
            <a:off x="591527" y="1406942"/>
            <a:ext cx="3960000" cy="792000"/>
          </a:xfrm>
          <a:solidFill>
            <a:schemeClr val="tx1"/>
          </a:solidFill>
        </p:spPr>
        <p:txBody>
          <a:bodyPr lIns="144000" tIns="144000" rIns="144000" bIns="144000"/>
          <a:lstStyle>
            <a:lvl1pPr>
              <a:spcBef>
                <a:spcPts val="0"/>
              </a:spcBef>
              <a:spcAft>
                <a:spcPts val="0"/>
              </a:spcAft>
              <a:defRPr sz="1800" b="1">
                <a:solidFill>
                  <a:schemeClr val="bg2"/>
                </a:solidFill>
              </a:defRPr>
            </a:lvl1pPr>
            <a:lvl2pPr>
              <a:spcBef>
                <a:spcPts val="0"/>
              </a:spcBef>
              <a:defRPr>
                <a:solidFill>
                  <a:schemeClr val="bg2"/>
                </a:solidFill>
              </a:defRPr>
            </a:lvl2pPr>
            <a:lvl3pPr>
              <a:spcBef>
                <a:spcPts val="0"/>
              </a:spcBef>
              <a:defRPr>
                <a:solidFill>
                  <a:schemeClr val="bg2"/>
                </a:solidFill>
              </a:defRPr>
            </a:lvl3pPr>
            <a:lvl4pPr>
              <a:spcBef>
                <a:spcPts val="0"/>
              </a:spcBef>
              <a:defRPr>
                <a:solidFill>
                  <a:schemeClr val="bg2"/>
                </a:solidFill>
              </a:defRPr>
            </a:lvl4pPr>
            <a:lvl5pPr>
              <a:spcBef>
                <a:spcPts val="0"/>
              </a:spcBef>
              <a:defRPr>
                <a:solidFill>
                  <a:schemeClr val="bg2"/>
                </a:solidFill>
              </a:defRPr>
            </a:lvl5pPr>
          </a:lstStyle>
          <a:p>
            <a:pPr lvl="0"/>
            <a:r>
              <a:rPr lang="en-US" dirty="0"/>
              <a:t>Click to add text</a:t>
            </a:r>
          </a:p>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Green Text Placeholder">
            <a:extLst>
              <a:ext uri="{FF2B5EF4-FFF2-40B4-BE49-F238E27FC236}">
                <a16:creationId xmlns:a16="http://schemas.microsoft.com/office/drawing/2014/main" id="{60303E1E-61F6-443C-A0F7-1058BB4E43B1}"/>
              </a:ext>
            </a:extLst>
          </p:cNvPr>
          <p:cNvSpPr>
            <a:spLocks noGrp="1"/>
          </p:cNvSpPr>
          <p:nvPr>
            <p:ph type="body" sz="quarter" idx="13" hasCustomPrompt="1"/>
          </p:nvPr>
        </p:nvSpPr>
        <p:spPr>
          <a:xfrm>
            <a:off x="591527" y="2313853"/>
            <a:ext cx="3960000" cy="792000"/>
          </a:xfrm>
          <a:solidFill>
            <a:schemeClr val="accent1"/>
          </a:solidFill>
        </p:spPr>
        <p:txBody>
          <a:bodyPr lIns="144000" tIns="144000" rIns="144000" bIns="144000"/>
          <a:lstStyle>
            <a:lvl1pPr marL="0" marR="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sz="1800" b="1">
                <a:solidFill>
                  <a:schemeClr val="bg1"/>
                </a:solidFill>
              </a:defRPr>
            </a:lvl1pPr>
            <a:lvl2pPr>
              <a:spcBef>
                <a:spcPts val="0"/>
              </a:spcBef>
              <a:defRPr>
                <a:solidFill>
                  <a:schemeClr val="bg1"/>
                </a:solidFill>
              </a:defRPr>
            </a:lvl2pPr>
            <a:lvl3pPr>
              <a:spcBef>
                <a:spcPts val="0"/>
              </a:spcBef>
              <a:defRPr>
                <a:solidFill>
                  <a:schemeClr val="bg1"/>
                </a:solidFill>
              </a:defRPr>
            </a:lvl3pPr>
            <a:lvl4pPr>
              <a:spcBef>
                <a:spcPts val="0"/>
              </a:spcBef>
              <a:defRPr>
                <a:solidFill>
                  <a:schemeClr val="bg1"/>
                </a:solidFill>
              </a:defRPr>
            </a:lvl4pPr>
            <a:lvl5pPr>
              <a:spcBef>
                <a:spcPts val="0"/>
              </a:spcBef>
              <a:defRPr>
                <a:solidFill>
                  <a:schemeClr val="bg1"/>
                </a:solidFill>
              </a:defRPr>
            </a:lvl5pPr>
          </a:lstStyle>
          <a:p>
            <a:pPr marL="0" marR="0" lvl="0"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r>
              <a:rPr lang="en-US" dirty="0"/>
              <a:t>Click to add text</a:t>
            </a:r>
          </a:p>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White Text Placeholder">
            <a:extLst>
              <a:ext uri="{FF2B5EF4-FFF2-40B4-BE49-F238E27FC236}">
                <a16:creationId xmlns:a16="http://schemas.microsoft.com/office/drawing/2014/main" id="{E2A84125-9005-4533-BECC-81A7366A665C}"/>
              </a:ext>
            </a:extLst>
          </p:cNvPr>
          <p:cNvSpPr>
            <a:spLocks noGrp="1"/>
          </p:cNvSpPr>
          <p:nvPr>
            <p:ph type="body" sz="quarter" idx="14" hasCustomPrompt="1"/>
          </p:nvPr>
        </p:nvSpPr>
        <p:spPr>
          <a:xfrm>
            <a:off x="591527" y="3220764"/>
            <a:ext cx="3960000" cy="792000"/>
          </a:xfrm>
          <a:solidFill>
            <a:schemeClr val="bg1"/>
          </a:solidFill>
          <a:ln w="25400">
            <a:solidFill>
              <a:schemeClr val="accent1"/>
            </a:solidFill>
          </a:ln>
        </p:spPr>
        <p:txBody>
          <a:bodyPr lIns="144000" tIns="144000" rIns="144000" bIns="144000" anchor="ctr" anchorCtr="0"/>
          <a:lstStyle>
            <a:lvl1pPr algn="ctr">
              <a:spcBef>
                <a:spcPts val="0"/>
              </a:spcBef>
              <a:spcAft>
                <a:spcPts val="0"/>
              </a:spcAft>
              <a:defRPr sz="1800" b="1">
                <a:solidFill>
                  <a:schemeClr val="tx1"/>
                </a:solidFill>
              </a:defRPr>
            </a:lvl1pPr>
            <a:lvl2pPr algn="ctr">
              <a:spcBef>
                <a:spcPts val="0"/>
              </a:spcBef>
              <a:defRPr>
                <a:solidFill>
                  <a:schemeClr val="tx1"/>
                </a:solidFill>
              </a:defRPr>
            </a:lvl2pPr>
            <a:lvl3pPr marL="0" indent="0" algn="ctr">
              <a:spcBef>
                <a:spcPts val="0"/>
              </a:spcBef>
              <a:buNone/>
              <a:defRPr>
                <a:solidFill>
                  <a:schemeClr val="tx1"/>
                </a:solidFill>
              </a:defRPr>
            </a:lvl3pPr>
            <a:lvl4pPr marL="0" indent="0" algn="ctr">
              <a:spcBef>
                <a:spcPts val="0"/>
              </a:spcBef>
              <a:buNone/>
              <a:defRPr>
                <a:solidFill>
                  <a:schemeClr val="tx1"/>
                </a:solidFill>
              </a:defRPr>
            </a:lvl4pPr>
            <a:lvl5pPr algn="ctr">
              <a:spcBef>
                <a:spcPts val="0"/>
              </a:spcBef>
              <a:defRPr>
                <a:solidFill>
                  <a:schemeClr val="tx1"/>
                </a:solidFill>
              </a:defRPr>
            </a:lvl5pPr>
          </a:lstStyle>
          <a:p>
            <a:pPr lvl="0"/>
            <a:r>
              <a:rPr lang="en-US" dirty="0"/>
              <a:t>Click to add text</a:t>
            </a:r>
          </a:p>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2" name="Blank Text Placeholder">
            <a:extLst>
              <a:ext uri="{FF2B5EF4-FFF2-40B4-BE49-F238E27FC236}">
                <a16:creationId xmlns:a16="http://schemas.microsoft.com/office/drawing/2014/main" id="{26813962-FD3C-4FB9-B491-C767A671C6A8}"/>
              </a:ext>
            </a:extLst>
          </p:cNvPr>
          <p:cNvSpPr>
            <a:spLocks noGrp="1"/>
          </p:cNvSpPr>
          <p:nvPr>
            <p:ph type="body" sz="quarter" idx="15" hasCustomPrompt="1"/>
          </p:nvPr>
        </p:nvSpPr>
        <p:spPr>
          <a:xfrm>
            <a:off x="591527" y="4127675"/>
            <a:ext cx="3960000" cy="792000"/>
          </a:xfrm>
          <a:solidFill>
            <a:schemeClr val="bg1"/>
          </a:solidFill>
          <a:ln w="25400">
            <a:noFill/>
          </a:ln>
        </p:spPr>
        <p:txBody>
          <a:bodyPr lIns="144000" tIns="144000" rIns="144000" bIns="144000"/>
          <a:lstStyle>
            <a:lvl1pPr algn="ctr">
              <a:spcBef>
                <a:spcPts val="0"/>
              </a:spcBef>
              <a:spcAft>
                <a:spcPts val="0"/>
              </a:spcAft>
              <a:defRPr sz="1800" b="1">
                <a:solidFill>
                  <a:schemeClr val="tx1"/>
                </a:solidFill>
              </a:defRPr>
            </a:lvl1pPr>
            <a:lvl2pPr algn="ctr">
              <a:spcBef>
                <a:spcPts val="0"/>
              </a:spcBef>
              <a:defRPr>
                <a:solidFill>
                  <a:schemeClr val="tx1"/>
                </a:solidFill>
              </a:defRPr>
            </a:lvl2pPr>
            <a:lvl3pPr marL="0" indent="0" algn="ctr">
              <a:spcBef>
                <a:spcPts val="0"/>
              </a:spcBef>
              <a:buNone/>
              <a:defRPr>
                <a:solidFill>
                  <a:schemeClr val="tx1"/>
                </a:solidFill>
              </a:defRPr>
            </a:lvl3pPr>
            <a:lvl4pPr marL="0" indent="0" algn="ctr">
              <a:spcBef>
                <a:spcPts val="0"/>
              </a:spcBef>
              <a:buNone/>
              <a:defRPr>
                <a:solidFill>
                  <a:schemeClr val="tx1"/>
                </a:solidFill>
              </a:defRPr>
            </a:lvl4pPr>
            <a:lvl5pPr algn="ctr">
              <a:spcBef>
                <a:spcPts val="0"/>
              </a:spcBef>
              <a:defRPr>
                <a:solidFill>
                  <a:schemeClr val="tx1"/>
                </a:solidFill>
              </a:defRPr>
            </a:lvl5pPr>
          </a:lstStyle>
          <a:p>
            <a:pPr lvl="0"/>
            <a:r>
              <a:rPr lang="en-US" dirty="0"/>
              <a:t>Click to add text</a:t>
            </a:r>
          </a:p>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grpSp>
        <p:nvGrpSpPr>
          <p:cNvPr id="19" name="Deakin Logo" descr="Deakin Logo">
            <a:extLst>
              <a:ext uri="{FF2B5EF4-FFF2-40B4-BE49-F238E27FC236}">
                <a16:creationId xmlns:a16="http://schemas.microsoft.com/office/drawing/2014/main" id="{C4D6969E-0C68-49AF-8BB3-E34D106ABAF1}"/>
              </a:ext>
            </a:extLst>
          </p:cNvPr>
          <p:cNvGrpSpPr/>
          <p:nvPr userDrawn="1"/>
        </p:nvGrpSpPr>
        <p:grpSpPr>
          <a:xfrm>
            <a:off x="11339575" y="205549"/>
            <a:ext cx="651345" cy="652971"/>
            <a:chOff x="10928350" y="5591175"/>
            <a:chExt cx="1062560" cy="1065213"/>
          </a:xfrm>
        </p:grpSpPr>
        <p:sp>
          <p:nvSpPr>
            <p:cNvPr id="20" name="Logo">
              <a:extLst>
                <a:ext uri="{FF2B5EF4-FFF2-40B4-BE49-F238E27FC236}">
                  <a16:creationId xmlns:a16="http://schemas.microsoft.com/office/drawing/2014/main" id="{C9CA5504-359B-44B8-A58F-C9625BF20E76}"/>
                </a:ext>
              </a:extLst>
            </p:cNvPr>
            <p:cNvSpPr txBox="1">
              <a:spLocks noChangeAspect="1"/>
            </p:cNvSpPr>
            <p:nvPr userDrawn="1"/>
          </p:nvSpPr>
          <p:spPr>
            <a:xfrm>
              <a:off x="10928911" y="5592757"/>
              <a:ext cx="1061999" cy="1061999"/>
            </a:xfrm>
            <a:prstGeom prst="rect">
              <a:avLst/>
            </a:prstGeom>
            <a:blipFill dpi="0" rotWithShape="1">
              <a:blip r:embed="rId2" cstate="screen">
                <a:alphaModFix/>
                <a:extLst>
                  <a:ext uri="{28A0092B-C50C-407E-A947-70E740481C1C}">
                    <a14:useLocalDpi xmlns:a14="http://schemas.microsoft.com/office/drawing/2010/main"/>
                  </a:ext>
                </a:extLst>
              </a:blip>
              <a:srcRect/>
              <a:stretch>
                <a:fillRect/>
              </a:stretch>
            </a:blipFill>
          </p:spPr>
          <p:txBody>
            <a:bodyPr/>
            <a:lstStyle>
              <a:lvl1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2pPr>
              <a:lvl3pPr marL="0" indent="0" algn="l" defTabSz="914400" rtl="0" eaLnBrk="1" latinLnBrk="0" hangingPunct="1">
                <a:lnSpc>
                  <a:spcPct val="100000"/>
                </a:lnSpc>
                <a:spcBef>
                  <a:spcPts val="0"/>
                </a:spcBef>
                <a:buSzPct val="110000"/>
                <a:buFont typeface="Arial" panose="020B0604020202020204" pitchFamily="34" charset="0"/>
                <a:buNone/>
                <a:defRPr sz="200" kern="1200">
                  <a:solidFill>
                    <a:schemeClr val="bg1"/>
                  </a:solidFill>
                  <a:latin typeface="+mn-lt"/>
                  <a:ea typeface="+mn-ea"/>
                  <a:cs typeface="+mn-cs"/>
                </a:defRPr>
              </a:lvl3pPr>
              <a:lvl4pPr marL="0" indent="0" algn="l" defTabSz="914400" rtl="0" eaLnBrk="1" latinLnBrk="0" hangingPunct="1">
                <a:lnSpc>
                  <a:spcPct val="100000"/>
                </a:lnSpc>
                <a:spcBef>
                  <a:spcPts val="0"/>
                </a:spcBef>
                <a:buFont typeface="Calibri" panose="020F0502020204030204" pitchFamily="34" charset="0"/>
                <a:buNone/>
                <a:defRPr sz="200" kern="1200">
                  <a:solidFill>
                    <a:schemeClr val="bg1"/>
                  </a:solidFill>
                  <a:latin typeface="+mn-lt"/>
                  <a:ea typeface="+mn-ea"/>
                  <a:cs typeface="+mn-cs"/>
                </a:defRPr>
              </a:lvl4pPr>
              <a:lvl5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5pPr>
              <a:lvl6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6pPr>
              <a:lvl7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7pPr>
              <a:lvl8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8pPr>
              <a:lvl9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9pPr>
            </a:lstStyle>
            <a:p>
              <a:r>
                <a:rPr lang="en-US"/>
                <a:t>   </a:t>
              </a:r>
              <a:endParaRPr lang="en-AU" dirty="0"/>
            </a:p>
          </p:txBody>
        </p:sp>
        <p:sp>
          <p:nvSpPr>
            <p:cNvPr id="21" name="Logo">
              <a:extLst>
                <a:ext uri="{FF2B5EF4-FFF2-40B4-BE49-F238E27FC236}">
                  <a16:creationId xmlns:a16="http://schemas.microsoft.com/office/drawing/2014/main" id="{D37637A3-3710-4A2F-A636-71FFFB58C8F8}"/>
                </a:ext>
              </a:extLst>
            </p:cNvPr>
            <p:cNvSpPr>
              <a:spLocks noEditPoints="1"/>
            </p:cNvSpPr>
            <p:nvPr userDrawn="1"/>
          </p:nvSpPr>
          <p:spPr bwMode="auto">
            <a:xfrm>
              <a:off x="10928350" y="5591175"/>
              <a:ext cx="1062037" cy="1065213"/>
            </a:xfrm>
            <a:custGeom>
              <a:avLst/>
              <a:gdLst>
                <a:gd name="T0" fmla="*/ 3400 w 6806"/>
                <a:gd name="T1" fmla="*/ 85 h 6803"/>
                <a:gd name="T2" fmla="*/ 3400 w 6806"/>
                <a:gd name="T3" fmla="*/ 85 h 6803"/>
                <a:gd name="T4" fmla="*/ 6720 w 6806"/>
                <a:gd name="T5" fmla="*/ 3399 h 6803"/>
                <a:gd name="T6" fmla="*/ 3406 w 6806"/>
                <a:gd name="T7" fmla="*/ 6719 h 6803"/>
                <a:gd name="T8" fmla="*/ 3403 w 6806"/>
                <a:gd name="T9" fmla="*/ 6719 h 6803"/>
                <a:gd name="T10" fmla="*/ 86 w 6806"/>
                <a:gd name="T11" fmla="*/ 3405 h 6803"/>
                <a:gd name="T12" fmla="*/ 1055 w 6806"/>
                <a:gd name="T13" fmla="*/ 1058 h 6803"/>
                <a:gd name="T14" fmla="*/ 3400 w 6806"/>
                <a:gd name="T15" fmla="*/ 85 h 6803"/>
                <a:gd name="T16" fmla="*/ 3400 w 6806"/>
                <a:gd name="T17" fmla="*/ 0 h 6803"/>
                <a:gd name="T18" fmla="*/ 995 w 6806"/>
                <a:gd name="T19" fmla="*/ 999 h 6803"/>
                <a:gd name="T20" fmla="*/ 1 w 6806"/>
                <a:gd name="T21" fmla="*/ 3405 h 6803"/>
                <a:gd name="T22" fmla="*/ 3403 w 6806"/>
                <a:gd name="T23" fmla="*/ 6803 h 6803"/>
                <a:gd name="T24" fmla="*/ 3406 w 6806"/>
                <a:gd name="T25" fmla="*/ 6803 h 6803"/>
                <a:gd name="T26" fmla="*/ 6804 w 6806"/>
                <a:gd name="T27" fmla="*/ 3399 h 6803"/>
                <a:gd name="T28" fmla="*/ 3400 w 6806"/>
                <a:gd name="T29" fmla="*/ 0 h 68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806" h="6803">
                  <a:moveTo>
                    <a:pt x="3400" y="85"/>
                  </a:moveTo>
                  <a:cubicBezTo>
                    <a:pt x="3400" y="85"/>
                    <a:pt x="3400" y="85"/>
                    <a:pt x="3400" y="85"/>
                  </a:cubicBezTo>
                  <a:cubicBezTo>
                    <a:pt x="5229" y="85"/>
                    <a:pt x="6718" y="1571"/>
                    <a:pt x="6720" y="3399"/>
                  </a:cubicBezTo>
                  <a:cubicBezTo>
                    <a:pt x="6722" y="5228"/>
                    <a:pt x="5235" y="6717"/>
                    <a:pt x="3406" y="6719"/>
                  </a:cubicBezTo>
                  <a:cubicBezTo>
                    <a:pt x="3403" y="6719"/>
                    <a:pt x="3403" y="6719"/>
                    <a:pt x="3403" y="6719"/>
                  </a:cubicBezTo>
                  <a:cubicBezTo>
                    <a:pt x="1575" y="6719"/>
                    <a:pt x="87" y="5232"/>
                    <a:pt x="86" y="3405"/>
                  </a:cubicBezTo>
                  <a:cubicBezTo>
                    <a:pt x="85" y="2519"/>
                    <a:pt x="429" y="1685"/>
                    <a:pt x="1055" y="1058"/>
                  </a:cubicBezTo>
                  <a:cubicBezTo>
                    <a:pt x="1681" y="431"/>
                    <a:pt x="2514" y="85"/>
                    <a:pt x="3400" y="85"/>
                  </a:cubicBezTo>
                  <a:moveTo>
                    <a:pt x="3400" y="0"/>
                  </a:moveTo>
                  <a:cubicBezTo>
                    <a:pt x="2491" y="1"/>
                    <a:pt x="1637" y="355"/>
                    <a:pt x="995" y="999"/>
                  </a:cubicBezTo>
                  <a:cubicBezTo>
                    <a:pt x="354" y="1642"/>
                    <a:pt x="0" y="2496"/>
                    <a:pt x="1" y="3405"/>
                  </a:cubicBezTo>
                  <a:cubicBezTo>
                    <a:pt x="3" y="5279"/>
                    <a:pt x="1529" y="6803"/>
                    <a:pt x="3403" y="6803"/>
                  </a:cubicBezTo>
                  <a:cubicBezTo>
                    <a:pt x="3406" y="6803"/>
                    <a:pt x="3406" y="6803"/>
                    <a:pt x="3406" y="6803"/>
                  </a:cubicBezTo>
                  <a:cubicBezTo>
                    <a:pt x="5281" y="6802"/>
                    <a:pt x="6806" y="5274"/>
                    <a:pt x="6804" y="3399"/>
                  </a:cubicBezTo>
                  <a:cubicBezTo>
                    <a:pt x="6803" y="1525"/>
                    <a:pt x="5277" y="0"/>
                    <a:pt x="340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sp>
        <p:nvSpPr>
          <p:cNvPr id="13" name="Slide Number">
            <a:extLst>
              <a:ext uri="{FF2B5EF4-FFF2-40B4-BE49-F238E27FC236}">
                <a16:creationId xmlns:a16="http://schemas.microsoft.com/office/drawing/2014/main" id="{0A4DBA6D-0FE3-444F-B987-3BBD2A54B362}"/>
              </a:ext>
            </a:extLst>
          </p:cNvPr>
          <p:cNvSpPr>
            <a:spLocks noGrp="1"/>
          </p:cNvSpPr>
          <p:nvPr>
            <p:ph type="sldNum" sz="quarter" idx="18"/>
          </p:nvPr>
        </p:nvSpPr>
        <p:spPr/>
        <p:txBody>
          <a:bodyPr/>
          <a:lstStyle/>
          <a:p>
            <a:fld id="{F5AEA0E0-5CC6-4BD0-905C-A0021E419432}" type="slidenum">
              <a:rPr lang="en-GB" smtClean="0"/>
              <a:pPr/>
              <a:t>‹#›</a:t>
            </a:fld>
            <a:endParaRPr lang="en-GB" dirty="0"/>
          </a:p>
        </p:txBody>
      </p:sp>
      <p:sp>
        <p:nvSpPr>
          <p:cNvPr id="7" name="Date">
            <a:extLst>
              <a:ext uri="{FF2B5EF4-FFF2-40B4-BE49-F238E27FC236}">
                <a16:creationId xmlns:a16="http://schemas.microsoft.com/office/drawing/2014/main" id="{F0DC217C-422A-4F02-8E8C-630F01FC5FFA}"/>
              </a:ext>
            </a:extLst>
          </p:cNvPr>
          <p:cNvSpPr>
            <a:spLocks noGrp="1"/>
          </p:cNvSpPr>
          <p:nvPr>
            <p:ph type="dt" sz="half" idx="16"/>
          </p:nvPr>
        </p:nvSpPr>
        <p:spPr/>
        <p:txBody>
          <a:bodyPr/>
          <a:lstStyle/>
          <a:p>
            <a:endParaRPr lang="en-GB" dirty="0"/>
          </a:p>
        </p:txBody>
      </p:sp>
      <p:sp>
        <p:nvSpPr>
          <p:cNvPr id="8" name="Footer/CRICOS">
            <a:extLst>
              <a:ext uri="{FF2B5EF4-FFF2-40B4-BE49-F238E27FC236}">
                <a16:creationId xmlns:a16="http://schemas.microsoft.com/office/drawing/2014/main" id="{37B906E4-5782-4EA0-AA19-3E5EDECDEF6B}"/>
              </a:ext>
            </a:extLst>
          </p:cNvPr>
          <p:cNvSpPr>
            <a:spLocks noGrp="1"/>
          </p:cNvSpPr>
          <p:nvPr>
            <p:ph type="ftr" sz="quarter" idx="17"/>
          </p:nvPr>
        </p:nvSpPr>
        <p:spPr/>
        <p:txBody>
          <a:bodyPr/>
          <a:lstStyle/>
          <a:p>
            <a:r>
              <a:rPr lang="en-AU"/>
              <a:t>Deakin University CRICOS Provider Code: 00113B</a:t>
            </a:r>
            <a:endParaRPr lang="en-GB" dirty="0"/>
          </a:p>
        </p:txBody>
      </p:sp>
    </p:spTree>
    <p:extLst>
      <p:ext uri="{BB962C8B-B14F-4D97-AF65-F5344CB8AC3E}">
        <p14:creationId xmlns:p14="http://schemas.microsoft.com/office/powerpoint/2010/main" val="392760620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Quotes">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2A30D1EE-4D1E-499A-A8ED-95AEBD77D534}"/>
              </a:ext>
            </a:extLst>
          </p:cNvPr>
          <p:cNvSpPr>
            <a:spLocks noGrp="1"/>
          </p:cNvSpPr>
          <p:nvPr>
            <p:ph type="title" hasCustomPrompt="1"/>
          </p:nvPr>
        </p:nvSpPr>
        <p:spPr/>
        <p:txBody>
          <a:bodyPr/>
          <a:lstStyle>
            <a:lvl1pPr>
              <a:defRPr>
                <a:solidFill>
                  <a:schemeClr val="tx1"/>
                </a:solidFill>
              </a:defRPr>
            </a:lvl1pPr>
          </a:lstStyle>
          <a:p>
            <a:r>
              <a:rPr lang="en-US" dirty="0"/>
              <a:t>Click to add title</a:t>
            </a:r>
            <a:endParaRPr lang="en-GB" dirty="0"/>
          </a:p>
        </p:txBody>
      </p:sp>
      <p:sp>
        <p:nvSpPr>
          <p:cNvPr id="8" name="Yellow Text Placeholder">
            <a:extLst>
              <a:ext uri="{FF2B5EF4-FFF2-40B4-BE49-F238E27FC236}">
                <a16:creationId xmlns:a16="http://schemas.microsoft.com/office/drawing/2014/main" id="{F085DE56-C228-4F1A-AD46-9A998DCBDF74}"/>
              </a:ext>
            </a:extLst>
          </p:cNvPr>
          <p:cNvSpPr>
            <a:spLocks noGrp="1"/>
          </p:cNvSpPr>
          <p:nvPr>
            <p:ph type="body" sz="quarter" idx="12"/>
          </p:nvPr>
        </p:nvSpPr>
        <p:spPr>
          <a:xfrm>
            <a:off x="2337968" y="1594348"/>
            <a:ext cx="3379544" cy="1485472"/>
          </a:xfrm>
          <a:prstGeom prst="wedgeRoundRectCallout">
            <a:avLst>
              <a:gd name="adj1" fmla="val 40118"/>
              <a:gd name="adj2" fmla="val 73896"/>
              <a:gd name="adj3" fmla="val 16667"/>
            </a:avLst>
          </a:prstGeom>
          <a:solidFill>
            <a:schemeClr val="accent5"/>
          </a:solidFill>
        </p:spPr>
        <p:txBody>
          <a:bodyPr/>
          <a:lstStyle>
            <a:lvl1pPr>
              <a:spcBef>
                <a:spcPts val="500"/>
              </a:spcBef>
              <a:spcAft>
                <a:spcPts val="0"/>
              </a:spcAft>
              <a:defRPr sz="1700">
                <a:solidFill>
                  <a:schemeClr val="bg1"/>
                </a:solidFill>
              </a:defRPr>
            </a:lvl1pPr>
            <a:lvl2pPr marL="180000" indent="-180000">
              <a:buSzPct val="110000"/>
              <a:buFont typeface="Arial" panose="020B0604020202020204" pitchFamily="34" charset="0"/>
              <a:buChar char="•"/>
              <a:defRPr>
                <a:solidFill>
                  <a:schemeClr val="bg1"/>
                </a:solidFill>
              </a:defRPr>
            </a:lvl2pPr>
            <a:lvl3pPr marL="180000" indent="0">
              <a:buNone/>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10" name="Green Text Placeholder">
            <a:extLst>
              <a:ext uri="{FF2B5EF4-FFF2-40B4-BE49-F238E27FC236}">
                <a16:creationId xmlns:a16="http://schemas.microsoft.com/office/drawing/2014/main" id="{72FD5BAD-4E1C-4BA1-A864-AD6B442766B7}"/>
              </a:ext>
            </a:extLst>
          </p:cNvPr>
          <p:cNvSpPr>
            <a:spLocks noGrp="1"/>
          </p:cNvSpPr>
          <p:nvPr>
            <p:ph type="body" sz="quarter" idx="13" hasCustomPrompt="1"/>
          </p:nvPr>
        </p:nvSpPr>
        <p:spPr>
          <a:xfrm>
            <a:off x="6256825" y="1271116"/>
            <a:ext cx="3379544" cy="2131936"/>
          </a:xfrm>
          <a:prstGeom prst="wedgeRoundRectCallout">
            <a:avLst>
              <a:gd name="adj1" fmla="val 3699"/>
              <a:gd name="adj2" fmla="val 63310"/>
              <a:gd name="adj3" fmla="val 16667"/>
            </a:avLst>
          </a:prstGeom>
          <a:solidFill>
            <a:schemeClr val="accent1"/>
          </a:solidFill>
        </p:spPr>
        <p:txBody>
          <a:bodyPr/>
          <a:lstStyle>
            <a:lvl1pPr>
              <a:spcBef>
                <a:spcPts val="500"/>
              </a:spcBef>
              <a:spcAft>
                <a:spcPts val="0"/>
              </a:spcAft>
              <a:defRPr sz="1700">
                <a:solidFill>
                  <a:schemeClr val="bg1"/>
                </a:solidFill>
              </a:defRPr>
            </a:lvl1pPr>
            <a:lvl2pPr marL="180000" indent="-180000">
              <a:buSzPct val="110000"/>
              <a:buFont typeface="Arial" panose="020B0604020202020204" pitchFamily="34" charset="0"/>
              <a:buChar char="•"/>
              <a:defRPr>
                <a:solidFill>
                  <a:schemeClr val="bg1"/>
                </a:solidFill>
              </a:defRPr>
            </a:lvl2pPr>
            <a:lvl3pPr marL="180000" indent="0">
              <a:buNone/>
              <a:defRPr>
                <a:solidFill>
                  <a:schemeClr val="bg1"/>
                </a:solidFill>
              </a:defRPr>
            </a:lvl3pPr>
            <a:lvl4pPr>
              <a:defRPr>
                <a:solidFill>
                  <a:schemeClr val="bg1"/>
                </a:solidFill>
              </a:defRPr>
            </a:lvl4pPr>
            <a:lvl5pPr>
              <a:defRPr>
                <a:solidFill>
                  <a:schemeClr val="bg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2" name="Black Text Placeholder">
            <a:extLst>
              <a:ext uri="{FF2B5EF4-FFF2-40B4-BE49-F238E27FC236}">
                <a16:creationId xmlns:a16="http://schemas.microsoft.com/office/drawing/2014/main" id="{6744FA5E-A949-41D0-8825-88D17F22D9E5}"/>
              </a:ext>
            </a:extLst>
          </p:cNvPr>
          <p:cNvSpPr>
            <a:spLocks noGrp="1"/>
          </p:cNvSpPr>
          <p:nvPr>
            <p:ph type="body" sz="quarter" idx="15"/>
          </p:nvPr>
        </p:nvSpPr>
        <p:spPr>
          <a:xfrm>
            <a:off x="2337968" y="3793252"/>
            <a:ext cx="3379544" cy="2100105"/>
          </a:xfrm>
          <a:prstGeom prst="wedgeRoundRectCallout">
            <a:avLst>
              <a:gd name="adj1" fmla="val 4736"/>
              <a:gd name="adj2" fmla="val 67336"/>
              <a:gd name="adj3" fmla="val 16667"/>
            </a:avLst>
          </a:prstGeom>
          <a:solidFill>
            <a:schemeClr val="tx1"/>
          </a:solidFill>
        </p:spPr>
        <p:txBody>
          <a:bodyPr/>
          <a:lstStyle>
            <a:lvl1pPr>
              <a:spcBef>
                <a:spcPts val="500"/>
              </a:spcBef>
              <a:spcAft>
                <a:spcPts val="0"/>
              </a:spcAft>
              <a:defRPr sz="1700">
                <a:solidFill>
                  <a:schemeClr val="bg1"/>
                </a:solidFill>
              </a:defRPr>
            </a:lvl1pPr>
            <a:lvl2pPr marL="180000" indent="-180000">
              <a:buSzPct val="110000"/>
              <a:buFont typeface="Arial" panose="020B0604020202020204" pitchFamily="34" charset="0"/>
              <a:buChar char="•"/>
              <a:defRPr>
                <a:solidFill>
                  <a:schemeClr val="bg1"/>
                </a:solidFill>
              </a:defRPr>
            </a:lvl2pPr>
            <a:lvl3pPr marL="180000" indent="0">
              <a:buNone/>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11" name="Grey Text Placeholder">
            <a:extLst>
              <a:ext uri="{FF2B5EF4-FFF2-40B4-BE49-F238E27FC236}">
                <a16:creationId xmlns:a16="http://schemas.microsoft.com/office/drawing/2014/main" id="{A0A35F0C-1A2A-4382-9CE0-662C7D94B027}"/>
              </a:ext>
            </a:extLst>
          </p:cNvPr>
          <p:cNvSpPr>
            <a:spLocks noGrp="1"/>
          </p:cNvSpPr>
          <p:nvPr>
            <p:ph type="body" sz="quarter" idx="14"/>
          </p:nvPr>
        </p:nvSpPr>
        <p:spPr>
          <a:xfrm>
            <a:off x="6256825" y="4076290"/>
            <a:ext cx="3379544" cy="1575908"/>
          </a:xfrm>
          <a:prstGeom prst="wedgeRoundRectCallout">
            <a:avLst>
              <a:gd name="adj1" fmla="val 37888"/>
              <a:gd name="adj2" fmla="val 65661"/>
              <a:gd name="adj3" fmla="val 16667"/>
            </a:avLst>
          </a:prstGeom>
          <a:solidFill>
            <a:schemeClr val="accent6"/>
          </a:solidFill>
        </p:spPr>
        <p:txBody>
          <a:bodyPr/>
          <a:lstStyle>
            <a:lvl1pPr>
              <a:spcBef>
                <a:spcPts val="500"/>
              </a:spcBef>
              <a:spcAft>
                <a:spcPts val="0"/>
              </a:spcAft>
              <a:defRPr sz="1700">
                <a:solidFill>
                  <a:schemeClr val="tx1"/>
                </a:solidFill>
              </a:defRPr>
            </a:lvl1pPr>
            <a:lvl2pPr marL="180000" indent="-180000">
              <a:buSzPct val="110000"/>
              <a:buFont typeface="Arial" panose="020B0604020202020204" pitchFamily="34" charset="0"/>
              <a:buChar char="•"/>
              <a:defRPr/>
            </a:lvl2pPr>
            <a:lvl3pPr marL="180000" indent="0">
              <a:buNone/>
              <a:defRPr/>
            </a:lvl3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grpSp>
        <p:nvGrpSpPr>
          <p:cNvPr id="16" name="Deakin Logo" descr="Deakin Logo">
            <a:extLst>
              <a:ext uri="{FF2B5EF4-FFF2-40B4-BE49-F238E27FC236}">
                <a16:creationId xmlns:a16="http://schemas.microsoft.com/office/drawing/2014/main" id="{00ED0A47-6822-4EEA-9E2F-20264C29C735}"/>
              </a:ext>
            </a:extLst>
          </p:cNvPr>
          <p:cNvGrpSpPr/>
          <p:nvPr userDrawn="1"/>
        </p:nvGrpSpPr>
        <p:grpSpPr>
          <a:xfrm>
            <a:off x="11339575" y="205549"/>
            <a:ext cx="651345" cy="652971"/>
            <a:chOff x="10928350" y="5591175"/>
            <a:chExt cx="1062560" cy="1065213"/>
          </a:xfrm>
        </p:grpSpPr>
        <p:sp>
          <p:nvSpPr>
            <p:cNvPr id="17" name="Logo">
              <a:extLst>
                <a:ext uri="{FF2B5EF4-FFF2-40B4-BE49-F238E27FC236}">
                  <a16:creationId xmlns:a16="http://schemas.microsoft.com/office/drawing/2014/main" id="{B915336A-7D3A-4ABE-B20E-1D7C657FACB8}"/>
                </a:ext>
              </a:extLst>
            </p:cNvPr>
            <p:cNvSpPr txBox="1">
              <a:spLocks noChangeAspect="1"/>
            </p:cNvSpPr>
            <p:nvPr userDrawn="1"/>
          </p:nvSpPr>
          <p:spPr>
            <a:xfrm>
              <a:off x="10928911" y="5592757"/>
              <a:ext cx="1061999" cy="1061999"/>
            </a:xfrm>
            <a:prstGeom prst="rect">
              <a:avLst/>
            </a:prstGeom>
            <a:blipFill dpi="0" rotWithShape="1">
              <a:blip r:embed="rId2" cstate="screen">
                <a:alphaModFix/>
                <a:extLst>
                  <a:ext uri="{28A0092B-C50C-407E-A947-70E740481C1C}">
                    <a14:useLocalDpi xmlns:a14="http://schemas.microsoft.com/office/drawing/2010/main"/>
                  </a:ext>
                </a:extLst>
              </a:blip>
              <a:srcRect/>
              <a:stretch>
                <a:fillRect/>
              </a:stretch>
            </a:blipFill>
          </p:spPr>
          <p:txBody>
            <a:bodyPr/>
            <a:lstStyle>
              <a:lvl1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2pPr>
              <a:lvl3pPr marL="0" indent="0" algn="l" defTabSz="914400" rtl="0" eaLnBrk="1" latinLnBrk="0" hangingPunct="1">
                <a:lnSpc>
                  <a:spcPct val="100000"/>
                </a:lnSpc>
                <a:spcBef>
                  <a:spcPts val="0"/>
                </a:spcBef>
                <a:buSzPct val="110000"/>
                <a:buFont typeface="Arial" panose="020B0604020202020204" pitchFamily="34" charset="0"/>
                <a:buNone/>
                <a:defRPr sz="200" kern="1200">
                  <a:solidFill>
                    <a:schemeClr val="bg1"/>
                  </a:solidFill>
                  <a:latin typeface="+mn-lt"/>
                  <a:ea typeface="+mn-ea"/>
                  <a:cs typeface="+mn-cs"/>
                </a:defRPr>
              </a:lvl3pPr>
              <a:lvl4pPr marL="0" indent="0" algn="l" defTabSz="914400" rtl="0" eaLnBrk="1" latinLnBrk="0" hangingPunct="1">
                <a:lnSpc>
                  <a:spcPct val="100000"/>
                </a:lnSpc>
                <a:spcBef>
                  <a:spcPts val="0"/>
                </a:spcBef>
                <a:buFont typeface="Calibri" panose="020F0502020204030204" pitchFamily="34" charset="0"/>
                <a:buNone/>
                <a:defRPr sz="200" kern="1200">
                  <a:solidFill>
                    <a:schemeClr val="bg1"/>
                  </a:solidFill>
                  <a:latin typeface="+mn-lt"/>
                  <a:ea typeface="+mn-ea"/>
                  <a:cs typeface="+mn-cs"/>
                </a:defRPr>
              </a:lvl4pPr>
              <a:lvl5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5pPr>
              <a:lvl6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6pPr>
              <a:lvl7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7pPr>
              <a:lvl8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8pPr>
              <a:lvl9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9pPr>
            </a:lstStyle>
            <a:p>
              <a:r>
                <a:rPr lang="en-US"/>
                <a:t>   </a:t>
              </a:r>
              <a:endParaRPr lang="en-AU" dirty="0"/>
            </a:p>
          </p:txBody>
        </p:sp>
        <p:sp>
          <p:nvSpPr>
            <p:cNvPr id="18" name="Logo">
              <a:extLst>
                <a:ext uri="{FF2B5EF4-FFF2-40B4-BE49-F238E27FC236}">
                  <a16:creationId xmlns:a16="http://schemas.microsoft.com/office/drawing/2014/main" id="{78689747-DDB9-43D6-B65C-2BC226335FFD}"/>
                </a:ext>
              </a:extLst>
            </p:cNvPr>
            <p:cNvSpPr>
              <a:spLocks noEditPoints="1"/>
            </p:cNvSpPr>
            <p:nvPr userDrawn="1"/>
          </p:nvSpPr>
          <p:spPr bwMode="auto">
            <a:xfrm>
              <a:off x="10928350" y="5591175"/>
              <a:ext cx="1062037" cy="1065213"/>
            </a:xfrm>
            <a:custGeom>
              <a:avLst/>
              <a:gdLst>
                <a:gd name="T0" fmla="*/ 3400 w 6806"/>
                <a:gd name="T1" fmla="*/ 85 h 6803"/>
                <a:gd name="T2" fmla="*/ 3400 w 6806"/>
                <a:gd name="T3" fmla="*/ 85 h 6803"/>
                <a:gd name="T4" fmla="*/ 6720 w 6806"/>
                <a:gd name="T5" fmla="*/ 3399 h 6803"/>
                <a:gd name="T6" fmla="*/ 3406 w 6806"/>
                <a:gd name="T7" fmla="*/ 6719 h 6803"/>
                <a:gd name="T8" fmla="*/ 3403 w 6806"/>
                <a:gd name="T9" fmla="*/ 6719 h 6803"/>
                <a:gd name="T10" fmla="*/ 86 w 6806"/>
                <a:gd name="T11" fmla="*/ 3405 h 6803"/>
                <a:gd name="T12" fmla="*/ 1055 w 6806"/>
                <a:gd name="T13" fmla="*/ 1058 h 6803"/>
                <a:gd name="T14" fmla="*/ 3400 w 6806"/>
                <a:gd name="T15" fmla="*/ 85 h 6803"/>
                <a:gd name="T16" fmla="*/ 3400 w 6806"/>
                <a:gd name="T17" fmla="*/ 0 h 6803"/>
                <a:gd name="T18" fmla="*/ 995 w 6806"/>
                <a:gd name="T19" fmla="*/ 999 h 6803"/>
                <a:gd name="T20" fmla="*/ 1 w 6806"/>
                <a:gd name="T21" fmla="*/ 3405 h 6803"/>
                <a:gd name="T22" fmla="*/ 3403 w 6806"/>
                <a:gd name="T23" fmla="*/ 6803 h 6803"/>
                <a:gd name="T24" fmla="*/ 3406 w 6806"/>
                <a:gd name="T25" fmla="*/ 6803 h 6803"/>
                <a:gd name="T26" fmla="*/ 6804 w 6806"/>
                <a:gd name="T27" fmla="*/ 3399 h 6803"/>
                <a:gd name="T28" fmla="*/ 3400 w 6806"/>
                <a:gd name="T29" fmla="*/ 0 h 68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806" h="6803">
                  <a:moveTo>
                    <a:pt x="3400" y="85"/>
                  </a:moveTo>
                  <a:cubicBezTo>
                    <a:pt x="3400" y="85"/>
                    <a:pt x="3400" y="85"/>
                    <a:pt x="3400" y="85"/>
                  </a:cubicBezTo>
                  <a:cubicBezTo>
                    <a:pt x="5229" y="85"/>
                    <a:pt x="6718" y="1571"/>
                    <a:pt x="6720" y="3399"/>
                  </a:cubicBezTo>
                  <a:cubicBezTo>
                    <a:pt x="6722" y="5228"/>
                    <a:pt x="5235" y="6717"/>
                    <a:pt x="3406" y="6719"/>
                  </a:cubicBezTo>
                  <a:cubicBezTo>
                    <a:pt x="3403" y="6719"/>
                    <a:pt x="3403" y="6719"/>
                    <a:pt x="3403" y="6719"/>
                  </a:cubicBezTo>
                  <a:cubicBezTo>
                    <a:pt x="1575" y="6719"/>
                    <a:pt x="87" y="5232"/>
                    <a:pt x="86" y="3405"/>
                  </a:cubicBezTo>
                  <a:cubicBezTo>
                    <a:pt x="85" y="2519"/>
                    <a:pt x="429" y="1685"/>
                    <a:pt x="1055" y="1058"/>
                  </a:cubicBezTo>
                  <a:cubicBezTo>
                    <a:pt x="1681" y="431"/>
                    <a:pt x="2514" y="85"/>
                    <a:pt x="3400" y="85"/>
                  </a:cubicBezTo>
                  <a:moveTo>
                    <a:pt x="3400" y="0"/>
                  </a:moveTo>
                  <a:cubicBezTo>
                    <a:pt x="2491" y="1"/>
                    <a:pt x="1637" y="355"/>
                    <a:pt x="995" y="999"/>
                  </a:cubicBezTo>
                  <a:cubicBezTo>
                    <a:pt x="354" y="1642"/>
                    <a:pt x="0" y="2496"/>
                    <a:pt x="1" y="3405"/>
                  </a:cubicBezTo>
                  <a:cubicBezTo>
                    <a:pt x="3" y="5279"/>
                    <a:pt x="1529" y="6803"/>
                    <a:pt x="3403" y="6803"/>
                  </a:cubicBezTo>
                  <a:cubicBezTo>
                    <a:pt x="3406" y="6803"/>
                    <a:pt x="3406" y="6803"/>
                    <a:pt x="3406" y="6803"/>
                  </a:cubicBezTo>
                  <a:cubicBezTo>
                    <a:pt x="5281" y="6802"/>
                    <a:pt x="6806" y="5274"/>
                    <a:pt x="6804" y="3399"/>
                  </a:cubicBezTo>
                  <a:cubicBezTo>
                    <a:pt x="6803" y="1525"/>
                    <a:pt x="5277" y="0"/>
                    <a:pt x="340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sp>
        <p:nvSpPr>
          <p:cNvPr id="7" name="Slide Number">
            <a:extLst>
              <a:ext uri="{FF2B5EF4-FFF2-40B4-BE49-F238E27FC236}">
                <a16:creationId xmlns:a16="http://schemas.microsoft.com/office/drawing/2014/main" id="{249B8446-2CE1-4339-A926-C82C108C1E5A}"/>
              </a:ext>
            </a:extLst>
          </p:cNvPr>
          <p:cNvSpPr>
            <a:spLocks noGrp="1"/>
          </p:cNvSpPr>
          <p:nvPr>
            <p:ph type="sldNum" sz="quarter" idx="18"/>
          </p:nvPr>
        </p:nvSpPr>
        <p:spPr/>
        <p:txBody>
          <a:bodyPr/>
          <a:lstStyle/>
          <a:p>
            <a:fld id="{F5AEA0E0-5CC6-4BD0-905C-A0021E419432}" type="slidenum">
              <a:rPr lang="en-GB" smtClean="0"/>
              <a:pPr/>
              <a:t>‹#›</a:t>
            </a:fld>
            <a:endParaRPr lang="en-GB" dirty="0"/>
          </a:p>
        </p:txBody>
      </p:sp>
      <p:sp>
        <p:nvSpPr>
          <p:cNvPr id="4" name="Date">
            <a:extLst>
              <a:ext uri="{FF2B5EF4-FFF2-40B4-BE49-F238E27FC236}">
                <a16:creationId xmlns:a16="http://schemas.microsoft.com/office/drawing/2014/main" id="{A1740095-96D1-460A-827F-D4E9DA0D25A2}"/>
              </a:ext>
            </a:extLst>
          </p:cNvPr>
          <p:cNvSpPr>
            <a:spLocks noGrp="1"/>
          </p:cNvSpPr>
          <p:nvPr>
            <p:ph type="dt" sz="half" idx="16"/>
          </p:nvPr>
        </p:nvSpPr>
        <p:spPr/>
        <p:txBody>
          <a:bodyPr/>
          <a:lstStyle/>
          <a:p>
            <a:endParaRPr lang="en-GB" dirty="0"/>
          </a:p>
        </p:txBody>
      </p:sp>
      <p:sp>
        <p:nvSpPr>
          <p:cNvPr id="6" name="Footer/CRICOS">
            <a:extLst>
              <a:ext uri="{FF2B5EF4-FFF2-40B4-BE49-F238E27FC236}">
                <a16:creationId xmlns:a16="http://schemas.microsoft.com/office/drawing/2014/main" id="{445D2300-C34D-49EF-8FA9-7B3299A89CF4}"/>
              </a:ext>
            </a:extLst>
          </p:cNvPr>
          <p:cNvSpPr>
            <a:spLocks noGrp="1"/>
          </p:cNvSpPr>
          <p:nvPr>
            <p:ph type="ftr" sz="quarter" idx="17"/>
          </p:nvPr>
        </p:nvSpPr>
        <p:spPr/>
        <p:txBody>
          <a:bodyPr/>
          <a:lstStyle/>
          <a:p>
            <a:r>
              <a:rPr lang="en-AU"/>
              <a:t>Deakin University CRICOS Provider Code: 00113B</a:t>
            </a:r>
            <a:endParaRPr lang="en-GB" dirty="0"/>
          </a:p>
        </p:txBody>
      </p:sp>
    </p:spTree>
    <p:extLst>
      <p:ext uri="{BB962C8B-B14F-4D97-AF65-F5344CB8AC3E}">
        <p14:creationId xmlns:p14="http://schemas.microsoft.com/office/powerpoint/2010/main" val="358442729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2A30D1EE-4D1E-499A-A8ED-95AEBD77D534}"/>
              </a:ext>
            </a:extLst>
          </p:cNvPr>
          <p:cNvSpPr>
            <a:spLocks noGrp="1"/>
          </p:cNvSpPr>
          <p:nvPr>
            <p:ph type="title" hasCustomPrompt="1"/>
          </p:nvPr>
        </p:nvSpPr>
        <p:spPr/>
        <p:txBody>
          <a:bodyPr/>
          <a:lstStyle>
            <a:lvl1pPr>
              <a:defRPr>
                <a:solidFill>
                  <a:schemeClr val="tx1"/>
                </a:solidFill>
              </a:defRPr>
            </a:lvl1pPr>
          </a:lstStyle>
          <a:p>
            <a:r>
              <a:rPr lang="en-US" dirty="0"/>
              <a:t>Blank</a:t>
            </a:r>
            <a:endParaRPr lang="en-GB" dirty="0"/>
          </a:p>
        </p:txBody>
      </p:sp>
      <p:grpSp>
        <p:nvGrpSpPr>
          <p:cNvPr id="16" name="Deakin Logo" descr="Deakin Logo">
            <a:extLst>
              <a:ext uri="{FF2B5EF4-FFF2-40B4-BE49-F238E27FC236}">
                <a16:creationId xmlns:a16="http://schemas.microsoft.com/office/drawing/2014/main" id="{00ED0A47-6822-4EEA-9E2F-20264C29C735}"/>
              </a:ext>
            </a:extLst>
          </p:cNvPr>
          <p:cNvGrpSpPr/>
          <p:nvPr userDrawn="1"/>
        </p:nvGrpSpPr>
        <p:grpSpPr>
          <a:xfrm>
            <a:off x="11339575" y="205549"/>
            <a:ext cx="651345" cy="652971"/>
            <a:chOff x="10928350" y="5591175"/>
            <a:chExt cx="1062560" cy="1065213"/>
          </a:xfrm>
        </p:grpSpPr>
        <p:sp>
          <p:nvSpPr>
            <p:cNvPr id="17" name="Logo">
              <a:extLst>
                <a:ext uri="{FF2B5EF4-FFF2-40B4-BE49-F238E27FC236}">
                  <a16:creationId xmlns:a16="http://schemas.microsoft.com/office/drawing/2014/main" id="{B915336A-7D3A-4ABE-B20E-1D7C657FACB8}"/>
                </a:ext>
              </a:extLst>
            </p:cNvPr>
            <p:cNvSpPr txBox="1">
              <a:spLocks noChangeAspect="1"/>
            </p:cNvSpPr>
            <p:nvPr userDrawn="1"/>
          </p:nvSpPr>
          <p:spPr>
            <a:xfrm>
              <a:off x="10928911" y="5592757"/>
              <a:ext cx="1061999" cy="1061999"/>
            </a:xfrm>
            <a:prstGeom prst="rect">
              <a:avLst/>
            </a:prstGeom>
            <a:blipFill dpi="0" rotWithShape="1">
              <a:blip r:embed="rId2" cstate="screen">
                <a:alphaModFix/>
                <a:extLst>
                  <a:ext uri="{28A0092B-C50C-407E-A947-70E740481C1C}">
                    <a14:useLocalDpi xmlns:a14="http://schemas.microsoft.com/office/drawing/2010/main"/>
                  </a:ext>
                </a:extLst>
              </a:blip>
              <a:srcRect/>
              <a:stretch>
                <a:fillRect/>
              </a:stretch>
            </a:blipFill>
          </p:spPr>
          <p:txBody>
            <a:bodyPr/>
            <a:lstStyle>
              <a:lvl1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2pPr>
              <a:lvl3pPr marL="0" indent="0" algn="l" defTabSz="914400" rtl="0" eaLnBrk="1" latinLnBrk="0" hangingPunct="1">
                <a:lnSpc>
                  <a:spcPct val="100000"/>
                </a:lnSpc>
                <a:spcBef>
                  <a:spcPts val="0"/>
                </a:spcBef>
                <a:buSzPct val="110000"/>
                <a:buFont typeface="Arial" panose="020B0604020202020204" pitchFamily="34" charset="0"/>
                <a:buNone/>
                <a:defRPr sz="200" kern="1200">
                  <a:solidFill>
                    <a:schemeClr val="bg1"/>
                  </a:solidFill>
                  <a:latin typeface="+mn-lt"/>
                  <a:ea typeface="+mn-ea"/>
                  <a:cs typeface="+mn-cs"/>
                </a:defRPr>
              </a:lvl3pPr>
              <a:lvl4pPr marL="0" indent="0" algn="l" defTabSz="914400" rtl="0" eaLnBrk="1" latinLnBrk="0" hangingPunct="1">
                <a:lnSpc>
                  <a:spcPct val="100000"/>
                </a:lnSpc>
                <a:spcBef>
                  <a:spcPts val="0"/>
                </a:spcBef>
                <a:buFont typeface="Calibri" panose="020F0502020204030204" pitchFamily="34" charset="0"/>
                <a:buNone/>
                <a:defRPr sz="200" kern="1200">
                  <a:solidFill>
                    <a:schemeClr val="bg1"/>
                  </a:solidFill>
                  <a:latin typeface="+mn-lt"/>
                  <a:ea typeface="+mn-ea"/>
                  <a:cs typeface="+mn-cs"/>
                </a:defRPr>
              </a:lvl4pPr>
              <a:lvl5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5pPr>
              <a:lvl6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6pPr>
              <a:lvl7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7pPr>
              <a:lvl8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8pPr>
              <a:lvl9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9pPr>
            </a:lstStyle>
            <a:p>
              <a:r>
                <a:rPr lang="en-US"/>
                <a:t>   </a:t>
              </a:r>
              <a:endParaRPr lang="en-AU" dirty="0"/>
            </a:p>
          </p:txBody>
        </p:sp>
        <p:sp>
          <p:nvSpPr>
            <p:cNvPr id="18" name="Logo">
              <a:extLst>
                <a:ext uri="{FF2B5EF4-FFF2-40B4-BE49-F238E27FC236}">
                  <a16:creationId xmlns:a16="http://schemas.microsoft.com/office/drawing/2014/main" id="{78689747-DDB9-43D6-B65C-2BC226335FFD}"/>
                </a:ext>
              </a:extLst>
            </p:cNvPr>
            <p:cNvSpPr>
              <a:spLocks noEditPoints="1"/>
            </p:cNvSpPr>
            <p:nvPr userDrawn="1"/>
          </p:nvSpPr>
          <p:spPr bwMode="auto">
            <a:xfrm>
              <a:off x="10928350" y="5591175"/>
              <a:ext cx="1062037" cy="1065213"/>
            </a:xfrm>
            <a:custGeom>
              <a:avLst/>
              <a:gdLst>
                <a:gd name="T0" fmla="*/ 3400 w 6806"/>
                <a:gd name="T1" fmla="*/ 85 h 6803"/>
                <a:gd name="T2" fmla="*/ 3400 w 6806"/>
                <a:gd name="T3" fmla="*/ 85 h 6803"/>
                <a:gd name="T4" fmla="*/ 6720 w 6806"/>
                <a:gd name="T5" fmla="*/ 3399 h 6803"/>
                <a:gd name="T6" fmla="*/ 3406 w 6806"/>
                <a:gd name="T7" fmla="*/ 6719 h 6803"/>
                <a:gd name="T8" fmla="*/ 3403 w 6806"/>
                <a:gd name="T9" fmla="*/ 6719 h 6803"/>
                <a:gd name="T10" fmla="*/ 86 w 6806"/>
                <a:gd name="T11" fmla="*/ 3405 h 6803"/>
                <a:gd name="T12" fmla="*/ 1055 w 6806"/>
                <a:gd name="T13" fmla="*/ 1058 h 6803"/>
                <a:gd name="T14" fmla="*/ 3400 w 6806"/>
                <a:gd name="T15" fmla="*/ 85 h 6803"/>
                <a:gd name="T16" fmla="*/ 3400 w 6806"/>
                <a:gd name="T17" fmla="*/ 0 h 6803"/>
                <a:gd name="T18" fmla="*/ 995 w 6806"/>
                <a:gd name="T19" fmla="*/ 999 h 6803"/>
                <a:gd name="T20" fmla="*/ 1 w 6806"/>
                <a:gd name="T21" fmla="*/ 3405 h 6803"/>
                <a:gd name="T22" fmla="*/ 3403 w 6806"/>
                <a:gd name="T23" fmla="*/ 6803 h 6803"/>
                <a:gd name="T24" fmla="*/ 3406 w 6806"/>
                <a:gd name="T25" fmla="*/ 6803 h 6803"/>
                <a:gd name="T26" fmla="*/ 6804 w 6806"/>
                <a:gd name="T27" fmla="*/ 3399 h 6803"/>
                <a:gd name="T28" fmla="*/ 3400 w 6806"/>
                <a:gd name="T29" fmla="*/ 0 h 68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806" h="6803">
                  <a:moveTo>
                    <a:pt x="3400" y="85"/>
                  </a:moveTo>
                  <a:cubicBezTo>
                    <a:pt x="3400" y="85"/>
                    <a:pt x="3400" y="85"/>
                    <a:pt x="3400" y="85"/>
                  </a:cubicBezTo>
                  <a:cubicBezTo>
                    <a:pt x="5229" y="85"/>
                    <a:pt x="6718" y="1571"/>
                    <a:pt x="6720" y="3399"/>
                  </a:cubicBezTo>
                  <a:cubicBezTo>
                    <a:pt x="6722" y="5228"/>
                    <a:pt x="5235" y="6717"/>
                    <a:pt x="3406" y="6719"/>
                  </a:cubicBezTo>
                  <a:cubicBezTo>
                    <a:pt x="3403" y="6719"/>
                    <a:pt x="3403" y="6719"/>
                    <a:pt x="3403" y="6719"/>
                  </a:cubicBezTo>
                  <a:cubicBezTo>
                    <a:pt x="1575" y="6719"/>
                    <a:pt x="87" y="5232"/>
                    <a:pt x="86" y="3405"/>
                  </a:cubicBezTo>
                  <a:cubicBezTo>
                    <a:pt x="85" y="2519"/>
                    <a:pt x="429" y="1685"/>
                    <a:pt x="1055" y="1058"/>
                  </a:cubicBezTo>
                  <a:cubicBezTo>
                    <a:pt x="1681" y="431"/>
                    <a:pt x="2514" y="85"/>
                    <a:pt x="3400" y="85"/>
                  </a:cubicBezTo>
                  <a:moveTo>
                    <a:pt x="3400" y="0"/>
                  </a:moveTo>
                  <a:cubicBezTo>
                    <a:pt x="2491" y="1"/>
                    <a:pt x="1637" y="355"/>
                    <a:pt x="995" y="999"/>
                  </a:cubicBezTo>
                  <a:cubicBezTo>
                    <a:pt x="354" y="1642"/>
                    <a:pt x="0" y="2496"/>
                    <a:pt x="1" y="3405"/>
                  </a:cubicBezTo>
                  <a:cubicBezTo>
                    <a:pt x="3" y="5279"/>
                    <a:pt x="1529" y="6803"/>
                    <a:pt x="3403" y="6803"/>
                  </a:cubicBezTo>
                  <a:cubicBezTo>
                    <a:pt x="3406" y="6803"/>
                    <a:pt x="3406" y="6803"/>
                    <a:pt x="3406" y="6803"/>
                  </a:cubicBezTo>
                  <a:cubicBezTo>
                    <a:pt x="5281" y="6802"/>
                    <a:pt x="6806" y="5274"/>
                    <a:pt x="6804" y="3399"/>
                  </a:cubicBezTo>
                  <a:cubicBezTo>
                    <a:pt x="6803" y="1525"/>
                    <a:pt x="5277" y="0"/>
                    <a:pt x="340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sp>
        <p:nvSpPr>
          <p:cNvPr id="7" name="Slide Number">
            <a:extLst>
              <a:ext uri="{FF2B5EF4-FFF2-40B4-BE49-F238E27FC236}">
                <a16:creationId xmlns:a16="http://schemas.microsoft.com/office/drawing/2014/main" id="{249B8446-2CE1-4339-A926-C82C108C1E5A}"/>
              </a:ext>
            </a:extLst>
          </p:cNvPr>
          <p:cNvSpPr>
            <a:spLocks noGrp="1"/>
          </p:cNvSpPr>
          <p:nvPr>
            <p:ph type="sldNum" sz="quarter" idx="18"/>
          </p:nvPr>
        </p:nvSpPr>
        <p:spPr/>
        <p:txBody>
          <a:bodyPr/>
          <a:lstStyle/>
          <a:p>
            <a:fld id="{F5AEA0E0-5CC6-4BD0-905C-A0021E419432}" type="slidenum">
              <a:rPr lang="en-GB" smtClean="0"/>
              <a:pPr/>
              <a:t>‹#›</a:t>
            </a:fld>
            <a:endParaRPr lang="en-GB" dirty="0"/>
          </a:p>
        </p:txBody>
      </p:sp>
      <p:sp>
        <p:nvSpPr>
          <p:cNvPr id="4" name="Date">
            <a:extLst>
              <a:ext uri="{FF2B5EF4-FFF2-40B4-BE49-F238E27FC236}">
                <a16:creationId xmlns:a16="http://schemas.microsoft.com/office/drawing/2014/main" id="{A1740095-96D1-460A-827F-D4E9DA0D25A2}"/>
              </a:ext>
            </a:extLst>
          </p:cNvPr>
          <p:cNvSpPr>
            <a:spLocks noGrp="1"/>
          </p:cNvSpPr>
          <p:nvPr>
            <p:ph type="dt" sz="half" idx="16"/>
          </p:nvPr>
        </p:nvSpPr>
        <p:spPr/>
        <p:txBody>
          <a:bodyPr/>
          <a:lstStyle/>
          <a:p>
            <a:endParaRPr lang="en-GB" dirty="0"/>
          </a:p>
        </p:txBody>
      </p:sp>
      <p:sp>
        <p:nvSpPr>
          <p:cNvPr id="6" name="Footer/CRICOS">
            <a:extLst>
              <a:ext uri="{FF2B5EF4-FFF2-40B4-BE49-F238E27FC236}">
                <a16:creationId xmlns:a16="http://schemas.microsoft.com/office/drawing/2014/main" id="{445D2300-C34D-49EF-8FA9-7B3299A89CF4}"/>
              </a:ext>
            </a:extLst>
          </p:cNvPr>
          <p:cNvSpPr>
            <a:spLocks noGrp="1"/>
          </p:cNvSpPr>
          <p:nvPr>
            <p:ph type="ftr" sz="quarter" idx="17"/>
          </p:nvPr>
        </p:nvSpPr>
        <p:spPr/>
        <p:txBody>
          <a:bodyPr/>
          <a:lstStyle/>
          <a:p>
            <a:r>
              <a:rPr lang="en-AU"/>
              <a:t>Deakin University CRICOS Provider Code: 00113B</a:t>
            </a:r>
            <a:endParaRPr lang="en-GB" dirty="0"/>
          </a:p>
        </p:txBody>
      </p:sp>
    </p:spTree>
    <p:extLst>
      <p:ext uri="{BB962C8B-B14F-4D97-AF65-F5344CB8AC3E}">
        <p14:creationId xmlns:p14="http://schemas.microsoft.com/office/powerpoint/2010/main" val="86842644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A">
    <p:spTree>
      <p:nvGrpSpPr>
        <p:cNvPr id="1" name=""/>
        <p:cNvGrpSpPr/>
        <p:nvPr/>
      </p:nvGrpSpPr>
      <p:grpSpPr>
        <a:xfrm>
          <a:off x="0" y="0"/>
          <a:ext cx="0" cy="0"/>
          <a:chOff x="0" y="0"/>
          <a:chExt cx="0" cy="0"/>
        </a:xfrm>
      </p:grpSpPr>
      <p:sp>
        <p:nvSpPr>
          <p:cNvPr id="13" name="Background">
            <a:extLst>
              <a:ext uri="{FF2B5EF4-FFF2-40B4-BE49-F238E27FC236}">
                <a16:creationId xmlns:a16="http://schemas.microsoft.com/office/drawing/2014/main" id="{301BC1A6-FA88-4814-A368-FA1F0C3E5EF9}"/>
              </a:ext>
              <a:ext uri="{C183D7F6-B498-43B3-948B-1728B52AA6E4}">
                <adec:decorative xmlns:adec="http://schemas.microsoft.com/office/drawing/2017/decorative" val="1"/>
              </a:ext>
            </a:extLst>
          </p:cNvPr>
          <p:cNvSpPr/>
          <p:nvPr userDrawn="1"/>
        </p:nvSpPr>
        <p:spPr>
          <a:xfrm>
            <a:off x="0" y="0"/>
            <a:ext cx="12191999" cy="6858000"/>
          </a:xfrm>
          <a:prstGeom prst="rect">
            <a:avLst/>
          </a:prstGeom>
          <a:solidFill>
            <a:srgbClr val="3736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p:cNvSpPr>
            <a:spLocks noGrp="1"/>
          </p:cNvSpPr>
          <p:nvPr>
            <p:ph type="ctrTitle" hasCustomPrompt="1"/>
          </p:nvPr>
        </p:nvSpPr>
        <p:spPr>
          <a:xfrm>
            <a:off x="6362257" y="542542"/>
            <a:ext cx="4752000" cy="1835208"/>
          </a:xfrm>
        </p:spPr>
        <p:txBody>
          <a:bodyPr anchor="b"/>
          <a:lstStyle>
            <a:lvl1pPr algn="l">
              <a:lnSpc>
                <a:spcPct val="100000"/>
              </a:lnSpc>
              <a:defRPr sz="4200" b="0">
                <a:solidFill>
                  <a:schemeClr val="bg2"/>
                </a:solidFill>
              </a:defRPr>
            </a:lvl1pPr>
          </a:lstStyle>
          <a:p>
            <a:r>
              <a:rPr lang="en-US" dirty="0"/>
              <a:t>Click to add title</a:t>
            </a:r>
            <a:endParaRPr lang="en-GB" dirty="0"/>
          </a:p>
        </p:txBody>
      </p:sp>
      <p:sp>
        <p:nvSpPr>
          <p:cNvPr id="3" name="Subtitle"/>
          <p:cNvSpPr>
            <a:spLocks noGrp="1"/>
          </p:cNvSpPr>
          <p:nvPr>
            <p:ph type="subTitle" idx="1" hasCustomPrompt="1"/>
          </p:nvPr>
        </p:nvSpPr>
        <p:spPr>
          <a:xfrm>
            <a:off x="6362258" y="2701251"/>
            <a:ext cx="4751999" cy="1980000"/>
          </a:xfrm>
        </p:spPr>
        <p:txBody>
          <a:bodyPr/>
          <a:lstStyle>
            <a:lvl1pPr marL="0" indent="0" algn="l">
              <a:buNone/>
              <a:defRPr sz="220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endParaRPr lang="en-GB" dirty="0"/>
          </a:p>
        </p:txBody>
      </p:sp>
      <p:grpSp>
        <p:nvGrpSpPr>
          <p:cNvPr id="8" name="Graphics">
            <a:extLst>
              <a:ext uri="{FF2B5EF4-FFF2-40B4-BE49-F238E27FC236}">
                <a16:creationId xmlns:a16="http://schemas.microsoft.com/office/drawing/2014/main" id="{F184C083-2F30-4ED2-8E53-E9F791CB5138}"/>
              </a:ext>
              <a:ext uri="{C183D7F6-B498-43B3-948B-1728B52AA6E4}">
                <adec:decorative xmlns:adec="http://schemas.microsoft.com/office/drawing/2017/decorative" val="1"/>
              </a:ext>
            </a:extLst>
          </p:cNvPr>
          <p:cNvGrpSpPr>
            <a:grpSpLocks noChangeAspect="1"/>
          </p:cNvGrpSpPr>
          <p:nvPr userDrawn="1"/>
        </p:nvGrpSpPr>
        <p:grpSpPr bwMode="auto">
          <a:xfrm>
            <a:off x="0" y="1587"/>
            <a:ext cx="7446963" cy="6856413"/>
            <a:chOff x="1841" y="-474"/>
            <a:chExt cx="4691" cy="4319"/>
          </a:xfrm>
        </p:grpSpPr>
        <p:sp>
          <p:nvSpPr>
            <p:cNvPr id="15" name="Shape">
              <a:extLst>
                <a:ext uri="{FF2B5EF4-FFF2-40B4-BE49-F238E27FC236}">
                  <a16:creationId xmlns:a16="http://schemas.microsoft.com/office/drawing/2014/main" id="{05C70A15-552F-464E-AAAD-DAC369240B8D}"/>
                </a:ext>
              </a:extLst>
            </p:cNvPr>
            <p:cNvSpPr>
              <a:spLocks/>
            </p:cNvSpPr>
            <p:nvPr userDrawn="1"/>
          </p:nvSpPr>
          <p:spPr bwMode="auto">
            <a:xfrm>
              <a:off x="2573" y="409"/>
              <a:ext cx="3959" cy="3436"/>
            </a:xfrm>
            <a:custGeom>
              <a:avLst/>
              <a:gdLst>
                <a:gd name="T0" fmla="*/ 0 w 3959"/>
                <a:gd name="T1" fmla="*/ 3436 h 3436"/>
                <a:gd name="T2" fmla="*/ 3959 w 3959"/>
                <a:gd name="T3" fmla="*/ 3436 h 3436"/>
                <a:gd name="T4" fmla="*/ 1984 w 3959"/>
                <a:gd name="T5" fmla="*/ 0 h 3436"/>
                <a:gd name="T6" fmla="*/ 0 w 3959"/>
                <a:gd name="T7" fmla="*/ 3436 h 3436"/>
              </a:gdLst>
              <a:ahLst/>
              <a:cxnLst>
                <a:cxn ang="0">
                  <a:pos x="T0" y="T1"/>
                </a:cxn>
                <a:cxn ang="0">
                  <a:pos x="T2" y="T3"/>
                </a:cxn>
                <a:cxn ang="0">
                  <a:pos x="T4" y="T5"/>
                </a:cxn>
                <a:cxn ang="0">
                  <a:pos x="T6" y="T7"/>
                </a:cxn>
              </a:cxnLst>
              <a:rect l="0" t="0" r="r" b="b"/>
              <a:pathLst>
                <a:path w="3959" h="3436">
                  <a:moveTo>
                    <a:pt x="0" y="3436"/>
                  </a:moveTo>
                  <a:lnTo>
                    <a:pt x="3959" y="3436"/>
                  </a:lnTo>
                  <a:lnTo>
                    <a:pt x="1984" y="0"/>
                  </a:lnTo>
                  <a:lnTo>
                    <a:pt x="0" y="343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6" name="Shape">
              <a:extLst>
                <a:ext uri="{FF2B5EF4-FFF2-40B4-BE49-F238E27FC236}">
                  <a16:creationId xmlns:a16="http://schemas.microsoft.com/office/drawing/2014/main" id="{66F95119-5A9A-4E22-99FE-EDCD6D3D0423}"/>
                </a:ext>
              </a:extLst>
            </p:cNvPr>
            <p:cNvSpPr>
              <a:spLocks/>
            </p:cNvSpPr>
            <p:nvPr userDrawn="1"/>
          </p:nvSpPr>
          <p:spPr bwMode="auto">
            <a:xfrm>
              <a:off x="1841" y="-474"/>
              <a:ext cx="3008" cy="3568"/>
            </a:xfrm>
            <a:custGeom>
              <a:avLst/>
              <a:gdLst>
                <a:gd name="T0" fmla="*/ 3008 w 3008"/>
                <a:gd name="T1" fmla="*/ 0 h 3568"/>
                <a:gd name="T2" fmla="*/ 2971 w 3008"/>
                <a:gd name="T3" fmla="*/ 0 h 3568"/>
                <a:gd name="T4" fmla="*/ 948 w 3008"/>
                <a:gd name="T5" fmla="*/ 3503 h 3568"/>
                <a:gd name="T6" fmla="*/ 0 w 3008"/>
                <a:gd name="T7" fmla="*/ 1851 h 3568"/>
                <a:gd name="T8" fmla="*/ 0 w 3008"/>
                <a:gd name="T9" fmla="*/ 1918 h 3568"/>
                <a:gd name="T10" fmla="*/ 948 w 3008"/>
                <a:gd name="T11" fmla="*/ 3568 h 3568"/>
                <a:gd name="T12" fmla="*/ 3008 w 3008"/>
                <a:gd name="T13" fmla="*/ 0 h 3568"/>
              </a:gdLst>
              <a:ahLst/>
              <a:cxnLst>
                <a:cxn ang="0">
                  <a:pos x="T0" y="T1"/>
                </a:cxn>
                <a:cxn ang="0">
                  <a:pos x="T2" y="T3"/>
                </a:cxn>
                <a:cxn ang="0">
                  <a:pos x="T4" y="T5"/>
                </a:cxn>
                <a:cxn ang="0">
                  <a:pos x="T6" y="T7"/>
                </a:cxn>
                <a:cxn ang="0">
                  <a:pos x="T8" y="T9"/>
                </a:cxn>
                <a:cxn ang="0">
                  <a:pos x="T10" y="T11"/>
                </a:cxn>
                <a:cxn ang="0">
                  <a:pos x="T12" y="T13"/>
                </a:cxn>
              </a:cxnLst>
              <a:rect l="0" t="0" r="r" b="b"/>
              <a:pathLst>
                <a:path w="3008" h="3568">
                  <a:moveTo>
                    <a:pt x="3008" y="0"/>
                  </a:moveTo>
                  <a:lnTo>
                    <a:pt x="2971" y="0"/>
                  </a:lnTo>
                  <a:lnTo>
                    <a:pt x="948" y="3503"/>
                  </a:lnTo>
                  <a:lnTo>
                    <a:pt x="0" y="1851"/>
                  </a:lnTo>
                  <a:lnTo>
                    <a:pt x="0" y="1918"/>
                  </a:lnTo>
                  <a:lnTo>
                    <a:pt x="948" y="3568"/>
                  </a:lnTo>
                  <a:lnTo>
                    <a:pt x="3008" y="0"/>
                  </a:ln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pic>
        <p:nvPicPr>
          <p:cNvPr id="12" name="Deakin Logo" descr="Deakin Logo">
            <a:extLst>
              <a:ext uri="{FF2B5EF4-FFF2-40B4-BE49-F238E27FC236}">
                <a16:creationId xmlns:a16="http://schemas.microsoft.com/office/drawing/2014/main" id="{69E87CCB-CBBD-4B69-825A-5D4AEE28011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735282" y="3375501"/>
            <a:ext cx="1513885" cy="1511655"/>
          </a:xfrm>
          <a:prstGeom prst="rect">
            <a:avLst/>
          </a:prstGeom>
        </p:spPr>
      </p:pic>
      <p:sp>
        <p:nvSpPr>
          <p:cNvPr id="10" name="Footer/CRICOS">
            <a:extLst>
              <a:ext uri="{FF2B5EF4-FFF2-40B4-BE49-F238E27FC236}">
                <a16:creationId xmlns:a16="http://schemas.microsoft.com/office/drawing/2014/main" id="{44FC142B-F28E-4B8F-A1B4-195D3067762F}"/>
              </a:ext>
            </a:extLst>
          </p:cNvPr>
          <p:cNvSpPr>
            <a:spLocks noGrp="1"/>
          </p:cNvSpPr>
          <p:nvPr>
            <p:ph type="ftr" sz="quarter" idx="11"/>
          </p:nvPr>
        </p:nvSpPr>
        <p:spPr>
          <a:xfrm>
            <a:off x="5302171" y="6579113"/>
            <a:ext cx="6624000" cy="144000"/>
          </a:xfrm>
          <a:prstGeom prst="rect">
            <a:avLst/>
          </a:prstGeom>
        </p:spPr>
        <p:txBody>
          <a:bodyPr lIns="90000" tIns="36000" rIns="0" bIns="36000"/>
          <a:lstStyle>
            <a:lvl1pPr>
              <a:defRPr sz="500">
                <a:solidFill>
                  <a:schemeClr val="bg1"/>
                </a:solidFill>
              </a:defRPr>
            </a:lvl1pPr>
          </a:lstStyle>
          <a:p>
            <a:pPr algn="r"/>
            <a:r>
              <a:rPr lang="en-AU" dirty="0"/>
              <a:t>Deakin University </a:t>
            </a:r>
            <a:r>
              <a:rPr lang="en-AU" dirty="0" err="1"/>
              <a:t>CRICOS</a:t>
            </a:r>
            <a:r>
              <a:rPr lang="en-AU" dirty="0"/>
              <a:t> Provider Code: </a:t>
            </a:r>
            <a:r>
              <a:rPr lang="en-AU" dirty="0" err="1"/>
              <a:t>00113B</a:t>
            </a:r>
            <a:endParaRPr lang="en-GB" dirty="0"/>
          </a:p>
        </p:txBody>
      </p:sp>
    </p:spTree>
    <p:extLst>
      <p:ext uri="{BB962C8B-B14F-4D97-AF65-F5344CB8AC3E}">
        <p14:creationId xmlns:p14="http://schemas.microsoft.com/office/powerpoint/2010/main" val="251806737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Title Slide B">
    <p:spTree>
      <p:nvGrpSpPr>
        <p:cNvPr id="1" name=""/>
        <p:cNvGrpSpPr/>
        <p:nvPr/>
      </p:nvGrpSpPr>
      <p:grpSpPr>
        <a:xfrm>
          <a:off x="0" y="0"/>
          <a:ext cx="0" cy="0"/>
          <a:chOff x="0" y="0"/>
          <a:chExt cx="0" cy="0"/>
        </a:xfrm>
      </p:grpSpPr>
      <p:sp>
        <p:nvSpPr>
          <p:cNvPr id="13" name="Background">
            <a:extLst>
              <a:ext uri="{FF2B5EF4-FFF2-40B4-BE49-F238E27FC236}">
                <a16:creationId xmlns:a16="http://schemas.microsoft.com/office/drawing/2014/main" id="{301BC1A6-FA88-4814-A368-FA1F0C3E5EF9}"/>
              </a:ext>
              <a:ext uri="{C183D7F6-B498-43B3-948B-1728B52AA6E4}">
                <adec:decorative xmlns:adec="http://schemas.microsoft.com/office/drawing/2017/decorative" val="1"/>
              </a:ext>
            </a:extLst>
          </p:cNvPr>
          <p:cNvSpPr/>
          <p:nvPr userDrawn="1"/>
        </p:nvSpPr>
        <p:spPr>
          <a:xfrm>
            <a:off x="0" y="0"/>
            <a:ext cx="12191999" cy="6858000"/>
          </a:xfrm>
          <a:prstGeom prst="rect">
            <a:avLst/>
          </a:prstGeom>
          <a:solidFill>
            <a:srgbClr val="3736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Graphic">
            <a:extLst>
              <a:ext uri="{FF2B5EF4-FFF2-40B4-BE49-F238E27FC236}">
                <a16:creationId xmlns:a16="http://schemas.microsoft.com/office/drawing/2014/main" id="{6A9026D8-4650-4F23-9189-95187B759076}"/>
              </a:ext>
              <a:ext uri="{C183D7F6-B498-43B3-948B-1728B52AA6E4}">
                <adec:decorative xmlns:adec="http://schemas.microsoft.com/office/drawing/2017/decorative" val="1"/>
              </a:ext>
            </a:extLst>
          </p:cNvPr>
          <p:cNvSpPr>
            <a:spLocks/>
          </p:cNvSpPr>
          <p:nvPr userDrawn="1"/>
        </p:nvSpPr>
        <p:spPr bwMode="auto">
          <a:xfrm>
            <a:off x="1156121" y="689155"/>
            <a:ext cx="6325057" cy="5345885"/>
          </a:xfrm>
          <a:custGeom>
            <a:avLst/>
            <a:gdLst>
              <a:gd name="T0" fmla="*/ 0 w 2658"/>
              <a:gd name="T1" fmla="*/ 2246 h 2246"/>
              <a:gd name="T2" fmla="*/ 1536 w 2658"/>
              <a:gd name="T3" fmla="*/ 2246 h 2246"/>
              <a:gd name="T4" fmla="*/ 2658 w 2658"/>
              <a:gd name="T5" fmla="*/ 1123 h 2246"/>
              <a:gd name="T6" fmla="*/ 1536 w 2658"/>
              <a:gd name="T7" fmla="*/ 0 h 2246"/>
              <a:gd name="T8" fmla="*/ 0 w 2658"/>
              <a:gd name="T9" fmla="*/ 0 h 2246"/>
              <a:gd name="T10" fmla="*/ 0 w 2658"/>
              <a:gd name="T11" fmla="*/ 2246 h 2246"/>
            </a:gdLst>
            <a:ahLst/>
            <a:cxnLst>
              <a:cxn ang="0">
                <a:pos x="T0" y="T1"/>
              </a:cxn>
              <a:cxn ang="0">
                <a:pos x="T2" y="T3"/>
              </a:cxn>
              <a:cxn ang="0">
                <a:pos x="T4" y="T5"/>
              </a:cxn>
              <a:cxn ang="0">
                <a:pos x="T6" y="T7"/>
              </a:cxn>
              <a:cxn ang="0">
                <a:pos x="T8" y="T9"/>
              </a:cxn>
              <a:cxn ang="0">
                <a:pos x="T10" y="T11"/>
              </a:cxn>
            </a:cxnLst>
            <a:rect l="0" t="0" r="r" b="b"/>
            <a:pathLst>
              <a:path w="2658" h="2246">
                <a:moveTo>
                  <a:pt x="0" y="2246"/>
                </a:moveTo>
                <a:cubicBezTo>
                  <a:pt x="1536" y="2246"/>
                  <a:pt x="1536" y="2246"/>
                  <a:pt x="1536" y="2246"/>
                </a:cubicBezTo>
                <a:cubicBezTo>
                  <a:pt x="2155" y="2246"/>
                  <a:pt x="2658" y="1744"/>
                  <a:pt x="2658" y="1123"/>
                </a:cubicBezTo>
                <a:cubicBezTo>
                  <a:pt x="2658" y="503"/>
                  <a:pt x="2156" y="0"/>
                  <a:pt x="1536" y="0"/>
                </a:cubicBezTo>
                <a:cubicBezTo>
                  <a:pt x="0" y="0"/>
                  <a:pt x="0" y="0"/>
                  <a:pt x="0" y="0"/>
                </a:cubicBezTo>
                <a:lnTo>
                  <a:pt x="0" y="2246"/>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AU"/>
          </a:p>
        </p:txBody>
      </p:sp>
      <p:sp>
        <p:nvSpPr>
          <p:cNvPr id="2" name="Title"/>
          <p:cNvSpPr>
            <a:spLocks noGrp="1"/>
          </p:cNvSpPr>
          <p:nvPr>
            <p:ph type="ctrTitle" hasCustomPrompt="1"/>
          </p:nvPr>
        </p:nvSpPr>
        <p:spPr>
          <a:xfrm>
            <a:off x="1546418" y="1326018"/>
            <a:ext cx="4752000" cy="1440000"/>
          </a:xfrm>
        </p:spPr>
        <p:txBody>
          <a:bodyPr anchor="b"/>
          <a:lstStyle>
            <a:lvl1pPr algn="l">
              <a:lnSpc>
                <a:spcPct val="100000"/>
              </a:lnSpc>
              <a:defRPr sz="2800" b="0">
                <a:solidFill>
                  <a:schemeClr val="bg1"/>
                </a:solidFill>
              </a:defRPr>
            </a:lvl1pPr>
          </a:lstStyle>
          <a:p>
            <a:r>
              <a:rPr lang="en-US" dirty="0"/>
              <a:t>Click to add title</a:t>
            </a:r>
            <a:endParaRPr lang="en-GB" dirty="0"/>
          </a:p>
        </p:txBody>
      </p:sp>
      <p:sp>
        <p:nvSpPr>
          <p:cNvPr id="3" name="Subtitle"/>
          <p:cNvSpPr>
            <a:spLocks noGrp="1"/>
          </p:cNvSpPr>
          <p:nvPr>
            <p:ph type="subTitle" idx="1" hasCustomPrompt="1"/>
          </p:nvPr>
        </p:nvSpPr>
        <p:spPr>
          <a:xfrm>
            <a:off x="1546418" y="3393287"/>
            <a:ext cx="4751999" cy="1980000"/>
          </a:xfrm>
        </p:spPr>
        <p:txBody>
          <a:bodyPr/>
          <a:lstStyle>
            <a:lvl1pPr marL="0" indent="0" algn="l">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endParaRPr lang="en-GB" dirty="0"/>
          </a:p>
        </p:txBody>
      </p:sp>
      <p:pic>
        <p:nvPicPr>
          <p:cNvPr id="12" name="Deakin Logo" descr="Deakin Logo">
            <a:extLst>
              <a:ext uri="{FF2B5EF4-FFF2-40B4-BE49-F238E27FC236}">
                <a16:creationId xmlns:a16="http://schemas.microsoft.com/office/drawing/2014/main" id="{69E87CCB-CBBD-4B69-825A-5D4AEE28011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196680" y="4309872"/>
            <a:ext cx="1437588" cy="1435470"/>
          </a:xfrm>
          <a:prstGeom prst="rect">
            <a:avLst/>
          </a:prstGeom>
        </p:spPr>
      </p:pic>
      <p:sp>
        <p:nvSpPr>
          <p:cNvPr id="8" name="Footer/CRICOS">
            <a:extLst>
              <a:ext uri="{FF2B5EF4-FFF2-40B4-BE49-F238E27FC236}">
                <a16:creationId xmlns:a16="http://schemas.microsoft.com/office/drawing/2014/main" id="{A7EC68DA-FBB0-4AAA-ABAC-746F7508E99A}"/>
              </a:ext>
            </a:extLst>
          </p:cNvPr>
          <p:cNvSpPr>
            <a:spLocks noGrp="1"/>
          </p:cNvSpPr>
          <p:nvPr>
            <p:ph type="ftr" sz="quarter" idx="11"/>
          </p:nvPr>
        </p:nvSpPr>
        <p:spPr>
          <a:xfrm>
            <a:off x="5302171" y="6579113"/>
            <a:ext cx="6624000" cy="144000"/>
          </a:xfrm>
          <a:prstGeom prst="rect">
            <a:avLst/>
          </a:prstGeom>
        </p:spPr>
        <p:txBody>
          <a:bodyPr lIns="90000" tIns="36000" rIns="0" bIns="36000"/>
          <a:lstStyle>
            <a:lvl1pPr>
              <a:defRPr sz="500">
                <a:solidFill>
                  <a:schemeClr val="bg1"/>
                </a:solidFill>
              </a:defRPr>
            </a:lvl1pPr>
          </a:lstStyle>
          <a:p>
            <a:pPr algn="r"/>
            <a:r>
              <a:rPr lang="en-AU" dirty="0"/>
              <a:t>Deakin University </a:t>
            </a:r>
            <a:r>
              <a:rPr lang="en-AU" dirty="0" err="1"/>
              <a:t>CRICOS</a:t>
            </a:r>
            <a:r>
              <a:rPr lang="en-AU" dirty="0"/>
              <a:t> Provider Code: </a:t>
            </a:r>
            <a:r>
              <a:rPr lang="en-AU" dirty="0" err="1"/>
              <a:t>00113B</a:t>
            </a:r>
            <a:endParaRPr lang="en-GB" dirty="0"/>
          </a:p>
        </p:txBody>
      </p:sp>
    </p:spTree>
    <p:extLst>
      <p:ext uri="{BB962C8B-B14F-4D97-AF65-F5344CB8AC3E}">
        <p14:creationId xmlns:p14="http://schemas.microsoft.com/office/powerpoint/2010/main" val="150621521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name="Title Slide C">
    <p:spTree>
      <p:nvGrpSpPr>
        <p:cNvPr id="1" name=""/>
        <p:cNvGrpSpPr/>
        <p:nvPr/>
      </p:nvGrpSpPr>
      <p:grpSpPr>
        <a:xfrm>
          <a:off x="0" y="0"/>
          <a:ext cx="0" cy="0"/>
          <a:chOff x="0" y="0"/>
          <a:chExt cx="0" cy="0"/>
        </a:xfrm>
      </p:grpSpPr>
      <p:sp>
        <p:nvSpPr>
          <p:cNvPr id="13" name="Background">
            <a:extLst>
              <a:ext uri="{FF2B5EF4-FFF2-40B4-BE49-F238E27FC236}">
                <a16:creationId xmlns:a16="http://schemas.microsoft.com/office/drawing/2014/main" id="{301BC1A6-FA88-4814-A368-FA1F0C3E5EF9}"/>
              </a:ext>
              <a:ext uri="{C183D7F6-B498-43B3-948B-1728B52AA6E4}">
                <adec:decorative xmlns:adec="http://schemas.microsoft.com/office/drawing/2017/decorative" val="1"/>
              </a:ext>
            </a:extLst>
          </p:cNvPr>
          <p:cNvSpPr/>
          <p:nvPr userDrawn="1"/>
        </p:nvSpPr>
        <p:spPr>
          <a:xfrm>
            <a:off x="0" y="0"/>
            <a:ext cx="12191999" cy="6858000"/>
          </a:xfrm>
          <a:prstGeom prst="rect">
            <a:avLst/>
          </a:prstGeom>
          <a:solidFill>
            <a:srgbClr val="3736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p:cNvSpPr>
            <a:spLocks noGrp="1"/>
          </p:cNvSpPr>
          <p:nvPr>
            <p:ph type="ctrTitle" hasCustomPrompt="1"/>
          </p:nvPr>
        </p:nvSpPr>
        <p:spPr>
          <a:xfrm>
            <a:off x="1031068" y="1293486"/>
            <a:ext cx="5292000" cy="2016000"/>
          </a:xfrm>
        </p:spPr>
        <p:txBody>
          <a:bodyPr anchor="t"/>
          <a:lstStyle>
            <a:lvl1pPr marL="432000" indent="-432000" algn="l">
              <a:lnSpc>
                <a:spcPct val="100000"/>
              </a:lnSpc>
              <a:buClr>
                <a:schemeClr val="bg1"/>
              </a:buClr>
              <a:buSzPct val="80000"/>
              <a:buFont typeface="Wingdings 3" panose="05040102010807070707" pitchFamily="18" charset="2"/>
              <a:buChar char=""/>
              <a:defRPr sz="4000" b="0">
                <a:solidFill>
                  <a:schemeClr val="bg2"/>
                </a:solidFill>
              </a:defRPr>
            </a:lvl1pPr>
          </a:lstStyle>
          <a:p>
            <a:r>
              <a:rPr lang="en-US" dirty="0"/>
              <a:t>Click to add title</a:t>
            </a:r>
            <a:endParaRPr lang="en-GB" dirty="0"/>
          </a:p>
        </p:txBody>
      </p:sp>
      <p:sp>
        <p:nvSpPr>
          <p:cNvPr id="3" name="Subtitle"/>
          <p:cNvSpPr>
            <a:spLocks noGrp="1"/>
          </p:cNvSpPr>
          <p:nvPr>
            <p:ph type="subTitle" idx="1" hasCustomPrompt="1"/>
          </p:nvPr>
        </p:nvSpPr>
        <p:spPr>
          <a:xfrm>
            <a:off x="1480096" y="3614630"/>
            <a:ext cx="4842972" cy="1404000"/>
          </a:xfrm>
        </p:spPr>
        <p:txBody>
          <a:bodyPr/>
          <a:lstStyle>
            <a:lvl1pPr marL="0" indent="0" algn="l">
              <a:buNone/>
              <a:defRPr sz="240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endParaRPr lang="en-GB" dirty="0"/>
          </a:p>
        </p:txBody>
      </p:sp>
      <p:grpSp>
        <p:nvGrpSpPr>
          <p:cNvPr id="9" name="Graphics">
            <a:extLst>
              <a:ext uri="{FF2B5EF4-FFF2-40B4-BE49-F238E27FC236}">
                <a16:creationId xmlns:a16="http://schemas.microsoft.com/office/drawing/2014/main" id="{39C8C252-A524-44EB-85F8-12649E7AAE0A}"/>
              </a:ext>
              <a:ext uri="{C183D7F6-B498-43B3-948B-1728B52AA6E4}">
                <adec:decorative xmlns:adec="http://schemas.microsoft.com/office/drawing/2017/decorative" val="1"/>
              </a:ext>
            </a:extLst>
          </p:cNvPr>
          <p:cNvGrpSpPr>
            <a:grpSpLocks noChangeAspect="1"/>
          </p:cNvGrpSpPr>
          <p:nvPr userDrawn="1"/>
        </p:nvGrpSpPr>
        <p:grpSpPr bwMode="auto">
          <a:xfrm>
            <a:off x="623888" y="546100"/>
            <a:ext cx="11566525" cy="6308725"/>
            <a:chOff x="393" y="344"/>
            <a:chExt cx="7286" cy="3974"/>
          </a:xfrm>
        </p:grpSpPr>
        <p:sp>
          <p:nvSpPr>
            <p:cNvPr id="11" name="Shape">
              <a:extLst>
                <a:ext uri="{FF2B5EF4-FFF2-40B4-BE49-F238E27FC236}">
                  <a16:creationId xmlns:a16="http://schemas.microsoft.com/office/drawing/2014/main" id="{13FEA6FD-10AA-47FE-A88F-B270509EC5E6}"/>
                </a:ext>
              </a:extLst>
            </p:cNvPr>
            <p:cNvSpPr>
              <a:spLocks/>
            </p:cNvSpPr>
            <p:nvPr userDrawn="1"/>
          </p:nvSpPr>
          <p:spPr bwMode="auto">
            <a:xfrm>
              <a:off x="4305" y="2525"/>
              <a:ext cx="3374" cy="1793"/>
            </a:xfrm>
            <a:custGeom>
              <a:avLst/>
              <a:gdLst>
                <a:gd name="T0" fmla="*/ 2265 w 2265"/>
                <a:gd name="T1" fmla="*/ 497 h 1204"/>
                <a:gd name="T2" fmla="*/ 1261 w 2265"/>
                <a:gd name="T3" fmla="*/ 0 h 1204"/>
                <a:gd name="T4" fmla="*/ 0 w 2265"/>
                <a:gd name="T5" fmla="*/ 1204 h 1204"/>
                <a:gd name="T6" fmla="*/ 2265 w 2265"/>
                <a:gd name="T7" fmla="*/ 1204 h 1204"/>
                <a:gd name="T8" fmla="*/ 2265 w 2265"/>
                <a:gd name="T9" fmla="*/ 497 h 1204"/>
              </a:gdLst>
              <a:ahLst/>
              <a:cxnLst>
                <a:cxn ang="0">
                  <a:pos x="T0" y="T1"/>
                </a:cxn>
                <a:cxn ang="0">
                  <a:pos x="T2" y="T3"/>
                </a:cxn>
                <a:cxn ang="0">
                  <a:pos x="T4" y="T5"/>
                </a:cxn>
                <a:cxn ang="0">
                  <a:pos x="T6" y="T7"/>
                </a:cxn>
                <a:cxn ang="0">
                  <a:pos x="T8" y="T9"/>
                </a:cxn>
              </a:cxnLst>
              <a:rect l="0" t="0" r="r" b="b"/>
              <a:pathLst>
                <a:path w="2265" h="1204">
                  <a:moveTo>
                    <a:pt x="2265" y="497"/>
                  </a:moveTo>
                  <a:cubicBezTo>
                    <a:pt x="2034" y="195"/>
                    <a:pt x="1670" y="0"/>
                    <a:pt x="1261" y="0"/>
                  </a:cubicBezTo>
                  <a:cubicBezTo>
                    <a:pt x="583" y="0"/>
                    <a:pt x="30" y="534"/>
                    <a:pt x="0" y="1204"/>
                  </a:cubicBezTo>
                  <a:cubicBezTo>
                    <a:pt x="2265" y="1204"/>
                    <a:pt x="2265" y="1204"/>
                    <a:pt x="2265" y="1204"/>
                  </a:cubicBezTo>
                  <a:lnTo>
                    <a:pt x="2265" y="497"/>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4" name="Shape">
              <a:extLst>
                <a:ext uri="{FF2B5EF4-FFF2-40B4-BE49-F238E27FC236}">
                  <a16:creationId xmlns:a16="http://schemas.microsoft.com/office/drawing/2014/main" id="{9B89CD33-DA52-4E6E-91E9-2293E7BC0D6C}"/>
                </a:ext>
              </a:extLst>
            </p:cNvPr>
            <p:cNvSpPr>
              <a:spLocks noEditPoints="1"/>
            </p:cNvSpPr>
            <p:nvPr userDrawn="1"/>
          </p:nvSpPr>
          <p:spPr bwMode="auto">
            <a:xfrm>
              <a:off x="393" y="344"/>
              <a:ext cx="4730" cy="3148"/>
            </a:xfrm>
            <a:custGeom>
              <a:avLst/>
              <a:gdLst>
                <a:gd name="T0" fmla="*/ 2120 w 3176"/>
                <a:gd name="T1" fmla="*/ 2113 h 2113"/>
                <a:gd name="T2" fmla="*/ 0 w 3176"/>
                <a:gd name="T3" fmla="*/ 2113 h 2113"/>
                <a:gd name="T4" fmla="*/ 0 w 3176"/>
                <a:gd name="T5" fmla="*/ 0 h 2113"/>
                <a:gd name="T6" fmla="*/ 2120 w 3176"/>
                <a:gd name="T7" fmla="*/ 0 h 2113"/>
                <a:gd name="T8" fmla="*/ 2867 w 3176"/>
                <a:gd name="T9" fmla="*/ 310 h 2113"/>
                <a:gd name="T10" fmla="*/ 3176 w 3176"/>
                <a:gd name="T11" fmla="*/ 1057 h 2113"/>
                <a:gd name="T12" fmla="*/ 2867 w 3176"/>
                <a:gd name="T13" fmla="*/ 1804 h 2113"/>
                <a:gd name="T14" fmla="*/ 2120 w 3176"/>
                <a:gd name="T15" fmla="*/ 2113 h 2113"/>
                <a:gd name="T16" fmla="*/ 21 w 3176"/>
                <a:gd name="T17" fmla="*/ 2092 h 2113"/>
                <a:gd name="T18" fmla="*/ 2120 w 3176"/>
                <a:gd name="T19" fmla="*/ 2092 h 2113"/>
                <a:gd name="T20" fmla="*/ 3155 w 3176"/>
                <a:gd name="T21" fmla="*/ 1057 h 2113"/>
                <a:gd name="T22" fmla="*/ 2120 w 3176"/>
                <a:gd name="T23" fmla="*/ 22 h 2113"/>
                <a:gd name="T24" fmla="*/ 21 w 3176"/>
                <a:gd name="T25" fmla="*/ 22 h 2113"/>
                <a:gd name="T26" fmla="*/ 21 w 3176"/>
                <a:gd name="T27" fmla="*/ 2092 h 2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176" h="2113">
                  <a:moveTo>
                    <a:pt x="2120" y="2113"/>
                  </a:moveTo>
                  <a:cubicBezTo>
                    <a:pt x="0" y="2113"/>
                    <a:pt x="0" y="2113"/>
                    <a:pt x="0" y="2113"/>
                  </a:cubicBezTo>
                  <a:cubicBezTo>
                    <a:pt x="0" y="0"/>
                    <a:pt x="0" y="0"/>
                    <a:pt x="0" y="0"/>
                  </a:cubicBezTo>
                  <a:cubicBezTo>
                    <a:pt x="2120" y="0"/>
                    <a:pt x="2120" y="0"/>
                    <a:pt x="2120" y="0"/>
                  </a:cubicBezTo>
                  <a:cubicBezTo>
                    <a:pt x="2402" y="0"/>
                    <a:pt x="2667" y="110"/>
                    <a:pt x="2867" y="310"/>
                  </a:cubicBezTo>
                  <a:cubicBezTo>
                    <a:pt x="3066" y="509"/>
                    <a:pt x="3176" y="775"/>
                    <a:pt x="3176" y="1057"/>
                  </a:cubicBezTo>
                  <a:cubicBezTo>
                    <a:pt x="3176" y="1339"/>
                    <a:pt x="3066" y="1604"/>
                    <a:pt x="2867" y="1804"/>
                  </a:cubicBezTo>
                  <a:cubicBezTo>
                    <a:pt x="2667" y="2003"/>
                    <a:pt x="2402" y="2113"/>
                    <a:pt x="2120" y="2113"/>
                  </a:cubicBezTo>
                  <a:close/>
                  <a:moveTo>
                    <a:pt x="21" y="2092"/>
                  </a:moveTo>
                  <a:cubicBezTo>
                    <a:pt x="2120" y="2092"/>
                    <a:pt x="2120" y="2092"/>
                    <a:pt x="2120" y="2092"/>
                  </a:cubicBezTo>
                  <a:cubicBezTo>
                    <a:pt x="2690" y="2092"/>
                    <a:pt x="3155" y="1628"/>
                    <a:pt x="3155" y="1057"/>
                  </a:cubicBezTo>
                  <a:cubicBezTo>
                    <a:pt x="3155" y="486"/>
                    <a:pt x="2690" y="22"/>
                    <a:pt x="2120" y="22"/>
                  </a:cubicBezTo>
                  <a:cubicBezTo>
                    <a:pt x="21" y="22"/>
                    <a:pt x="21" y="22"/>
                    <a:pt x="21" y="22"/>
                  </a:cubicBezTo>
                  <a:lnTo>
                    <a:pt x="21" y="2092"/>
                  </a:ln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grpSp>
      <p:pic>
        <p:nvPicPr>
          <p:cNvPr id="12" name="Deakin Logo" descr="Deakin Logo">
            <a:extLst>
              <a:ext uri="{FF2B5EF4-FFF2-40B4-BE49-F238E27FC236}">
                <a16:creationId xmlns:a16="http://schemas.microsoft.com/office/drawing/2014/main" id="{69E87CCB-CBBD-4B69-825A-5D4AEE28011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858467" y="4103412"/>
            <a:ext cx="1350813" cy="1348823"/>
          </a:xfrm>
          <a:prstGeom prst="rect">
            <a:avLst/>
          </a:prstGeom>
        </p:spPr>
      </p:pic>
      <p:sp>
        <p:nvSpPr>
          <p:cNvPr id="7" name="Footer/CRICOS">
            <a:extLst>
              <a:ext uri="{FF2B5EF4-FFF2-40B4-BE49-F238E27FC236}">
                <a16:creationId xmlns:a16="http://schemas.microsoft.com/office/drawing/2014/main" id="{503C0357-7701-438B-B337-77AE6DED2CF1}"/>
              </a:ext>
            </a:extLst>
          </p:cNvPr>
          <p:cNvSpPr>
            <a:spLocks noGrp="1"/>
          </p:cNvSpPr>
          <p:nvPr>
            <p:ph type="ftr" sz="quarter" idx="11"/>
          </p:nvPr>
        </p:nvSpPr>
        <p:spPr/>
        <p:txBody>
          <a:bodyPr/>
          <a:lstStyle>
            <a:lvl1pPr>
              <a:defRPr>
                <a:solidFill>
                  <a:schemeClr val="bg1"/>
                </a:solidFill>
              </a:defRPr>
            </a:lvl1pPr>
          </a:lstStyle>
          <a:p>
            <a:r>
              <a:rPr lang="en-AU"/>
              <a:t>Deakin University CRICOS Provider Code: 00113B</a:t>
            </a:r>
            <a:endParaRPr lang="en-GB" dirty="0"/>
          </a:p>
        </p:txBody>
      </p:sp>
    </p:spTree>
    <p:extLst>
      <p:ext uri="{BB962C8B-B14F-4D97-AF65-F5344CB8AC3E}">
        <p14:creationId xmlns:p14="http://schemas.microsoft.com/office/powerpoint/2010/main" val="160576832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reserve="1">
  <p:cSld name="Title Slide D">
    <p:spTree>
      <p:nvGrpSpPr>
        <p:cNvPr id="1" name=""/>
        <p:cNvGrpSpPr/>
        <p:nvPr/>
      </p:nvGrpSpPr>
      <p:grpSpPr>
        <a:xfrm>
          <a:off x="0" y="0"/>
          <a:ext cx="0" cy="0"/>
          <a:chOff x="0" y="0"/>
          <a:chExt cx="0" cy="0"/>
        </a:xfrm>
      </p:grpSpPr>
      <p:sp>
        <p:nvSpPr>
          <p:cNvPr id="13" name="Background">
            <a:extLst>
              <a:ext uri="{FF2B5EF4-FFF2-40B4-BE49-F238E27FC236}">
                <a16:creationId xmlns:a16="http://schemas.microsoft.com/office/drawing/2014/main" id="{301BC1A6-FA88-4814-A368-FA1F0C3E5EF9}"/>
              </a:ext>
              <a:ext uri="{C183D7F6-B498-43B3-948B-1728B52AA6E4}">
                <adec:decorative xmlns:adec="http://schemas.microsoft.com/office/drawing/2017/decorative" val="1"/>
              </a:ext>
            </a:extLst>
          </p:cNvPr>
          <p:cNvSpPr/>
          <p:nvPr userDrawn="1"/>
        </p:nvSpPr>
        <p:spPr>
          <a:xfrm>
            <a:off x="0" y="0"/>
            <a:ext cx="1219199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p:cNvSpPr>
            <a:spLocks noGrp="1"/>
          </p:cNvSpPr>
          <p:nvPr>
            <p:ph type="ctrTitle" hasCustomPrompt="1"/>
          </p:nvPr>
        </p:nvSpPr>
        <p:spPr>
          <a:xfrm>
            <a:off x="5008708" y="980331"/>
            <a:ext cx="5292000" cy="2016000"/>
          </a:xfrm>
        </p:spPr>
        <p:txBody>
          <a:bodyPr anchor="b"/>
          <a:lstStyle>
            <a:lvl1pPr marL="432000" indent="-432000" algn="l">
              <a:lnSpc>
                <a:spcPct val="100000"/>
              </a:lnSpc>
              <a:buClr>
                <a:schemeClr val="accent5"/>
              </a:buClr>
              <a:buSzPct val="75000"/>
              <a:buFont typeface="Wingdings 3" panose="05040102010807070707" pitchFamily="18" charset="2"/>
              <a:buChar char=""/>
              <a:defRPr sz="4200" b="0">
                <a:solidFill>
                  <a:schemeClr val="tx1"/>
                </a:solidFill>
              </a:defRPr>
            </a:lvl1pPr>
          </a:lstStyle>
          <a:p>
            <a:r>
              <a:rPr lang="en-US" dirty="0"/>
              <a:t>Click to add title</a:t>
            </a:r>
            <a:endParaRPr lang="en-GB" dirty="0"/>
          </a:p>
        </p:txBody>
      </p:sp>
      <p:sp>
        <p:nvSpPr>
          <p:cNvPr id="3" name="Subtitle"/>
          <p:cNvSpPr>
            <a:spLocks noGrp="1"/>
          </p:cNvSpPr>
          <p:nvPr>
            <p:ph type="subTitle" idx="1" hasCustomPrompt="1"/>
          </p:nvPr>
        </p:nvSpPr>
        <p:spPr>
          <a:xfrm>
            <a:off x="5427256" y="3240515"/>
            <a:ext cx="4873452" cy="720000"/>
          </a:xfrm>
        </p:spPr>
        <p:txBody>
          <a:bodyPr/>
          <a:lstStyle>
            <a:lvl1pPr marL="0" indent="0" algn="l">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endParaRPr lang="en-GB" dirty="0"/>
          </a:p>
        </p:txBody>
      </p:sp>
      <p:grpSp>
        <p:nvGrpSpPr>
          <p:cNvPr id="8" name="Graphics">
            <a:extLst>
              <a:ext uri="{FF2B5EF4-FFF2-40B4-BE49-F238E27FC236}">
                <a16:creationId xmlns:a16="http://schemas.microsoft.com/office/drawing/2014/main" id="{F9047B9D-4C2D-48A6-8F8E-9A28F89D4197}"/>
              </a:ext>
              <a:ext uri="{C183D7F6-B498-43B3-948B-1728B52AA6E4}">
                <adec:decorative xmlns:adec="http://schemas.microsoft.com/office/drawing/2017/decorative" val="1"/>
              </a:ext>
            </a:extLst>
          </p:cNvPr>
          <p:cNvGrpSpPr>
            <a:grpSpLocks noChangeAspect="1"/>
          </p:cNvGrpSpPr>
          <p:nvPr userDrawn="1"/>
        </p:nvGrpSpPr>
        <p:grpSpPr bwMode="auto">
          <a:xfrm>
            <a:off x="0" y="0"/>
            <a:ext cx="4440238" cy="6858000"/>
            <a:chOff x="2440" y="2"/>
            <a:chExt cx="2797" cy="4320"/>
          </a:xfrm>
        </p:grpSpPr>
        <p:sp>
          <p:nvSpPr>
            <p:cNvPr id="17" name="Shape">
              <a:extLst>
                <a:ext uri="{FF2B5EF4-FFF2-40B4-BE49-F238E27FC236}">
                  <a16:creationId xmlns:a16="http://schemas.microsoft.com/office/drawing/2014/main" id="{37AB17E1-AF63-49BB-87F9-00267E607B48}"/>
                </a:ext>
              </a:extLst>
            </p:cNvPr>
            <p:cNvSpPr>
              <a:spLocks/>
            </p:cNvSpPr>
            <p:nvPr userDrawn="1"/>
          </p:nvSpPr>
          <p:spPr bwMode="auto">
            <a:xfrm>
              <a:off x="2440" y="2"/>
              <a:ext cx="2797" cy="3025"/>
            </a:xfrm>
            <a:custGeom>
              <a:avLst/>
              <a:gdLst>
                <a:gd name="T0" fmla="*/ 0 w 1863"/>
                <a:gd name="T1" fmla="*/ 1419 h 2017"/>
                <a:gd name="T2" fmla="*/ 895 w 1863"/>
                <a:gd name="T3" fmla="*/ 2017 h 2017"/>
                <a:gd name="T4" fmla="*/ 1863 w 1863"/>
                <a:gd name="T5" fmla="*/ 1049 h 2017"/>
                <a:gd name="T6" fmla="*/ 1863 w 1863"/>
                <a:gd name="T7" fmla="*/ 0 h 2017"/>
                <a:gd name="T8" fmla="*/ 0 w 1863"/>
                <a:gd name="T9" fmla="*/ 0 h 2017"/>
                <a:gd name="T10" fmla="*/ 0 w 1863"/>
                <a:gd name="T11" fmla="*/ 1419 h 2017"/>
              </a:gdLst>
              <a:ahLst/>
              <a:cxnLst>
                <a:cxn ang="0">
                  <a:pos x="T0" y="T1"/>
                </a:cxn>
                <a:cxn ang="0">
                  <a:pos x="T2" y="T3"/>
                </a:cxn>
                <a:cxn ang="0">
                  <a:pos x="T4" y="T5"/>
                </a:cxn>
                <a:cxn ang="0">
                  <a:pos x="T6" y="T7"/>
                </a:cxn>
                <a:cxn ang="0">
                  <a:pos x="T8" y="T9"/>
                </a:cxn>
                <a:cxn ang="0">
                  <a:pos x="T10" y="T11"/>
                </a:cxn>
              </a:cxnLst>
              <a:rect l="0" t="0" r="r" b="b"/>
              <a:pathLst>
                <a:path w="1863" h="2017">
                  <a:moveTo>
                    <a:pt x="0" y="1419"/>
                  </a:moveTo>
                  <a:cubicBezTo>
                    <a:pt x="146" y="1770"/>
                    <a:pt x="491" y="2017"/>
                    <a:pt x="895" y="2017"/>
                  </a:cubicBezTo>
                  <a:cubicBezTo>
                    <a:pt x="1430" y="2017"/>
                    <a:pt x="1863" y="1584"/>
                    <a:pt x="1863" y="1049"/>
                  </a:cubicBezTo>
                  <a:cubicBezTo>
                    <a:pt x="1863" y="0"/>
                    <a:pt x="1863" y="0"/>
                    <a:pt x="1863" y="0"/>
                  </a:cubicBezTo>
                  <a:cubicBezTo>
                    <a:pt x="0" y="0"/>
                    <a:pt x="0" y="0"/>
                    <a:pt x="0" y="0"/>
                  </a:cubicBezTo>
                  <a:lnTo>
                    <a:pt x="0" y="1419"/>
                  </a:lnTo>
                  <a:close/>
                </a:path>
              </a:pathLst>
            </a:custGeom>
            <a:solidFill>
              <a:srgbClr val="3736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8" name="Shape">
              <a:extLst>
                <a:ext uri="{FF2B5EF4-FFF2-40B4-BE49-F238E27FC236}">
                  <a16:creationId xmlns:a16="http://schemas.microsoft.com/office/drawing/2014/main" id="{9CE2732B-AAB2-4870-8ACA-483F04FBBBF7}"/>
                </a:ext>
              </a:extLst>
            </p:cNvPr>
            <p:cNvSpPr>
              <a:spLocks/>
            </p:cNvSpPr>
            <p:nvPr userDrawn="1"/>
          </p:nvSpPr>
          <p:spPr bwMode="auto">
            <a:xfrm>
              <a:off x="2440" y="3161"/>
              <a:ext cx="2768" cy="1161"/>
            </a:xfrm>
            <a:custGeom>
              <a:avLst/>
              <a:gdLst>
                <a:gd name="T0" fmla="*/ 1844 w 1844"/>
                <a:gd name="T1" fmla="*/ 774 h 774"/>
                <a:gd name="T2" fmla="*/ 895 w 1844"/>
                <a:gd name="T3" fmla="*/ 0 h 774"/>
                <a:gd name="T4" fmla="*/ 0 w 1844"/>
                <a:gd name="T5" fmla="*/ 598 h 774"/>
                <a:gd name="T6" fmla="*/ 0 w 1844"/>
                <a:gd name="T7" fmla="*/ 774 h 774"/>
                <a:gd name="T8" fmla="*/ 1844 w 1844"/>
                <a:gd name="T9" fmla="*/ 774 h 774"/>
              </a:gdLst>
              <a:ahLst/>
              <a:cxnLst>
                <a:cxn ang="0">
                  <a:pos x="T0" y="T1"/>
                </a:cxn>
                <a:cxn ang="0">
                  <a:pos x="T2" y="T3"/>
                </a:cxn>
                <a:cxn ang="0">
                  <a:pos x="T4" y="T5"/>
                </a:cxn>
                <a:cxn ang="0">
                  <a:pos x="T6" y="T7"/>
                </a:cxn>
                <a:cxn ang="0">
                  <a:pos x="T8" y="T9"/>
                </a:cxn>
              </a:cxnLst>
              <a:rect l="0" t="0" r="r" b="b"/>
              <a:pathLst>
                <a:path w="1844" h="774">
                  <a:moveTo>
                    <a:pt x="1844" y="774"/>
                  </a:moveTo>
                  <a:cubicBezTo>
                    <a:pt x="1754" y="333"/>
                    <a:pt x="1364" y="0"/>
                    <a:pt x="895" y="0"/>
                  </a:cubicBezTo>
                  <a:cubicBezTo>
                    <a:pt x="492" y="0"/>
                    <a:pt x="146" y="247"/>
                    <a:pt x="0" y="598"/>
                  </a:cubicBezTo>
                  <a:cubicBezTo>
                    <a:pt x="0" y="774"/>
                    <a:pt x="0" y="774"/>
                    <a:pt x="0" y="774"/>
                  </a:cubicBezTo>
                  <a:lnTo>
                    <a:pt x="1844" y="77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pic>
        <p:nvPicPr>
          <p:cNvPr id="12" name="Deakin Logo" descr="Deakin Logo">
            <a:extLst>
              <a:ext uri="{FF2B5EF4-FFF2-40B4-BE49-F238E27FC236}">
                <a16:creationId xmlns:a16="http://schemas.microsoft.com/office/drawing/2014/main" id="{69E87CCB-CBBD-4B69-825A-5D4AEE28011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402472" y="4254596"/>
            <a:ext cx="1462648" cy="1460493"/>
          </a:xfrm>
          <a:prstGeom prst="rect">
            <a:avLst/>
          </a:prstGeom>
        </p:spPr>
      </p:pic>
      <p:sp>
        <p:nvSpPr>
          <p:cNvPr id="10" name="Footer/CRICOS">
            <a:extLst>
              <a:ext uri="{FF2B5EF4-FFF2-40B4-BE49-F238E27FC236}">
                <a16:creationId xmlns:a16="http://schemas.microsoft.com/office/drawing/2014/main" id="{9D85B157-4252-4417-BAA7-C925512D7784}"/>
              </a:ext>
            </a:extLst>
          </p:cNvPr>
          <p:cNvSpPr>
            <a:spLocks noGrp="1"/>
          </p:cNvSpPr>
          <p:nvPr>
            <p:ph type="ftr" sz="quarter" idx="11"/>
          </p:nvPr>
        </p:nvSpPr>
        <p:spPr>
          <a:xfrm>
            <a:off x="5302171" y="6579113"/>
            <a:ext cx="6624000" cy="144000"/>
          </a:xfrm>
          <a:prstGeom prst="rect">
            <a:avLst/>
          </a:prstGeom>
        </p:spPr>
        <p:txBody>
          <a:bodyPr lIns="90000" tIns="36000" rIns="0" bIns="36000"/>
          <a:lstStyle>
            <a:lvl1pPr>
              <a:defRPr sz="500">
                <a:solidFill>
                  <a:schemeClr val="tx1"/>
                </a:solidFill>
              </a:defRPr>
            </a:lvl1pPr>
          </a:lstStyle>
          <a:p>
            <a:pPr algn="r"/>
            <a:r>
              <a:rPr lang="en-AU"/>
              <a:t>Deakin University CRICOS Provider Code: 00113B</a:t>
            </a:r>
            <a:endParaRPr lang="en-GB" dirty="0"/>
          </a:p>
        </p:txBody>
      </p:sp>
    </p:spTree>
    <p:extLst>
      <p:ext uri="{BB962C8B-B14F-4D97-AF65-F5344CB8AC3E}">
        <p14:creationId xmlns:p14="http://schemas.microsoft.com/office/powerpoint/2010/main" val="424454219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reserve="1">
  <p:cSld name="Title Slide E">
    <p:spTree>
      <p:nvGrpSpPr>
        <p:cNvPr id="1" name=""/>
        <p:cNvGrpSpPr/>
        <p:nvPr/>
      </p:nvGrpSpPr>
      <p:grpSpPr>
        <a:xfrm>
          <a:off x="0" y="0"/>
          <a:ext cx="0" cy="0"/>
          <a:chOff x="0" y="0"/>
          <a:chExt cx="0" cy="0"/>
        </a:xfrm>
      </p:grpSpPr>
      <p:sp>
        <p:nvSpPr>
          <p:cNvPr id="13" name="Background">
            <a:extLst>
              <a:ext uri="{FF2B5EF4-FFF2-40B4-BE49-F238E27FC236}">
                <a16:creationId xmlns:a16="http://schemas.microsoft.com/office/drawing/2014/main" id="{301BC1A6-FA88-4814-A368-FA1F0C3E5EF9}"/>
              </a:ext>
              <a:ext uri="{C183D7F6-B498-43B3-948B-1728B52AA6E4}">
                <adec:decorative xmlns:adec="http://schemas.microsoft.com/office/drawing/2017/decorative" val="1"/>
              </a:ext>
            </a:extLst>
          </p:cNvPr>
          <p:cNvSpPr/>
          <p:nvPr userDrawn="1"/>
        </p:nvSpPr>
        <p:spPr>
          <a:xfrm>
            <a:off x="0" y="0"/>
            <a:ext cx="12191999" cy="6858000"/>
          </a:xfrm>
          <a:prstGeom prst="rect">
            <a:avLst/>
          </a:prstGeom>
          <a:solidFill>
            <a:srgbClr val="3736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p:cNvSpPr>
            <a:spLocks noGrp="1"/>
          </p:cNvSpPr>
          <p:nvPr>
            <p:ph type="ctrTitle" hasCustomPrompt="1"/>
          </p:nvPr>
        </p:nvSpPr>
        <p:spPr>
          <a:xfrm>
            <a:off x="5008708" y="980331"/>
            <a:ext cx="5292000" cy="2016000"/>
          </a:xfrm>
        </p:spPr>
        <p:txBody>
          <a:bodyPr anchor="b"/>
          <a:lstStyle>
            <a:lvl1pPr marL="432000" indent="-432000" algn="l">
              <a:lnSpc>
                <a:spcPct val="100000"/>
              </a:lnSpc>
              <a:buClr>
                <a:schemeClr val="bg2"/>
              </a:buClr>
              <a:buSzPct val="75000"/>
              <a:buFont typeface="Wingdings 3" panose="05040102010807070707" pitchFamily="18" charset="2"/>
              <a:buChar char=""/>
              <a:defRPr sz="4200" b="0">
                <a:solidFill>
                  <a:schemeClr val="bg2"/>
                </a:solidFill>
              </a:defRPr>
            </a:lvl1pPr>
          </a:lstStyle>
          <a:p>
            <a:r>
              <a:rPr lang="en-US" dirty="0"/>
              <a:t>Click to add title</a:t>
            </a:r>
            <a:endParaRPr lang="en-GB" dirty="0"/>
          </a:p>
        </p:txBody>
      </p:sp>
      <p:sp>
        <p:nvSpPr>
          <p:cNvPr id="3" name="Subtitle"/>
          <p:cNvSpPr>
            <a:spLocks noGrp="1"/>
          </p:cNvSpPr>
          <p:nvPr>
            <p:ph type="subTitle" idx="1" hasCustomPrompt="1"/>
          </p:nvPr>
        </p:nvSpPr>
        <p:spPr>
          <a:xfrm>
            <a:off x="5427256" y="3240515"/>
            <a:ext cx="4873452" cy="720000"/>
          </a:xfrm>
        </p:spPr>
        <p:txBody>
          <a:bodyPr/>
          <a:lstStyle>
            <a:lvl1pPr marL="0" indent="0" algn="l">
              <a:buNone/>
              <a:defRPr sz="240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endParaRPr lang="en-GB" dirty="0"/>
          </a:p>
        </p:txBody>
      </p:sp>
      <p:grpSp>
        <p:nvGrpSpPr>
          <p:cNvPr id="8" name="Graphics">
            <a:extLst>
              <a:ext uri="{FF2B5EF4-FFF2-40B4-BE49-F238E27FC236}">
                <a16:creationId xmlns:a16="http://schemas.microsoft.com/office/drawing/2014/main" id="{F9047B9D-4C2D-48A6-8F8E-9A28F89D4197}"/>
              </a:ext>
              <a:ext uri="{C183D7F6-B498-43B3-948B-1728B52AA6E4}">
                <adec:decorative xmlns:adec="http://schemas.microsoft.com/office/drawing/2017/decorative" val="1"/>
              </a:ext>
            </a:extLst>
          </p:cNvPr>
          <p:cNvGrpSpPr>
            <a:grpSpLocks noChangeAspect="1"/>
          </p:cNvGrpSpPr>
          <p:nvPr userDrawn="1"/>
        </p:nvGrpSpPr>
        <p:grpSpPr bwMode="auto">
          <a:xfrm>
            <a:off x="0" y="0"/>
            <a:ext cx="4440238" cy="6858000"/>
            <a:chOff x="2440" y="2"/>
            <a:chExt cx="2797" cy="4320"/>
          </a:xfrm>
        </p:grpSpPr>
        <p:sp>
          <p:nvSpPr>
            <p:cNvPr id="17" name="Shape">
              <a:extLst>
                <a:ext uri="{FF2B5EF4-FFF2-40B4-BE49-F238E27FC236}">
                  <a16:creationId xmlns:a16="http://schemas.microsoft.com/office/drawing/2014/main" id="{37AB17E1-AF63-49BB-87F9-00267E607B48}"/>
                </a:ext>
              </a:extLst>
            </p:cNvPr>
            <p:cNvSpPr>
              <a:spLocks/>
            </p:cNvSpPr>
            <p:nvPr userDrawn="1"/>
          </p:nvSpPr>
          <p:spPr bwMode="auto">
            <a:xfrm>
              <a:off x="2440" y="2"/>
              <a:ext cx="2797" cy="3025"/>
            </a:xfrm>
            <a:custGeom>
              <a:avLst/>
              <a:gdLst>
                <a:gd name="T0" fmla="*/ 0 w 1863"/>
                <a:gd name="T1" fmla="*/ 1419 h 2017"/>
                <a:gd name="T2" fmla="*/ 895 w 1863"/>
                <a:gd name="T3" fmla="*/ 2017 h 2017"/>
                <a:gd name="T4" fmla="*/ 1863 w 1863"/>
                <a:gd name="T5" fmla="*/ 1049 h 2017"/>
                <a:gd name="T6" fmla="*/ 1863 w 1863"/>
                <a:gd name="T7" fmla="*/ 0 h 2017"/>
                <a:gd name="T8" fmla="*/ 0 w 1863"/>
                <a:gd name="T9" fmla="*/ 0 h 2017"/>
                <a:gd name="T10" fmla="*/ 0 w 1863"/>
                <a:gd name="T11" fmla="*/ 1419 h 2017"/>
              </a:gdLst>
              <a:ahLst/>
              <a:cxnLst>
                <a:cxn ang="0">
                  <a:pos x="T0" y="T1"/>
                </a:cxn>
                <a:cxn ang="0">
                  <a:pos x="T2" y="T3"/>
                </a:cxn>
                <a:cxn ang="0">
                  <a:pos x="T4" y="T5"/>
                </a:cxn>
                <a:cxn ang="0">
                  <a:pos x="T6" y="T7"/>
                </a:cxn>
                <a:cxn ang="0">
                  <a:pos x="T8" y="T9"/>
                </a:cxn>
                <a:cxn ang="0">
                  <a:pos x="T10" y="T11"/>
                </a:cxn>
              </a:cxnLst>
              <a:rect l="0" t="0" r="r" b="b"/>
              <a:pathLst>
                <a:path w="1863" h="2017">
                  <a:moveTo>
                    <a:pt x="0" y="1419"/>
                  </a:moveTo>
                  <a:cubicBezTo>
                    <a:pt x="146" y="1770"/>
                    <a:pt x="491" y="2017"/>
                    <a:pt x="895" y="2017"/>
                  </a:cubicBezTo>
                  <a:cubicBezTo>
                    <a:pt x="1430" y="2017"/>
                    <a:pt x="1863" y="1584"/>
                    <a:pt x="1863" y="1049"/>
                  </a:cubicBezTo>
                  <a:cubicBezTo>
                    <a:pt x="1863" y="0"/>
                    <a:pt x="1863" y="0"/>
                    <a:pt x="1863" y="0"/>
                  </a:cubicBezTo>
                  <a:cubicBezTo>
                    <a:pt x="0" y="0"/>
                    <a:pt x="0" y="0"/>
                    <a:pt x="0" y="0"/>
                  </a:cubicBezTo>
                  <a:lnTo>
                    <a:pt x="0" y="1419"/>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8" name="Shape">
              <a:extLst>
                <a:ext uri="{FF2B5EF4-FFF2-40B4-BE49-F238E27FC236}">
                  <a16:creationId xmlns:a16="http://schemas.microsoft.com/office/drawing/2014/main" id="{9CE2732B-AAB2-4870-8ACA-483F04FBBBF7}"/>
                </a:ext>
              </a:extLst>
            </p:cNvPr>
            <p:cNvSpPr>
              <a:spLocks/>
            </p:cNvSpPr>
            <p:nvPr userDrawn="1"/>
          </p:nvSpPr>
          <p:spPr bwMode="auto">
            <a:xfrm>
              <a:off x="2440" y="3161"/>
              <a:ext cx="2768" cy="1161"/>
            </a:xfrm>
            <a:custGeom>
              <a:avLst/>
              <a:gdLst>
                <a:gd name="T0" fmla="*/ 1844 w 1844"/>
                <a:gd name="T1" fmla="*/ 774 h 774"/>
                <a:gd name="T2" fmla="*/ 895 w 1844"/>
                <a:gd name="T3" fmla="*/ 0 h 774"/>
                <a:gd name="T4" fmla="*/ 0 w 1844"/>
                <a:gd name="T5" fmla="*/ 598 h 774"/>
                <a:gd name="T6" fmla="*/ 0 w 1844"/>
                <a:gd name="T7" fmla="*/ 774 h 774"/>
                <a:gd name="T8" fmla="*/ 1844 w 1844"/>
                <a:gd name="T9" fmla="*/ 774 h 774"/>
              </a:gdLst>
              <a:ahLst/>
              <a:cxnLst>
                <a:cxn ang="0">
                  <a:pos x="T0" y="T1"/>
                </a:cxn>
                <a:cxn ang="0">
                  <a:pos x="T2" y="T3"/>
                </a:cxn>
                <a:cxn ang="0">
                  <a:pos x="T4" y="T5"/>
                </a:cxn>
                <a:cxn ang="0">
                  <a:pos x="T6" y="T7"/>
                </a:cxn>
                <a:cxn ang="0">
                  <a:pos x="T8" y="T9"/>
                </a:cxn>
              </a:cxnLst>
              <a:rect l="0" t="0" r="r" b="b"/>
              <a:pathLst>
                <a:path w="1844" h="774">
                  <a:moveTo>
                    <a:pt x="1844" y="774"/>
                  </a:moveTo>
                  <a:cubicBezTo>
                    <a:pt x="1754" y="333"/>
                    <a:pt x="1364" y="0"/>
                    <a:pt x="895" y="0"/>
                  </a:cubicBezTo>
                  <a:cubicBezTo>
                    <a:pt x="492" y="0"/>
                    <a:pt x="146" y="247"/>
                    <a:pt x="0" y="598"/>
                  </a:cubicBezTo>
                  <a:cubicBezTo>
                    <a:pt x="0" y="774"/>
                    <a:pt x="0" y="774"/>
                    <a:pt x="0" y="774"/>
                  </a:cubicBezTo>
                  <a:lnTo>
                    <a:pt x="1844" y="774"/>
                  </a:ln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pic>
        <p:nvPicPr>
          <p:cNvPr id="12" name="Deakin Logo" descr="Deakin Logo">
            <a:extLst>
              <a:ext uri="{FF2B5EF4-FFF2-40B4-BE49-F238E27FC236}">
                <a16:creationId xmlns:a16="http://schemas.microsoft.com/office/drawing/2014/main" id="{69E87CCB-CBBD-4B69-825A-5D4AEE28011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402472" y="4254596"/>
            <a:ext cx="1462648" cy="1460493"/>
          </a:xfrm>
          <a:prstGeom prst="rect">
            <a:avLst/>
          </a:prstGeom>
        </p:spPr>
      </p:pic>
      <p:sp>
        <p:nvSpPr>
          <p:cNvPr id="10" name="Footer/CRICOS">
            <a:extLst>
              <a:ext uri="{FF2B5EF4-FFF2-40B4-BE49-F238E27FC236}">
                <a16:creationId xmlns:a16="http://schemas.microsoft.com/office/drawing/2014/main" id="{F8DE3B7A-A5C5-4CF9-8D01-B802B4A97DC9}"/>
              </a:ext>
            </a:extLst>
          </p:cNvPr>
          <p:cNvSpPr>
            <a:spLocks noGrp="1"/>
          </p:cNvSpPr>
          <p:nvPr>
            <p:ph type="ftr" sz="quarter" idx="11"/>
          </p:nvPr>
        </p:nvSpPr>
        <p:spPr>
          <a:xfrm>
            <a:off x="5302171" y="6579113"/>
            <a:ext cx="6624000" cy="144000"/>
          </a:xfrm>
          <a:prstGeom prst="rect">
            <a:avLst/>
          </a:prstGeom>
        </p:spPr>
        <p:txBody>
          <a:bodyPr lIns="90000" tIns="36000" rIns="0" bIns="36000"/>
          <a:lstStyle>
            <a:lvl1pPr>
              <a:defRPr sz="500">
                <a:solidFill>
                  <a:schemeClr val="bg1"/>
                </a:solidFill>
              </a:defRPr>
            </a:lvl1pPr>
          </a:lstStyle>
          <a:p>
            <a:pPr algn="r"/>
            <a:r>
              <a:rPr lang="en-AU" dirty="0"/>
              <a:t>Deakin University </a:t>
            </a:r>
            <a:r>
              <a:rPr lang="en-AU" dirty="0" err="1"/>
              <a:t>CRICOS</a:t>
            </a:r>
            <a:r>
              <a:rPr lang="en-AU" dirty="0"/>
              <a:t> Provider Code: </a:t>
            </a:r>
            <a:r>
              <a:rPr lang="en-AU" dirty="0" err="1"/>
              <a:t>00113B</a:t>
            </a:r>
            <a:endParaRPr lang="en-GB" dirty="0"/>
          </a:p>
        </p:txBody>
      </p:sp>
    </p:spTree>
    <p:extLst>
      <p:ext uri="{BB962C8B-B14F-4D97-AF65-F5344CB8AC3E}">
        <p14:creationId xmlns:p14="http://schemas.microsoft.com/office/powerpoint/2010/main" val="211486848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 preserve="1">
  <p:cSld name="Title Slide F">
    <p:spTree>
      <p:nvGrpSpPr>
        <p:cNvPr id="1" name=""/>
        <p:cNvGrpSpPr/>
        <p:nvPr/>
      </p:nvGrpSpPr>
      <p:grpSpPr>
        <a:xfrm>
          <a:off x="0" y="0"/>
          <a:ext cx="0" cy="0"/>
          <a:chOff x="0" y="0"/>
          <a:chExt cx="0" cy="0"/>
        </a:xfrm>
      </p:grpSpPr>
      <p:sp>
        <p:nvSpPr>
          <p:cNvPr id="13" name="Display background">
            <a:extLst>
              <a:ext uri="{FF2B5EF4-FFF2-40B4-BE49-F238E27FC236}">
                <a16:creationId xmlns:a16="http://schemas.microsoft.com/office/drawing/2014/main" id="{301BC1A6-FA88-4814-A368-FA1F0C3E5EF9}"/>
              </a:ext>
              <a:ext uri="{C183D7F6-B498-43B3-948B-1728B52AA6E4}">
                <adec:decorative xmlns:adec="http://schemas.microsoft.com/office/drawing/2017/decorative" val="1"/>
              </a:ext>
            </a:extLst>
          </p:cNvPr>
          <p:cNvSpPr/>
          <p:nvPr userDrawn="1"/>
        </p:nvSpPr>
        <p:spPr>
          <a:xfrm>
            <a:off x="0" y="0"/>
            <a:ext cx="12191999" cy="6858000"/>
          </a:xfrm>
          <a:prstGeom prst="rect">
            <a:avLst/>
          </a:prstGeom>
          <a:solidFill>
            <a:srgbClr val="3736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7" name="Graphics">
            <a:extLst>
              <a:ext uri="{FF2B5EF4-FFF2-40B4-BE49-F238E27FC236}">
                <a16:creationId xmlns:a16="http://schemas.microsoft.com/office/drawing/2014/main" id="{1E2347E1-97CB-4BDC-AAE6-848FF7BB5C6E}"/>
              </a:ext>
              <a:ext uri="{C183D7F6-B498-43B3-948B-1728B52AA6E4}">
                <adec:decorative xmlns:adec="http://schemas.microsoft.com/office/drawing/2017/decorative" val="1"/>
              </a:ext>
            </a:extLst>
          </p:cNvPr>
          <p:cNvGrpSpPr>
            <a:grpSpLocks noChangeAspect="1"/>
          </p:cNvGrpSpPr>
          <p:nvPr userDrawn="1"/>
        </p:nvGrpSpPr>
        <p:grpSpPr bwMode="auto">
          <a:xfrm>
            <a:off x="0" y="1495919"/>
            <a:ext cx="12189600" cy="2221514"/>
            <a:chOff x="-84" y="2238"/>
            <a:chExt cx="7638" cy="1392"/>
          </a:xfrm>
        </p:grpSpPr>
        <p:sp>
          <p:nvSpPr>
            <p:cNvPr id="10" name="Shape">
              <a:extLst>
                <a:ext uri="{FF2B5EF4-FFF2-40B4-BE49-F238E27FC236}">
                  <a16:creationId xmlns:a16="http://schemas.microsoft.com/office/drawing/2014/main" id="{D1927D92-1B96-4A82-831D-A2A2369824B4}"/>
                </a:ext>
              </a:extLst>
            </p:cNvPr>
            <p:cNvSpPr>
              <a:spLocks/>
            </p:cNvSpPr>
            <p:nvPr userDrawn="1"/>
          </p:nvSpPr>
          <p:spPr bwMode="auto">
            <a:xfrm>
              <a:off x="-84" y="2258"/>
              <a:ext cx="5603" cy="1353"/>
            </a:xfrm>
            <a:custGeom>
              <a:avLst/>
              <a:gdLst>
                <a:gd name="T0" fmla="*/ 0 w 3752"/>
                <a:gd name="T1" fmla="*/ 903 h 903"/>
                <a:gd name="T2" fmla="*/ 3301 w 3752"/>
                <a:gd name="T3" fmla="*/ 903 h 903"/>
                <a:gd name="T4" fmla="*/ 3752 w 3752"/>
                <a:gd name="T5" fmla="*/ 452 h 903"/>
                <a:gd name="T6" fmla="*/ 3301 w 3752"/>
                <a:gd name="T7" fmla="*/ 0 h 903"/>
                <a:gd name="T8" fmla="*/ 0 w 3752"/>
                <a:gd name="T9" fmla="*/ 0 h 903"/>
                <a:gd name="T10" fmla="*/ 0 w 3752"/>
                <a:gd name="T11" fmla="*/ 903 h 903"/>
              </a:gdLst>
              <a:ahLst/>
              <a:cxnLst>
                <a:cxn ang="0">
                  <a:pos x="T0" y="T1"/>
                </a:cxn>
                <a:cxn ang="0">
                  <a:pos x="T2" y="T3"/>
                </a:cxn>
                <a:cxn ang="0">
                  <a:pos x="T4" y="T5"/>
                </a:cxn>
                <a:cxn ang="0">
                  <a:pos x="T6" y="T7"/>
                </a:cxn>
                <a:cxn ang="0">
                  <a:pos x="T8" y="T9"/>
                </a:cxn>
                <a:cxn ang="0">
                  <a:pos x="T10" y="T11"/>
                </a:cxn>
              </a:cxnLst>
              <a:rect l="0" t="0" r="r" b="b"/>
              <a:pathLst>
                <a:path w="3752" h="903">
                  <a:moveTo>
                    <a:pt x="0" y="903"/>
                  </a:moveTo>
                  <a:cubicBezTo>
                    <a:pt x="3301" y="903"/>
                    <a:pt x="3301" y="903"/>
                    <a:pt x="3301" y="903"/>
                  </a:cubicBezTo>
                  <a:cubicBezTo>
                    <a:pt x="3550" y="903"/>
                    <a:pt x="3752" y="701"/>
                    <a:pt x="3752" y="452"/>
                  </a:cubicBezTo>
                  <a:cubicBezTo>
                    <a:pt x="3752" y="202"/>
                    <a:pt x="3550" y="0"/>
                    <a:pt x="3301" y="0"/>
                  </a:cubicBezTo>
                  <a:cubicBezTo>
                    <a:pt x="0" y="0"/>
                    <a:pt x="0" y="0"/>
                    <a:pt x="0" y="0"/>
                  </a:cubicBezTo>
                  <a:lnTo>
                    <a:pt x="0" y="903"/>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1" name="Shape">
              <a:extLst>
                <a:ext uri="{FF2B5EF4-FFF2-40B4-BE49-F238E27FC236}">
                  <a16:creationId xmlns:a16="http://schemas.microsoft.com/office/drawing/2014/main" id="{97AEBAEA-D717-4BDA-86A6-6A8FE3BEC177}"/>
                </a:ext>
              </a:extLst>
            </p:cNvPr>
            <p:cNvSpPr>
              <a:spLocks/>
            </p:cNvSpPr>
            <p:nvPr userDrawn="1"/>
          </p:nvSpPr>
          <p:spPr bwMode="auto">
            <a:xfrm>
              <a:off x="5563" y="2238"/>
              <a:ext cx="1991" cy="1392"/>
            </a:xfrm>
            <a:custGeom>
              <a:avLst/>
              <a:gdLst>
                <a:gd name="T0" fmla="*/ 464 w 1333"/>
                <a:gd name="T1" fmla="*/ 903 h 929"/>
                <a:gd name="T2" fmla="*/ 25 w 1333"/>
                <a:gd name="T3" fmla="*/ 464 h 929"/>
                <a:gd name="T4" fmla="*/ 464 w 1333"/>
                <a:gd name="T5" fmla="*/ 26 h 929"/>
                <a:gd name="T6" fmla="*/ 1333 w 1333"/>
                <a:gd name="T7" fmla="*/ 26 h 929"/>
                <a:gd name="T8" fmla="*/ 1333 w 1333"/>
                <a:gd name="T9" fmla="*/ 0 h 929"/>
                <a:gd name="T10" fmla="*/ 464 w 1333"/>
                <a:gd name="T11" fmla="*/ 0 h 929"/>
                <a:gd name="T12" fmla="*/ 0 w 1333"/>
                <a:gd name="T13" fmla="*/ 464 h 929"/>
                <a:gd name="T14" fmla="*/ 464 w 1333"/>
                <a:gd name="T15" fmla="*/ 929 h 929"/>
                <a:gd name="T16" fmla="*/ 1333 w 1333"/>
                <a:gd name="T17" fmla="*/ 929 h 929"/>
                <a:gd name="T18" fmla="*/ 1333 w 1333"/>
                <a:gd name="T19" fmla="*/ 903 h 929"/>
                <a:gd name="T20" fmla="*/ 464 w 1333"/>
                <a:gd name="T21" fmla="*/ 903 h 9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33" h="929">
                  <a:moveTo>
                    <a:pt x="464" y="903"/>
                  </a:moveTo>
                  <a:cubicBezTo>
                    <a:pt x="222" y="903"/>
                    <a:pt x="25" y="706"/>
                    <a:pt x="25" y="464"/>
                  </a:cubicBezTo>
                  <a:cubicBezTo>
                    <a:pt x="25" y="223"/>
                    <a:pt x="222" y="26"/>
                    <a:pt x="464" y="26"/>
                  </a:cubicBezTo>
                  <a:cubicBezTo>
                    <a:pt x="1333" y="26"/>
                    <a:pt x="1333" y="26"/>
                    <a:pt x="1333" y="26"/>
                  </a:cubicBezTo>
                  <a:cubicBezTo>
                    <a:pt x="1333" y="0"/>
                    <a:pt x="1333" y="0"/>
                    <a:pt x="1333" y="0"/>
                  </a:cubicBezTo>
                  <a:cubicBezTo>
                    <a:pt x="464" y="0"/>
                    <a:pt x="464" y="0"/>
                    <a:pt x="464" y="0"/>
                  </a:cubicBezTo>
                  <a:cubicBezTo>
                    <a:pt x="208" y="0"/>
                    <a:pt x="0" y="209"/>
                    <a:pt x="0" y="464"/>
                  </a:cubicBezTo>
                  <a:cubicBezTo>
                    <a:pt x="0" y="720"/>
                    <a:pt x="208" y="929"/>
                    <a:pt x="464" y="929"/>
                  </a:cubicBezTo>
                  <a:cubicBezTo>
                    <a:pt x="1333" y="929"/>
                    <a:pt x="1333" y="929"/>
                    <a:pt x="1333" y="929"/>
                  </a:cubicBezTo>
                  <a:cubicBezTo>
                    <a:pt x="1333" y="903"/>
                    <a:pt x="1333" y="903"/>
                    <a:pt x="1333" y="903"/>
                  </a:cubicBezTo>
                  <a:lnTo>
                    <a:pt x="464" y="903"/>
                  </a:ln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sp>
        <p:nvSpPr>
          <p:cNvPr id="2" name="Title"/>
          <p:cNvSpPr>
            <a:spLocks noGrp="1"/>
          </p:cNvSpPr>
          <p:nvPr>
            <p:ph type="ctrTitle" hasCustomPrompt="1"/>
          </p:nvPr>
        </p:nvSpPr>
        <p:spPr>
          <a:xfrm>
            <a:off x="843108" y="1830360"/>
            <a:ext cx="5760000" cy="1476000"/>
          </a:xfrm>
        </p:spPr>
        <p:txBody>
          <a:bodyPr anchor="t"/>
          <a:lstStyle>
            <a:lvl1pPr marL="432000" indent="-432000" algn="l">
              <a:lnSpc>
                <a:spcPct val="100000"/>
              </a:lnSpc>
              <a:buClr>
                <a:schemeClr val="bg2"/>
              </a:buClr>
              <a:buSzPct val="75000"/>
              <a:buFont typeface="Wingdings 3" panose="05040102010807070707" pitchFamily="18" charset="2"/>
              <a:buChar char=""/>
              <a:defRPr sz="2900" b="0">
                <a:solidFill>
                  <a:schemeClr val="bg1"/>
                </a:solidFill>
              </a:defRPr>
            </a:lvl1pPr>
          </a:lstStyle>
          <a:p>
            <a:r>
              <a:rPr lang="en-US" dirty="0"/>
              <a:t>Click to add title</a:t>
            </a:r>
            <a:endParaRPr lang="en-GB" dirty="0"/>
          </a:p>
        </p:txBody>
      </p:sp>
      <p:sp>
        <p:nvSpPr>
          <p:cNvPr id="3" name="Subtitle"/>
          <p:cNvSpPr>
            <a:spLocks noGrp="1"/>
          </p:cNvSpPr>
          <p:nvPr>
            <p:ph type="subTitle" idx="1" hasCustomPrompt="1"/>
          </p:nvPr>
        </p:nvSpPr>
        <p:spPr>
          <a:xfrm>
            <a:off x="1288586" y="3912224"/>
            <a:ext cx="5314521" cy="720000"/>
          </a:xfrm>
        </p:spPr>
        <p:txBody>
          <a:bodyPr/>
          <a:lstStyle>
            <a:lvl1pPr marL="0" indent="0" algn="l">
              <a:buNone/>
              <a:defRPr sz="250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endParaRPr lang="en-GB" dirty="0"/>
          </a:p>
        </p:txBody>
      </p:sp>
      <p:pic>
        <p:nvPicPr>
          <p:cNvPr id="14" name="Deakin Logo" descr="Deakin Logo">
            <a:extLst>
              <a:ext uri="{FF2B5EF4-FFF2-40B4-BE49-F238E27FC236}">
                <a16:creationId xmlns:a16="http://schemas.microsoft.com/office/drawing/2014/main" id="{192B361C-625A-47F4-90FE-56E9D82FB06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346907" y="1996356"/>
            <a:ext cx="1297473" cy="1295561"/>
          </a:xfrm>
          <a:prstGeom prst="rect">
            <a:avLst/>
          </a:prstGeom>
        </p:spPr>
      </p:pic>
      <p:sp>
        <p:nvSpPr>
          <p:cNvPr id="12" name="Footer/CRICOS">
            <a:extLst>
              <a:ext uri="{FF2B5EF4-FFF2-40B4-BE49-F238E27FC236}">
                <a16:creationId xmlns:a16="http://schemas.microsoft.com/office/drawing/2014/main" id="{5F2F645A-B1A3-4FA5-AF08-92FA0046358A}"/>
              </a:ext>
            </a:extLst>
          </p:cNvPr>
          <p:cNvSpPr>
            <a:spLocks noGrp="1"/>
          </p:cNvSpPr>
          <p:nvPr>
            <p:ph type="ftr" sz="quarter" idx="11"/>
          </p:nvPr>
        </p:nvSpPr>
        <p:spPr>
          <a:xfrm>
            <a:off x="5302171" y="6579113"/>
            <a:ext cx="6624000" cy="144000"/>
          </a:xfrm>
          <a:prstGeom prst="rect">
            <a:avLst/>
          </a:prstGeom>
        </p:spPr>
        <p:txBody>
          <a:bodyPr lIns="90000" tIns="36000" rIns="0" bIns="36000"/>
          <a:lstStyle>
            <a:lvl1pPr>
              <a:defRPr sz="500">
                <a:solidFill>
                  <a:schemeClr val="bg1"/>
                </a:solidFill>
              </a:defRPr>
            </a:lvl1pPr>
          </a:lstStyle>
          <a:p>
            <a:pPr algn="r"/>
            <a:r>
              <a:rPr lang="en-AU" dirty="0"/>
              <a:t>Deakin University </a:t>
            </a:r>
            <a:r>
              <a:rPr lang="en-AU" dirty="0" err="1"/>
              <a:t>CRICOS</a:t>
            </a:r>
            <a:r>
              <a:rPr lang="en-AU" dirty="0"/>
              <a:t> Provider Code: </a:t>
            </a:r>
            <a:r>
              <a:rPr lang="en-AU" dirty="0" err="1"/>
              <a:t>00113B</a:t>
            </a:r>
            <a:endParaRPr lang="en-GB" dirty="0"/>
          </a:p>
        </p:txBody>
      </p:sp>
    </p:spTree>
    <p:extLst>
      <p:ext uri="{BB962C8B-B14F-4D97-AF65-F5344CB8AC3E}">
        <p14:creationId xmlns:p14="http://schemas.microsoft.com/office/powerpoint/2010/main" val="194494174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Title Slide G">
    <p:spTree>
      <p:nvGrpSpPr>
        <p:cNvPr id="1" name=""/>
        <p:cNvGrpSpPr/>
        <p:nvPr/>
      </p:nvGrpSpPr>
      <p:grpSpPr>
        <a:xfrm>
          <a:off x="0" y="0"/>
          <a:ext cx="0" cy="0"/>
          <a:chOff x="0" y="0"/>
          <a:chExt cx="0" cy="0"/>
        </a:xfrm>
      </p:grpSpPr>
      <p:sp>
        <p:nvSpPr>
          <p:cNvPr id="13" name="Background">
            <a:extLst>
              <a:ext uri="{FF2B5EF4-FFF2-40B4-BE49-F238E27FC236}">
                <a16:creationId xmlns:a16="http://schemas.microsoft.com/office/drawing/2014/main" id="{301BC1A6-FA88-4814-A368-FA1F0C3E5EF9}"/>
              </a:ext>
              <a:ext uri="{C183D7F6-B498-43B3-948B-1728B52AA6E4}">
                <adec:decorative xmlns:adec="http://schemas.microsoft.com/office/drawing/2017/decorative" val="1"/>
              </a:ext>
            </a:extLst>
          </p:cNvPr>
          <p:cNvSpPr/>
          <p:nvPr userDrawn="1"/>
        </p:nvSpPr>
        <p:spPr>
          <a:xfrm>
            <a:off x="0" y="0"/>
            <a:ext cx="12191999" cy="6858000"/>
          </a:xfrm>
          <a:prstGeom prst="rect">
            <a:avLst/>
          </a:prstGeom>
          <a:solidFill>
            <a:srgbClr val="3736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5" name="Graphics">
            <a:extLst>
              <a:ext uri="{FF2B5EF4-FFF2-40B4-BE49-F238E27FC236}">
                <a16:creationId xmlns:a16="http://schemas.microsoft.com/office/drawing/2014/main" id="{929F119A-7FFC-4C3F-A991-26611C1EFB6D}"/>
              </a:ext>
              <a:ext uri="{C183D7F6-B498-43B3-948B-1728B52AA6E4}">
                <adec:decorative xmlns:adec="http://schemas.microsoft.com/office/drawing/2017/decorative" val="1"/>
              </a:ext>
            </a:extLst>
          </p:cNvPr>
          <p:cNvGrpSpPr>
            <a:grpSpLocks noChangeAspect="1"/>
          </p:cNvGrpSpPr>
          <p:nvPr userDrawn="1"/>
        </p:nvGrpSpPr>
        <p:grpSpPr bwMode="auto">
          <a:xfrm>
            <a:off x="3175" y="1082675"/>
            <a:ext cx="12188825" cy="5775325"/>
            <a:chOff x="2" y="340"/>
            <a:chExt cx="7678" cy="3638"/>
          </a:xfrm>
        </p:grpSpPr>
        <p:sp>
          <p:nvSpPr>
            <p:cNvPr id="8" name="Shape">
              <a:extLst>
                <a:ext uri="{FF2B5EF4-FFF2-40B4-BE49-F238E27FC236}">
                  <a16:creationId xmlns:a16="http://schemas.microsoft.com/office/drawing/2014/main" id="{000E5604-9B0C-4FC6-A211-17036A81FE78}"/>
                </a:ext>
              </a:extLst>
            </p:cNvPr>
            <p:cNvSpPr>
              <a:spLocks/>
            </p:cNvSpPr>
            <p:nvPr userDrawn="1"/>
          </p:nvSpPr>
          <p:spPr bwMode="auto">
            <a:xfrm>
              <a:off x="2" y="340"/>
              <a:ext cx="4695" cy="1557"/>
            </a:xfrm>
            <a:custGeom>
              <a:avLst/>
              <a:gdLst>
                <a:gd name="T0" fmla="*/ 3131 w 3131"/>
                <a:gd name="T1" fmla="*/ 519 h 1038"/>
                <a:gd name="T2" fmla="*/ 2612 w 3131"/>
                <a:gd name="T3" fmla="*/ 0 h 1038"/>
                <a:gd name="T4" fmla="*/ 0 w 3131"/>
                <a:gd name="T5" fmla="*/ 0 h 1038"/>
                <a:gd name="T6" fmla="*/ 0 w 3131"/>
                <a:gd name="T7" fmla="*/ 1038 h 1038"/>
                <a:gd name="T8" fmla="*/ 2612 w 3131"/>
                <a:gd name="T9" fmla="*/ 1038 h 1038"/>
                <a:gd name="T10" fmla="*/ 3131 w 3131"/>
                <a:gd name="T11" fmla="*/ 519 h 1038"/>
              </a:gdLst>
              <a:ahLst/>
              <a:cxnLst>
                <a:cxn ang="0">
                  <a:pos x="T0" y="T1"/>
                </a:cxn>
                <a:cxn ang="0">
                  <a:pos x="T2" y="T3"/>
                </a:cxn>
                <a:cxn ang="0">
                  <a:pos x="T4" y="T5"/>
                </a:cxn>
                <a:cxn ang="0">
                  <a:pos x="T6" y="T7"/>
                </a:cxn>
                <a:cxn ang="0">
                  <a:pos x="T8" y="T9"/>
                </a:cxn>
                <a:cxn ang="0">
                  <a:pos x="T10" y="T11"/>
                </a:cxn>
              </a:cxnLst>
              <a:rect l="0" t="0" r="r" b="b"/>
              <a:pathLst>
                <a:path w="3131" h="1038">
                  <a:moveTo>
                    <a:pt x="3131" y="519"/>
                  </a:moveTo>
                  <a:cubicBezTo>
                    <a:pt x="3131" y="232"/>
                    <a:pt x="2898" y="0"/>
                    <a:pt x="2612" y="0"/>
                  </a:cubicBezTo>
                  <a:cubicBezTo>
                    <a:pt x="0" y="0"/>
                    <a:pt x="0" y="0"/>
                    <a:pt x="0" y="0"/>
                  </a:cubicBezTo>
                  <a:cubicBezTo>
                    <a:pt x="0" y="1038"/>
                    <a:pt x="0" y="1038"/>
                    <a:pt x="0" y="1038"/>
                  </a:cubicBezTo>
                  <a:cubicBezTo>
                    <a:pt x="2612" y="1038"/>
                    <a:pt x="2612" y="1038"/>
                    <a:pt x="2612" y="1038"/>
                  </a:cubicBezTo>
                  <a:cubicBezTo>
                    <a:pt x="2898" y="1038"/>
                    <a:pt x="3131" y="806"/>
                    <a:pt x="3131" y="519"/>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9" name="Shape">
              <a:extLst>
                <a:ext uri="{FF2B5EF4-FFF2-40B4-BE49-F238E27FC236}">
                  <a16:creationId xmlns:a16="http://schemas.microsoft.com/office/drawing/2014/main" id="{D3FB0516-3943-45A1-8C1B-02D58219FE2F}"/>
                </a:ext>
              </a:extLst>
            </p:cNvPr>
            <p:cNvSpPr>
              <a:spLocks/>
            </p:cNvSpPr>
            <p:nvPr userDrawn="1"/>
          </p:nvSpPr>
          <p:spPr bwMode="auto">
            <a:xfrm>
              <a:off x="4712" y="3328"/>
              <a:ext cx="2968" cy="650"/>
            </a:xfrm>
            <a:custGeom>
              <a:avLst/>
              <a:gdLst>
                <a:gd name="T0" fmla="*/ 657 w 1979"/>
                <a:gd name="T1" fmla="*/ 20 h 433"/>
                <a:gd name="T2" fmla="*/ 1979 w 1979"/>
                <a:gd name="T3" fmla="*/ 20 h 433"/>
                <a:gd name="T4" fmla="*/ 1979 w 1979"/>
                <a:gd name="T5" fmla="*/ 0 h 433"/>
                <a:gd name="T6" fmla="*/ 657 w 1979"/>
                <a:gd name="T7" fmla="*/ 0 h 433"/>
                <a:gd name="T8" fmla="*/ 0 w 1979"/>
                <a:gd name="T9" fmla="*/ 433 h 433"/>
                <a:gd name="T10" fmla="*/ 23 w 1979"/>
                <a:gd name="T11" fmla="*/ 433 h 433"/>
                <a:gd name="T12" fmla="*/ 657 w 1979"/>
                <a:gd name="T13" fmla="*/ 20 h 433"/>
              </a:gdLst>
              <a:ahLst/>
              <a:cxnLst>
                <a:cxn ang="0">
                  <a:pos x="T0" y="T1"/>
                </a:cxn>
                <a:cxn ang="0">
                  <a:pos x="T2" y="T3"/>
                </a:cxn>
                <a:cxn ang="0">
                  <a:pos x="T4" y="T5"/>
                </a:cxn>
                <a:cxn ang="0">
                  <a:pos x="T6" y="T7"/>
                </a:cxn>
                <a:cxn ang="0">
                  <a:pos x="T8" y="T9"/>
                </a:cxn>
                <a:cxn ang="0">
                  <a:pos x="T10" y="T11"/>
                </a:cxn>
                <a:cxn ang="0">
                  <a:pos x="T12" y="T13"/>
                </a:cxn>
              </a:cxnLst>
              <a:rect l="0" t="0" r="r" b="b"/>
              <a:pathLst>
                <a:path w="1979" h="433">
                  <a:moveTo>
                    <a:pt x="657" y="20"/>
                  </a:moveTo>
                  <a:cubicBezTo>
                    <a:pt x="1979" y="20"/>
                    <a:pt x="1979" y="20"/>
                    <a:pt x="1979" y="20"/>
                  </a:cubicBezTo>
                  <a:cubicBezTo>
                    <a:pt x="1979" y="0"/>
                    <a:pt x="1979" y="0"/>
                    <a:pt x="1979" y="0"/>
                  </a:cubicBezTo>
                  <a:cubicBezTo>
                    <a:pt x="657" y="0"/>
                    <a:pt x="657" y="0"/>
                    <a:pt x="657" y="0"/>
                  </a:cubicBezTo>
                  <a:cubicBezTo>
                    <a:pt x="363" y="0"/>
                    <a:pt x="110" y="179"/>
                    <a:pt x="0" y="433"/>
                  </a:cubicBezTo>
                  <a:cubicBezTo>
                    <a:pt x="23" y="433"/>
                    <a:pt x="23" y="433"/>
                    <a:pt x="23" y="433"/>
                  </a:cubicBezTo>
                  <a:cubicBezTo>
                    <a:pt x="131" y="190"/>
                    <a:pt x="375" y="20"/>
                    <a:pt x="657" y="20"/>
                  </a:cubicBez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sp>
        <p:nvSpPr>
          <p:cNvPr id="2" name="Title"/>
          <p:cNvSpPr>
            <a:spLocks noGrp="1"/>
          </p:cNvSpPr>
          <p:nvPr>
            <p:ph type="ctrTitle" hasCustomPrompt="1"/>
          </p:nvPr>
        </p:nvSpPr>
        <p:spPr>
          <a:xfrm>
            <a:off x="947612" y="1464599"/>
            <a:ext cx="5760000" cy="1476000"/>
          </a:xfrm>
        </p:spPr>
        <p:txBody>
          <a:bodyPr anchor="t"/>
          <a:lstStyle>
            <a:lvl1pPr marL="432000" indent="-432000" algn="l">
              <a:lnSpc>
                <a:spcPct val="100000"/>
              </a:lnSpc>
              <a:buClr>
                <a:schemeClr val="bg2"/>
              </a:buClr>
              <a:buSzPct val="75000"/>
              <a:buFont typeface="Wingdings 3" panose="05040102010807070707" pitchFamily="18" charset="2"/>
              <a:buChar char=""/>
              <a:defRPr sz="2900" b="0">
                <a:solidFill>
                  <a:schemeClr val="bg1"/>
                </a:solidFill>
              </a:defRPr>
            </a:lvl1pPr>
          </a:lstStyle>
          <a:p>
            <a:r>
              <a:rPr lang="en-US" dirty="0"/>
              <a:t>Click to add title</a:t>
            </a:r>
            <a:endParaRPr lang="en-GB" dirty="0"/>
          </a:p>
        </p:txBody>
      </p:sp>
      <p:sp>
        <p:nvSpPr>
          <p:cNvPr id="3" name="Subtitle"/>
          <p:cNvSpPr>
            <a:spLocks noGrp="1"/>
          </p:cNvSpPr>
          <p:nvPr>
            <p:ph type="subTitle" idx="1" hasCustomPrompt="1"/>
          </p:nvPr>
        </p:nvSpPr>
        <p:spPr>
          <a:xfrm>
            <a:off x="1373930" y="3741536"/>
            <a:ext cx="5314521" cy="720000"/>
          </a:xfrm>
        </p:spPr>
        <p:txBody>
          <a:bodyPr/>
          <a:lstStyle>
            <a:lvl1pPr marL="0" indent="0" algn="l">
              <a:buNone/>
              <a:defRPr sz="220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endParaRPr lang="en-GB" dirty="0"/>
          </a:p>
        </p:txBody>
      </p:sp>
      <p:pic>
        <p:nvPicPr>
          <p:cNvPr id="14" name="Deakin Logo" descr="Deakin Logo">
            <a:extLst>
              <a:ext uri="{FF2B5EF4-FFF2-40B4-BE49-F238E27FC236}">
                <a16:creationId xmlns:a16="http://schemas.microsoft.com/office/drawing/2014/main" id="{192B361C-625A-47F4-90FE-56E9D82FB06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657186" y="5310187"/>
            <a:ext cx="1033397" cy="1031875"/>
          </a:xfrm>
          <a:prstGeom prst="rect">
            <a:avLst/>
          </a:prstGeom>
        </p:spPr>
      </p:pic>
      <p:sp>
        <p:nvSpPr>
          <p:cNvPr id="10" name="Footer/CRICOS">
            <a:extLst>
              <a:ext uri="{FF2B5EF4-FFF2-40B4-BE49-F238E27FC236}">
                <a16:creationId xmlns:a16="http://schemas.microsoft.com/office/drawing/2014/main" id="{4D2692AD-C2F6-47D9-8C11-F3FBB19EA90E}"/>
              </a:ext>
            </a:extLst>
          </p:cNvPr>
          <p:cNvSpPr>
            <a:spLocks noGrp="1"/>
          </p:cNvSpPr>
          <p:nvPr>
            <p:ph type="ftr" sz="quarter" idx="11"/>
          </p:nvPr>
        </p:nvSpPr>
        <p:spPr>
          <a:xfrm>
            <a:off x="5302171" y="6579113"/>
            <a:ext cx="6624000" cy="144000"/>
          </a:xfrm>
          <a:prstGeom prst="rect">
            <a:avLst/>
          </a:prstGeom>
        </p:spPr>
        <p:txBody>
          <a:bodyPr lIns="90000" tIns="36000" rIns="0" bIns="36000"/>
          <a:lstStyle>
            <a:lvl1pPr>
              <a:defRPr sz="500">
                <a:solidFill>
                  <a:schemeClr val="bg1"/>
                </a:solidFill>
              </a:defRPr>
            </a:lvl1pPr>
          </a:lstStyle>
          <a:p>
            <a:pPr algn="r"/>
            <a:r>
              <a:rPr lang="en-AU" dirty="0"/>
              <a:t>Deakin University </a:t>
            </a:r>
            <a:r>
              <a:rPr lang="en-AU" dirty="0" err="1"/>
              <a:t>CRICOS</a:t>
            </a:r>
            <a:r>
              <a:rPr lang="en-AU" dirty="0"/>
              <a:t> Provider Code: </a:t>
            </a:r>
            <a:r>
              <a:rPr lang="en-AU" dirty="0" err="1"/>
              <a:t>00113B</a:t>
            </a:r>
            <a:endParaRPr lang="en-GB" dirty="0"/>
          </a:p>
        </p:txBody>
      </p:sp>
    </p:spTree>
    <p:extLst>
      <p:ext uri="{BB962C8B-B14F-4D97-AF65-F5344CB8AC3E}">
        <p14:creationId xmlns:p14="http://schemas.microsoft.com/office/powerpoint/2010/main" val="339689827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Slide H">
    <p:spTree>
      <p:nvGrpSpPr>
        <p:cNvPr id="1" name=""/>
        <p:cNvGrpSpPr/>
        <p:nvPr/>
      </p:nvGrpSpPr>
      <p:grpSpPr>
        <a:xfrm>
          <a:off x="0" y="0"/>
          <a:ext cx="0" cy="0"/>
          <a:chOff x="0" y="0"/>
          <a:chExt cx="0" cy="0"/>
        </a:xfrm>
      </p:grpSpPr>
      <p:sp>
        <p:nvSpPr>
          <p:cNvPr id="13" name="Background">
            <a:extLst>
              <a:ext uri="{FF2B5EF4-FFF2-40B4-BE49-F238E27FC236}">
                <a16:creationId xmlns:a16="http://schemas.microsoft.com/office/drawing/2014/main" id="{301BC1A6-FA88-4814-A368-FA1F0C3E5EF9}"/>
              </a:ext>
              <a:ext uri="{C183D7F6-B498-43B3-948B-1728B52AA6E4}">
                <adec:decorative xmlns:adec="http://schemas.microsoft.com/office/drawing/2017/decorative" val="1"/>
              </a:ext>
            </a:extLst>
          </p:cNvPr>
          <p:cNvSpPr/>
          <p:nvPr userDrawn="1"/>
        </p:nvSpPr>
        <p:spPr>
          <a:xfrm>
            <a:off x="0" y="0"/>
            <a:ext cx="12191999" cy="6858000"/>
          </a:xfrm>
          <a:prstGeom prst="rect">
            <a:avLst/>
          </a:prstGeom>
          <a:solidFill>
            <a:srgbClr val="3736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itle">
            <a:extLst>
              <a:ext uri="{FF2B5EF4-FFF2-40B4-BE49-F238E27FC236}">
                <a16:creationId xmlns:a16="http://schemas.microsoft.com/office/drawing/2014/main" id="{36DE023C-ED6F-4E07-951B-0F94A20FABDD}"/>
              </a:ext>
            </a:extLst>
          </p:cNvPr>
          <p:cNvSpPr>
            <a:spLocks noGrp="1"/>
          </p:cNvSpPr>
          <p:nvPr>
            <p:ph type="ctrTitle" hasCustomPrompt="1"/>
          </p:nvPr>
        </p:nvSpPr>
        <p:spPr>
          <a:xfrm>
            <a:off x="937386" y="1018344"/>
            <a:ext cx="3780000" cy="1440000"/>
          </a:xfrm>
        </p:spPr>
        <p:txBody>
          <a:bodyPr anchor="b"/>
          <a:lstStyle>
            <a:lvl1pPr algn="l">
              <a:lnSpc>
                <a:spcPct val="100000"/>
              </a:lnSpc>
              <a:defRPr sz="3600" b="0">
                <a:solidFill>
                  <a:schemeClr val="bg1"/>
                </a:solidFill>
              </a:defRPr>
            </a:lvl1pPr>
          </a:lstStyle>
          <a:p>
            <a:r>
              <a:rPr lang="en-US" dirty="0"/>
              <a:t>Click to add title</a:t>
            </a:r>
            <a:endParaRPr lang="en-GB" dirty="0"/>
          </a:p>
        </p:txBody>
      </p:sp>
      <p:sp>
        <p:nvSpPr>
          <p:cNvPr id="3" name="Subtitle"/>
          <p:cNvSpPr>
            <a:spLocks noGrp="1"/>
          </p:cNvSpPr>
          <p:nvPr>
            <p:ph type="subTitle" idx="1" hasCustomPrompt="1"/>
          </p:nvPr>
        </p:nvSpPr>
        <p:spPr>
          <a:xfrm>
            <a:off x="937387" y="2668359"/>
            <a:ext cx="3780000" cy="720000"/>
          </a:xfrm>
        </p:spPr>
        <p:txBody>
          <a:bodyPr/>
          <a:lstStyle>
            <a:lvl1pPr marL="0" indent="0" algn="l">
              <a:buNone/>
              <a:defRPr sz="220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endParaRPr lang="en-GB" dirty="0"/>
          </a:p>
        </p:txBody>
      </p:sp>
      <p:grpSp>
        <p:nvGrpSpPr>
          <p:cNvPr id="10" name="Graphics">
            <a:extLst>
              <a:ext uri="{FF2B5EF4-FFF2-40B4-BE49-F238E27FC236}">
                <a16:creationId xmlns:a16="http://schemas.microsoft.com/office/drawing/2014/main" id="{7AD43B6E-DA14-4DE8-B4D6-CFBDD33C5480}"/>
              </a:ext>
              <a:ext uri="{C183D7F6-B498-43B3-948B-1728B52AA6E4}">
                <adec:decorative xmlns:adec="http://schemas.microsoft.com/office/drawing/2017/decorative" val="1"/>
              </a:ext>
            </a:extLst>
          </p:cNvPr>
          <p:cNvGrpSpPr>
            <a:grpSpLocks noChangeAspect="1"/>
          </p:cNvGrpSpPr>
          <p:nvPr userDrawn="1"/>
        </p:nvGrpSpPr>
        <p:grpSpPr bwMode="auto">
          <a:xfrm>
            <a:off x="4967287" y="0"/>
            <a:ext cx="7224713" cy="6858000"/>
            <a:chOff x="1566" y="1"/>
            <a:chExt cx="4551" cy="4320"/>
          </a:xfrm>
        </p:grpSpPr>
        <p:sp>
          <p:nvSpPr>
            <p:cNvPr id="12" name="Shape">
              <a:extLst>
                <a:ext uri="{FF2B5EF4-FFF2-40B4-BE49-F238E27FC236}">
                  <a16:creationId xmlns:a16="http://schemas.microsoft.com/office/drawing/2014/main" id="{EFB87DF5-BF6E-4FC5-8ADE-59638EE783C0}"/>
                </a:ext>
              </a:extLst>
            </p:cNvPr>
            <p:cNvSpPr>
              <a:spLocks/>
            </p:cNvSpPr>
            <p:nvPr userDrawn="1"/>
          </p:nvSpPr>
          <p:spPr bwMode="auto">
            <a:xfrm>
              <a:off x="3400" y="1"/>
              <a:ext cx="2717" cy="2895"/>
            </a:xfrm>
            <a:custGeom>
              <a:avLst/>
              <a:gdLst>
                <a:gd name="T0" fmla="*/ 2717 w 2717"/>
                <a:gd name="T1" fmla="*/ 1077 h 2895"/>
                <a:gd name="T2" fmla="*/ 2717 w 2717"/>
                <a:gd name="T3" fmla="*/ 0 h 2895"/>
                <a:gd name="T4" fmla="*/ 0 w 2717"/>
                <a:gd name="T5" fmla="*/ 0 h 2895"/>
                <a:gd name="T6" fmla="*/ 1662 w 2717"/>
                <a:gd name="T7" fmla="*/ 2895 h 2895"/>
                <a:gd name="T8" fmla="*/ 2717 w 2717"/>
                <a:gd name="T9" fmla="*/ 1077 h 2895"/>
              </a:gdLst>
              <a:ahLst/>
              <a:cxnLst>
                <a:cxn ang="0">
                  <a:pos x="T0" y="T1"/>
                </a:cxn>
                <a:cxn ang="0">
                  <a:pos x="T2" y="T3"/>
                </a:cxn>
                <a:cxn ang="0">
                  <a:pos x="T4" y="T5"/>
                </a:cxn>
                <a:cxn ang="0">
                  <a:pos x="T6" y="T7"/>
                </a:cxn>
                <a:cxn ang="0">
                  <a:pos x="T8" y="T9"/>
                </a:cxn>
              </a:cxnLst>
              <a:rect l="0" t="0" r="r" b="b"/>
              <a:pathLst>
                <a:path w="2717" h="2895">
                  <a:moveTo>
                    <a:pt x="2717" y="1077"/>
                  </a:moveTo>
                  <a:lnTo>
                    <a:pt x="2717" y="0"/>
                  </a:lnTo>
                  <a:lnTo>
                    <a:pt x="0" y="0"/>
                  </a:lnTo>
                  <a:lnTo>
                    <a:pt x="1662" y="2895"/>
                  </a:lnTo>
                  <a:lnTo>
                    <a:pt x="2717" y="1077"/>
                  </a:lnTo>
                  <a:close/>
                </a:path>
              </a:pathLst>
            </a:custGeom>
            <a:solidFill>
              <a:srgbClr val="E1E1E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6" name="Shape">
              <a:extLst>
                <a:ext uri="{FF2B5EF4-FFF2-40B4-BE49-F238E27FC236}">
                  <a16:creationId xmlns:a16="http://schemas.microsoft.com/office/drawing/2014/main" id="{BE081A41-F32F-4840-9C58-D1D074FFB4B0}"/>
                </a:ext>
              </a:extLst>
            </p:cNvPr>
            <p:cNvSpPr>
              <a:spLocks/>
            </p:cNvSpPr>
            <p:nvPr userDrawn="1"/>
          </p:nvSpPr>
          <p:spPr bwMode="auto">
            <a:xfrm>
              <a:off x="1566" y="745"/>
              <a:ext cx="4126" cy="3576"/>
            </a:xfrm>
            <a:custGeom>
              <a:avLst/>
              <a:gdLst>
                <a:gd name="T0" fmla="*/ 0 w 4126"/>
                <a:gd name="T1" fmla="*/ 3576 h 3576"/>
                <a:gd name="T2" fmla="*/ 4126 w 4126"/>
                <a:gd name="T3" fmla="*/ 3576 h 3576"/>
                <a:gd name="T4" fmla="*/ 2072 w 4126"/>
                <a:gd name="T5" fmla="*/ 0 h 3576"/>
                <a:gd name="T6" fmla="*/ 0 w 4126"/>
                <a:gd name="T7" fmla="*/ 3576 h 3576"/>
              </a:gdLst>
              <a:ahLst/>
              <a:cxnLst>
                <a:cxn ang="0">
                  <a:pos x="T0" y="T1"/>
                </a:cxn>
                <a:cxn ang="0">
                  <a:pos x="T2" y="T3"/>
                </a:cxn>
                <a:cxn ang="0">
                  <a:pos x="T4" y="T5"/>
                </a:cxn>
                <a:cxn ang="0">
                  <a:pos x="T6" y="T7"/>
                </a:cxn>
              </a:cxnLst>
              <a:rect l="0" t="0" r="r" b="b"/>
              <a:pathLst>
                <a:path w="4126" h="3576">
                  <a:moveTo>
                    <a:pt x="0" y="3576"/>
                  </a:moveTo>
                  <a:lnTo>
                    <a:pt x="4126" y="3576"/>
                  </a:lnTo>
                  <a:lnTo>
                    <a:pt x="2072" y="0"/>
                  </a:lnTo>
                  <a:lnTo>
                    <a:pt x="0" y="357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sp>
        <p:nvSpPr>
          <p:cNvPr id="21" name="Picture Placeholder" descr="Image Placeholder">
            <a:extLst>
              <a:ext uri="{FF2B5EF4-FFF2-40B4-BE49-F238E27FC236}">
                <a16:creationId xmlns:a16="http://schemas.microsoft.com/office/drawing/2014/main" id="{E699E9AB-7135-45A1-99CC-0B512958C926}"/>
              </a:ext>
            </a:extLst>
          </p:cNvPr>
          <p:cNvSpPr>
            <a:spLocks noGrp="1"/>
          </p:cNvSpPr>
          <p:nvPr>
            <p:ph type="pic" sz="quarter" idx="17" hasCustomPrompt="1"/>
          </p:nvPr>
        </p:nvSpPr>
        <p:spPr>
          <a:xfrm>
            <a:off x="7878762" y="0"/>
            <a:ext cx="4313238" cy="4595813"/>
          </a:xfrm>
          <a:custGeom>
            <a:avLst/>
            <a:gdLst>
              <a:gd name="connsiteX0" fmla="*/ 0 w 4313238"/>
              <a:gd name="connsiteY0" fmla="*/ 0 h 4595813"/>
              <a:gd name="connsiteX1" fmla="*/ 4313238 w 4313238"/>
              <a:gd name="connsiteY1" fmla="*/ 0 h 4595813"/>
              <a:gd name="connsiteX2" fmla="*/ 4313238 w 4313238"/>
              <a:gd name="connsiteY2" fmla="*/ 1709738 h 4595813"/>
              <a:gd name="connsiteX3" fmla="*/ 2638425 w 4313238"/>
              <a:gd name="connsiteY3" fmla="*/ 4595813 h 4595813"/>
            </a:gdLst>
            <a:ahLst/>
            <a:cxnLst>
              <a:cxn ang="0">
                <a:pos x="connsiteX0" y="connsiteY0"/>
              </a:cxn>
              <a:cxn ang="0">
                <a:pos x="connsiteX1" y="connsiteY1"/>
              </a:cxn>
              <a:cxn ang="0">
                <a:pos x="connsiteX2" y="connsiteY2"/>
              </a:cxn>
              <a:cxn ang="0">
                <a:pos x="connsiteX3" y="connsiteY3"/>
              </a:cxn>
            </a:cxnLst>
            <a:rect l="l" t="t" r="r" b="b"/>
            <a:pathLst>
              <a:path w="4313238" h="4595813">
                <a:moveTo>
                  <a:pt x="0" y="0"/>
                </a:moveTo>
                <a:lnTo>
                  <a:pt x="4313238" y="0"/>
                </a:lnTo>
                <a:lnTo>
                  <a:pt x="4313238" y="1709738"/>
                </a:lnTo>
                <a:lnTo>
                  <a:pt x="2638425" y="4595813"/>
                </a:lnTo>
                <a:close/>
              </a:path>
            </a:pathLst>
          </a:custGeom>
          <a:solidFill>
            <a:schemeClr val="bg1">
              <a:lumMod val="75000"/>
            </a:schemeClr>
          </a:solidFill>
        </p:spPr>
        <p:txBody>
          <a:bodyPr wrap="square" lIns="144000" tIns="936000" rIns="144000" anchor="t" anchorCtr="0">
            <a:noAutofit/>
          </a:bodyPr>
          <a:lstStyle>
            <a:lvl1pPr algn="ctr">
              <a:defRPr sz="1400">
                <a:solidFill>
                  <a:schemeClr val="bg1"/>
                </a:solidFill>
              </a:defRPr>
            </a:lvl1pPr>
          </a:lstStyle>
          <a:p>
            <a:r>
              <a:rPr lang="en-AU" sz="1400" dirty="0"/>
              <a:t>Click Icon to Add Image</a:t>
            </a:r>
            <a:endParaRPr lang="en-AU" dirty="0"/>
          </a:p>
        </p:txBody>
      </p:sp>
      <p:pic>
        <p:nvPicPr>
          <p:cNvPr id="14" name="Deakin Logo" descr="Deakin Logo">
            <a:extLst>
              <a:ext uri="{FF2B5EF4-FFF2-40B4-BE49-F238E27FC236}">
                <a16:creationId xmlns:a16="http://schemas.microsoft.com/office/drawing/2014/main" id="{192B361C-625A-47F4-90FE-56E9D82FB06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91808" y="5177471"/>
            <a:ext cx="1033397" cy="1031875"/>
          </a:xfrm>
          <a:prstGeom prst="rect">
            <a:avLst/>
          </a:prstGeom>
        </p:spPr>
      </p:pic>
      <p:sp>
        <p:nvSpPr>
          <p:cNvPr id="4" name="Footer/CRICOS">
            <a:extLst>
              <a:ext uri="{FF2B5EF4-FFF2-40B4-BE49-F238E27FC236}">
                <a16:creationId xmlns:a16="http://schemas.microsoft.com/office/drawing/2014/main" id="{B7A94011-2B26-447A-8F86-F07851D30127}"/>
              </a:ext>
            </a:extLst>
          </p:cNvPr>
          <p:cNvSpPr>
            <a:spLocks noGrp="1"/>
          </p:cNvSpPr>
          <p:nvPr>
            <p:ph type="ftr" sz="quarter" idx="19"/>
          </p:nvPr>
        </p:nvSpPr>
        <p:spPr/>
        <p:txBody>
          <a:bodyPr/>
          <a:lstStyle>
            <a:lvl1pPr>
              <a:defRPr>
                <a:solidFill>
                  <a:schemeClr val="bg1"/>
                </a:solidFill>
              </a:defRPr>
            </a:lvl1pPr>
          </a:lstStyle>
          <a:p>
            <a:r>
              <a:rPr lang="en-AU"/>
              <a:t>Deakin University CRICOS Provider Code: 00113B</a:t>
            </a:r>
            <a:endParaRPr lang="en-GB" dirty="0"/>
          </a:p>
        </p:txBody>
      </p:sp>
    </p:spTree>
    <p:extLst>
      <p:ext uri="{BB962C8B-B14F-4D97-AF65-F5344CB8AC3E}">
        <p14:creationId xmlns:p14="http://schemas.microsoft.com/office/powerpoint/2010/main" val="139295035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Slide I">
    <p:spTree>
      <p:nvGrpSpPr>
        <p:cNvPr id="1" name=""/>
        <p:cNvGrpSpPr/>
        <p:nvPr/>
      </p:nvGrpSpPr>
      <p:grpSpPr>
        <a:xfrm>
          <a:off x="0" y="0"/>
          <a:ext cx="0" cy="0"/>
          <a:chOff x="0" y="0"/>
          <a:chExt cx="0" cy="0"/>
        </a:xfrm>
      </p:grpSpPr>
      <p:sp>
        <p:nvSpPr>
          <p:cNvPr id="13" name="Background">
            <a:extLst>
              <a:ext uri="{FF2B5EF4-FFF2-40B4-BE49-F238E27FC236}">
                <a16:creationId xmlns:a16="http://schemas.microsoft.com/office/drawing/2014/main" id="{301BC1A6-FA88-4814-A368-FA1F0C3E5EF9}"/>
              </a:ext>
              <a:ext uri="{C183D7F6-B498-43B3-948B-1728B52AA6E4}">
                <adec:decorative xmlns:adec="http://schemas.microsoft.com/office/drawing/2017/decorative" val="1"/>
              </a:ext>
            </a:extLst>
          </p:cNvPr>
          <p:cNvSpPr/>
          <p:nvPr userDrawn="1"/>
        </p:nvSpPr>
        <p:spPr>
          <a:xfrm>
            <a:off x="0" y="0"/>
            <a:ext cx="12191999"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itle">
            <a:extLst>
              <a:ext uri="{FF2B5EF4-FFF2-40B4-BE49-F238E27FC236}">
                <a16:creationId xmlns:a16="http://schemas.microsoft.com/office/drawing/2014/main" id="{36DE023C-ED6F-4E07-951B-0F94A20FABDD}"/>
              </a:ext>
            </a:extLst>
          </p:cNvPr>
          <p:cNvSpPr>
            <a:spLocks noGrp="1"/>
          </p:cNvSpPr>
          <p:nvPr userDrawn="1">
            <p:ph type="ctrTitle" hasCustomPrompt="1"/>
          </p:nvPr>
        </p:nvSpPr>
        <p:spPr>
          <a:xfrm>
            <a:off x="937386" y="1018344"/>
            <a:ext cx="3780000" cy="1440000"/>
          </a:xfrm>
        </p:spPr>
        <p:txBody>
          <a:bodyPr anchor="b"/>
          <a:lstStyle>
            <a:lvl1pPr algn="l">
              <a:lnSpc>
                <a:spcPct val="100000"/>
              </a:lnSpc>
              <a:defRPr sz="3600" b="0">
                <a:solidFill>
                  <a:schemeClr val="tx1"/>
                </a:solidFill>
              </a:defRPr>
            </a:lvl1pPr>
          </a:lstStyle>
          <a:p>
            <a:r>
              <a:rPr lang="en-US" dirty="0"/>
              <a:t>Click to add title</a:t>
            </a:r>
            <a:endParaRPr lang="en-GB" dirty="0"/>
          </a:p>
        </p:txBody>
      </p:sp>
      <p:sp>
        <p:nvSpPr>
          <p:cNvPr id="3" name="Subtitle"/>
          <p:cNvSpPr>
            <a:spLocks noGrp="1"/>
          </p:cNvSpPr>
          <p:nvPr userDrawn="1">
            <p:ph type="subTitle" idx="1" hasCustomPrompt="1"/>
          </p:nvPr>
        </p:nvSpPr>
        <p:spPr>
          <a:xfrm>
            <a:off x="937387" y="2668359"/>
            <a:ext cx="3780000" cy="720000"/>
          </a:xfrm>
        </p:spPr>
        <p:txBody>
          <a:bodyPr/>
          <a:lstStyle>
            <a:lvl1pPr marL="0" indent="0" algn="l">
              <a:buNone/>
              <a:defRPr sz="22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endParaRPr lang="en-GB" dirty="0"/>
          </a:p>
        </p:txBody>
      </p:sp>
      <p:sp>
        <p:nvSpPr>
          <p:cNvPr id="12" name="Graphic">
            <a:extLst>
              <a:ext uri="{FF2B5EF4-FFF2-40B4-BE49-F238E27FC236}">
                <a16:creationId xmlns:a16="http://schemas.microsoft.com/office/drawing/2014/main" id="{EFB87DF5-BF6E-4FC5-8ADE-59638EE783C0}"/>
              </a:ext>
              <a:ext uri="{C183D7F6-B498-43B3-948B-1728B52AA6E4}">
                <adec:decorative xmlns:adec="http://schemas.microsoft.com/office/drawing/2017/decorative" val="1"/>
              </a:ext>
            </a:extLst>
          </p:cNvPr>
          <p:cNvSpPr>
            <a:spLocks/>
          </p:cNvSpPr>
          <p:nvPr userDrawn="1"/>
        </p:nvSpPr>
        <p:spPr bwMode="auto">
          <a:xfrm>
            <a:off x="7878762" y="0"/>
            <a:ext cx="4313238" cy="4595813"/>
          </a:xfrm>
          <a:custGeom>
            <a:avLst/>
            <a:gdLst>
              <a:gd name="T0" fmla="*/ 2717 w 2717"/>
              <a:gd name="T1" fmla="*/ 1077 h 2895"/>
              <a:gd name="T2" fmla="*/ 2717 w 2717"/>
              <a:gd name="T3" fmla="*/ 0 h 2895"/>
              <a:gd name="T4" fmla="*/ 0 w 2717"/>
              <a:gd name="T5" fmla="*/ 0 h 2895"/>
              <a:gd name="T6" fmla="*/ 1662 w 2717"/>
              <a:gd name="T7" fmla="*/ 2895 h 2895"/>
              <a:gd name="T8" fmla="*/ 2717 w 2717"/>
              <a:gd name="T9" fmla="*/ 1077 h 2895"/>
            </a:gdLst>
            <a:ahLst/>
            <a:cxnLst>
              <a:cxn ang="0">
                <a:pos x="T0" y="T1"/>
              </a:cxn>
              <a:cxn ang="0">
                <a:pos x="T2" y="T3"/>
              </a:cxn>
              <a:cxn ang="0">
                <a:pos x="T4" y="T5"/>
              </a:cxn>
              <a:cxn ang="0">
                <a:pos x="T6" y="T7"/>
              </a:cxn>
              <a:cxn ang="0">
                <a:pos x="T8" y="T9"/>
              </a:cxn>
            </a:cxnLst>
            <a:rect l="0" t="0" r="r" b="b"/>
            <a:pathLst>
              <a:path w="2717" h="2895">
                <a:moveTo>
                  <a:pt x="2717" y="1077"/>
                </a:moveTo>
                <a:lnTo>
                  <a:pt x="2717" y="0"/>
                </a:lnTo>
                <a:lnTo>
                  <a:pt x="0" y="0"/>
                </a:lnTo>
                <a:lnTo>
                  <a:pt x="1662" y="2895"/>
                </a:lnTo>
                <a:lnTo>
                  <a:pt x="2717" y="1077"/>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AU"/>
          </a:p>
        </p:txBody>
      </p:sp>
      <p:sp>
        <p:nvSpPr>
          <p:cNvPr id="11" name="Picture Placeholder" descr="Image Placeholder">
            <a:extLst>
              <a:ext uri="{FF2B5EF4-FFF2-40B4-BE49-F238E27FC236}">
                <a16:creationId xmlns:a16="http://schemas.microsoft.com/office/drawing/2014/main" id="{DBCB57CA-4EDC-4387-B4F2-EDA27367C34E}"/>
              </a:ext>
            </a:extLst>
          </p:cNvPr>
          <p:cNvSpPr>
            <a:spLocks noGrp="1"/>
          </p:cNvSpPr>
          <p:nvPr userDrawn="1">
            <p:ph type="pic" sz="quarter" idx="17" hasCustomPrompt="1"/>
          </p:nvPr>
        </p:nvSpPr>
        <p:spPr>
          <a:xfrm>
            <a:off x="4967287" y="1181099"/>
            <a:ext cx="6550025" cy="5676900"/>
          </a:xfrm>
          <a:custGeom>
            <a:avLst/>
            <a:gdLst>
              <a:gd name="connsiteX0" fmla="*/ 3289300 w 6550025"/>
              <a:gd name="connsiteY0" fmla="*/ 0 h 5676900"/>
              <a:gd name="connsiteX1" fmla="*/ 6550025 w 6550025"/>
              <a:gd name="connsiteY1" fmla="*/ 5676900 h 5676900"/>
              <a:gd name="connsiteX2" fmla="*/ 4006786 w 6550025"/>
              <a:gd name="connsiteY2" fmla="*/ 5676900 h 5676900"/>
              <a:gd name="connsiteX3" fmla="*/ 0 w 6550025"/>
              <a:gd name="connsiteY3" fmla="*/ 5676900 h 5676900"/>
            </a:gdLst>
            <a:ahLst/>
            <a:cxnLst>
              <a:cxn ang="0">
                <a:pos x="connsiteX0" y="connsiteY0"/>
              </a:cxn>
              <a:cxn ang="0">
                <a:pos x="connsiteX1" y="connsiteY1"/>
              </a:cxn>
              <a:cxn ang="0">
                <a:pos x="connsiteX2" y="connsiteY2"/>
              </a:cxn>
              <a:cxn ang="0">
                <a:pos x="connsiteX3" y="connsiteY3"/>
              </a:cxn>
            </a:cxnLst>
            <a:rect l="l" t="t" r="r" b="b"/>
            <a:pathLst>
              <a:path w="6550025" h="5676900">
                <a:moveTo>
                  <a:pt x="3289300" y="0"/>
                </a:moveTo>
                <a:lnTo>
                  <a:pt x="6550025" y="5676900"/>
                </a:lnTo>
                <a:lnTo>
                  <a:pt x="4006786" y="5676900"/>
                </a:lnTo>
                <a:lnTo>
                  <a:pt x="0" y="5676900"/>
                </a:lnTo>
                <a:close/>
              </a:path>
            </a:pathLst>
          </a:custGeom>
          <a:solidFill>
            <a:schemeClr val="bg1">
              <a:lumMod val="75000"/>
            </a:schemeClr>
          </a:solidFill>
        </p:spPr>
        <p:txBody>
          <a:bodyPr wrap="square" lIns="144000" tIns="144000" bIns="144000" anchor="ctr" anchorCtr="0">
            <a:noAutofit/>
          </a:bodyPr>
          <a:lstStyle>
            <a:lvl1pPr algn="ctr">
              <a:defRPr sz="1400">
                <a:solidFill>
                  <a:schemeClr val="bg1"/>
                </a:solidFill>
              </a:defRPr>
            </a:lvl1pPr>
          </a:lstStyle>
          <a:p>
            <a:r>
              <a:rPr lang="en-AU" sz="1400" dirty="0"/>
              <a:t>Click Icon to Add Image</a:t>
            </a:r>
            <a:endParaRPr lang="en-AU" dirty="0"/>
          </a:p>
        </p:txBody>
      </p:sp>
      <p:grpSp>
        <p:nvGrpSpPr>
          <p:cNvPr id="2" name="Deakin Logo" descr="Deakin Logo">
            <a:extLst>
              <a:ext uri="{FF2B5EF4-FFF2-40B4-BE49-F238E27FC236}">
                <a16:creationId xmlns:a16="http://schemas.microsoft.com/office/drawing/2014/main" id="{108774B0-0EA5-4146-9B6A-0F25CF504C6B}"/>
              </a:ext>
            </a:extLst>
          </p:cNvPr>
          <p:cNvGrpSpPr/>
          <p:nvPr userDrawn="1"/>
        </p:nvGrpSpPr>
        <p:grpSpPr>
          <a:xfrm>
            <a:off x="491808" y="5177471"/>
            <a:ext cx="1033397" cy="1033200"/>
            <a:chOff x="491808" y="5177471"/>
            <a:chExt cx="1033397" cy="1033200"/>
          </a:xfrm>
        </p:grpSpPr>
        <p:pic>
          <p:nvPicPr>
            <p:cNvPr id="14" name="Logo" descr="Deakin University Logo">
              <a:extLst>
                <a:ext uri="{FF2B5EF4-FFF2-40B4-BE49-F238E27FC236}">
                  <a16:creationId xmlns:a16="http://schemas.microsoft.com/office/drawing/2014/main" id="{192B361C-625A-47F4-90FE-56E9D82FB06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91808" y="5178134"/>
              <a:ext cx="1033397" cy="1031875"/>
            </a:xfrm>
            <a:prstGeom prst="rect">
              <a:avLst/>
            </a:prstGeom>
          </p:spPr>
        </p:pic>
        <p:sp>
          <p:nvSpPr>
            <p:cNvPr id="5" name="Logo" descr="Deakin University Logo">
              <a:extLst>
                <a:ext uri="{FF2B5EF4-FFF2-40B4-BE49-F238E27FC236}">
                  <a16:creationId xmlns:a16="http://schemas.microsoft.com/office/drawing/2014/main" id="{62EB28F1-DDC6-49D5-83F2-4BEB75D9A7B5}"/>
                </a:ext>
              </a:extLst>
            </p:cNvPr>
            <p:cNvSpPr>
              <a:spLocks noChangeAspect="1"/>
            </p:cNvSpPr>
            <p:nvPr userDrawn="1"/>
          </p:nvSpPr>
          <p:spPr>
            <a:xfrm>
              <a:off x="491906" y="5177471"/>
              <a:ext cx="1033200" cy="10332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9" name="Slide Number">
            <a:extLst>
              <a:ext uri="{FF2B5EF4-FFF2-40B4-BE49-F238E27FC236}">
                <a16:creationId xmlns:a16="http://schemas.microsoft.com/office/drawing/2014/main" id="{0C784A1E-8343-42C5-B0FD-AF21FA3C8012}"/>
              </a:ext>
            </a:extLst>
          </p:cNvPr>
          <p:cNvSpPr>
            <a:spLocks noGrp="1"/>
          </p:cNvSpPr>
          <p:nvPr>
            <p:ph type="sldNum" sz="quarter" idx="20"/>
          </p:nvPr>
        </p:nvSpPr>
        <p:spPr/>
        <p:txBody>
          <a:bodyPr/>
          <a:lstStyle/>
          <a:p>
            <a:fld id="{F5AEA0E0-5CC6-4BD0-905C-A0021E419432}" type="slidenum">
              <a:rPr lang="en-GB" smtClean="0"/>
              <a:pPr/>
              <a:t>‹#›</a:t>
            </a:fld>
            <a:endParaRPr lang="en-GB" dirty="0"/>
          </a:p>
        </p:txBody>
      </p:sp>
      <p:sp>
        <p:nvSpPr>
          <p:cNvPr id="7" name="Date">
            <a:extLst>
              <a:ext uri="{FF2B5EF4-FFF2-40B4-BE49-F238E27FC236}">
                <a16:creationId xmlns:a16="http://schemas.microsoft.com/office/drawing/2014/main" id="{E72A3CFB-4CB8-4D6C-97CA-95E6B1DA015D}"/>
              </a:ext>
            </a:extLst>
          </p:cNvPr>
          <p:cNvSpPr>
            <a:spLocks noGrp="1"/>
          </p:cNvSpPr>
          <p:nvPr>
            <p:ph type="dt" sz="half" idx="18"/>
          </p:nvPr>
        </p:nvSpPr>
        <p:spPr/>
        <p:txBody>
          <a:bodyPr/>
          <a:lstStyle/>
          <a:p>
            <a:endParaRPr lang="en-GB" dirty="0"/>
          </a:p>
        </p:txBody>
      </p:sp>
      <p:sp>
        <p:nvSpPr>
          <p:cNvPr id="8" name="Footer/CRICOS">
            <a:extLst>
              <a:ext uri="{FF2B5EF4-FFF2-40B4-BE49-F238E27FC236}">
                <a16:creationId xmlns:a16="http://schemas.microsoft.com/office/drawing/2014/main" id="{98BA5DCB-4172-4A7E-BD03-B5B5DE4137DD}"/>
              </a:ext>
            </a:extLst>
          </p:cNvPr>
          <p:cNvSpPr>
            <a:spLocks noGrp="1"/>
          </p:cNvSpPr>
          <p:nvPr>
            <p:ph type="ftr" sz="quarter" idx="19"/>
          </p:nvPr>
        </p:nvSpPr>
        <p:spPr/>
        <p:txBody>
          <a:bodyPr/>
          <a:lstStyle/>
          <a:p>
            <a:r>
              <a:rPr lang="en-AU"/>
              <a:t>Deakin University CRICOS Provider Code: 00113B</a:t>
            </a:r>
            <a:endParaRPr lang="en-GB" dirty="0"/>
          </a:p>
        </p:txBody>
      </p:sp>
    </p:spTree>
    <p:extLst>
      <p:ext uri="{BB962C8B-B14F-4D97-AF65-F5344CB8AC3E}">
        <p14:creationId xmlns:p14="http://schemas.microsoft.com/office/powerpoint/2010/main" val="49497956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Section Break A">
    <p:spTree>
      <p:nvGrpSpPr>
        <p:cNvPr id="1" name=""/>
        <p:cNvGrpSpPr/>
        <p:nvPr/>
      </p:nvGrpSpPr>
      <p:grpSpPr>
        <a:xfrm>
          <a:off x="0" y="0"/>
          <a:ext cx="0" cy="0"/>
          <a:chOff x="0" y="0"/>
          <a:chExt cx="0" cy="0"/>
        </a:xfrm>
      </p:grpSpPr>
      <p:sp>
        <p:nvSpPr>
          <p:cNvPr id="13" name="Background">
            <a:extLst>
              <a:ext uri="{FF2B5EF4-FFF2-40B4-BE49-F238E27FC236}">
                <a16:creationId xmlns:a16="http://schemas.microsoft.com/office/drawing/2014/main" id="{301BC1A6-FA88-4814-A368-FA1F0C3E5EF9}"/>
              </a:ext>
              <a:ext uri="{C183D7F6-B498-43B3-948B-1728B52AA6E4}">
                <adec:decorative xmlns:adec="http://schemas.microsoft.com/office/drawing/2017/decorative" val="1"/>
              </a:ext>
            </a:extLst>
          </p:cNvPr>
          <p:cNvSpPr/>
          <p:nvPr userDrawn="1"/>
        </p:nvSpPr>
        <p:spPr>
          <a:xfrm>
            <a:off x="0" y="0"/>
            <a:ext cx="1219199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itle">
            <a:extLst>
              <a:ext uri="{FF2B5EF4-FFF2-40B4-BE49-F238E27FC236}">
                <a16:creationId xmlns:a16="http://schemas.microsoft.com/office/drawing/2014/main" id="{36DE023C-ED6F-4E07-951B-0F94A20FABDD}"/>
              </a:ext>
            </a:extLst>
          </p:cNvPr>
          <p:cNvSpPr>
            <a:spLocks noGrp="1"/>
          </p:cNvSpPr>
          <p:nvPr userDrawn="1">
            <p:ph type="ctrTitle" hasCustomPrompt="1"/>
          </p:nvPr>
        </p:nvSpPr>
        <p:spPr>
          <a:xfrm>
            <a:off x="1539675" y="1388347"/>
            <a:ext cx="4284000" cy="1440000"/>
          </a:xfrm>
        </p:spPr>
        <p:txBody>
          <a:bodyPr anchor="t"/>
          <a:lstStyle>
            <a:lvl1pPr algn="l">
              <a:lnSpc>
                <a:spcPct val="100000"/>
              </a:lnSpc>
              <a:defRPr sz="2800" b="0">
                <a:solidFill>
                  <a:schemeClr val="bg1"/>
                </a:solidFill>
              </a:defRPr>
            </a:lvl1pPr>
          </a:lstStyle>
          <a:p>
            <a:r>
              <a:rPr lang="en-US" dirty="0"/>
              <a:t>Section break heading</a:t>
            </a:r>
            <a:endParaRPr lang="en-GB" dirty="0"/>
          </a:p>
        </p:txBody>
      </p:sp>
      <p:pic>
        <p:nvPicPr>
          <p:cNvPr id="6" name="Graphic">
            <a:extLst>
              <a:ext uri="{FF2B5EF4-FFF2-40B4-BE49-F238E27FC236}">
                <a16:creationId xmlns:a16="http://schemas.microsoft.com/office/drawing/2014/main" id="{0D830547-121B-4927-BA40-33443559DD5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49071" y="748014"/>
            <a:ext cx="6524625" cy="4343400"/>
          </a:xfrm>
          <a:prstGeom prst="rect">
            <a:avLst/>
          </a:prstGeom>
        </p:spPr>
      </p:pic>
      <p:pic>
        <p:nvPicPr>
          <p:cNvPr id="15" name="Deakin Logo" descr="Deakin Logo">
            <a:extLst>
              <a:ext uri="{FF2B5EF4-FFF2-40B4-BE49-F238E27FC236}">
                <a16:creationId xmlns:a16="http://schemas.microsoft.com/office/drawing/2014/main" id="{EC744370-2816-4855-864E-D52E472642F9}"/>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6296277" y="3726415"/>
            <a:ext cx="1177419" cy="1175685"/>
          </a:xfrm>
          <a:prstGeom prst="rect">
            <a:avLst/>
          </a:prstGeom>
        </p:spPr>
      </p:pic>
      <p:sp>
        <p:nvSpPr>
          <p:cNvPr id="7" name="Footer/CRICOS">
            <a:extLst>
              <a:ext uri="{FF2B5EF4-FFF2-40B4-BE49-F238E27FC236}">
                <a16:creationId xmlns:a16="http://schemas.microsoft.com/office/drawing/2014/main" id="{BDF2D210-E1F9-4FD6-9A0A-9C12F64DBB93}"/>
              </a:ext>
            </a:extLst>
          </p:cNvPr>
          <p:cNvSpPr>
            <a:spLocks noGrp="1"/>
          </p:cNvSpPr>
          <p:nvPr>
            <p:ph type="ftr" sz="quarter" idx="11"/>
          </p:nvPr>
        </p:nvSpPr>
        <p:spPr>
          <a:xfrm>
            <a:off x="5302171" y="6579113"/>
            <a:ext cx="6624000" cy="144000"/>
          </a:xfrm>
          <a:prstGeom prst="rect">
            <a:avLst/>
          </a:prstGeom>
        </p:spPr>
        <p:txBody>
          <a:bodyPr lIns="90000" tIns="36000" rIns="0" bIns="36000"/>
          <a:lstStyle>
            <a:lvl1pPr>
              <a:defRPr sz="500">
                <a:solidFill>
                  <a:schemeClr val="bg1"/>
                </a:solidFill>
              </a:defRPr>
            </a:lvl1pPr>
          </a:lstStyle>
          <a:p>
            <a:pPr algn="r"/>
            <a:r>
              <a:rPr lang="en-AU" dirty="0"/>
              <a:t>Deakin University CRICOS Provider Code: 00113B</a:t>
            </a:r>
            <a:endParaRPr lang="en-GB" dirty="0"/>
          </a:p>
        </p:txBody>
      </p:sp>
    </p:spTree>
    <p:extLst>
      <p:ext uri="{BB962C8B-B14F-4D97-AF65-F5344CB8AC3E}">
        <p14:creationId xmlns:p14="http://schemas.microsoft.com/office/powerpoint/2010/main" val="178161755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ection Break B">
    <p:spTree>
      <p:nvGrpSpPr>
        <p:cNvPr id="1" name=""/>
        <p:cNvGrpSpPr/>
        <p:nvPr/>
      </p:nvGrpSpPr>
      <p:grpSpPr>
        <a:xfrm>
          <a:off x="0" y="0"/>
          <a:ext cx="0" cy="0"/>
          <a:chOff x="0" y="0"/>
          <a:chExt cx="0" cy="0"/>
        </a:xfrm>
      </p:grpSpPr>
      <p:sp>
        <p:nvSpPr>
          <p:cNvPr id="13" name="Background">
            <a:extLst>
              <a:ext uri="{FF2B5EF4-FFF2-40B4-BE49-F238E27FC236}">
                <a16:creationId xmlns:a16="http://schemas.microsoft.com/office/drawing/2014/main" id="{301BC1A6-FA88-4814-A368-FA1F0C3E5EF9}"/>
              </a:ext>
              <a:ext uri="{C183D7F6-B498-43B3-948B-1728B52AA6E4}">
                <adec:decorative xmlns:adec="http://schemas.microsoft.com/office/drawing/2017/decorative" val="1"/>
              </a:ext>
            </a:extLst>
          </p:cNvPr>
          <p:cNvSpPr/>
          <p:nvPr userDrawn="1"/>
        </p:nvSpPr>
        <p:spPr>
          <a:xfrm>
            <a:off x="0" y="0"/>
            <a:ext cx="1219199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 name="Graphic">
            <a:extLst>
              <a:ext uri="{FF2B5EF4-FFF2-40B4-BE49-F238E27FC236}">
                <a16:creationId xmlns:a16="http://schemas.microsoft.com/office/drawing/2014/main" id="{537A22D8-A6D3-40C1-BC13-C19EA24C3381}"/>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345916" y="0"/>
            <a:ext cx="7685813" cy="6858000"/>
          </a:xfrm>
          <a:prstGeom prst="rect">
            <a:avLst/>
          </a:prstGeom>
        </p:spPr>
      </p:pic>
      <p:sp>
        <p:nvSpPr>
          <p:cNvPr id="18" name="Title">
            <a:extLst>
              <a:ext uri="{FF2B5EF4-FFF2-40B4-BE49-F238E27FC236}">
                <a16:creationId xmlns:a16="http://schemas.microsoft.com/office/drawing/2014/main" id="{36DE023C-ED6F-4E07-951B-0F94A20FABDD}"/>
              </a:ext>
            </a:extLst>
          </p:cNvPr>
          <p:cNvSpPr>
            <a:spLocks noGrp="1"/>
          </p:cNvSpPr>
          <p:nvPr userDrawn="1">
            <p:ph type="ctrTitle" hasCustomPrompt="1"/>
          </p:nvPr>
        </p:nvSpPr>
        <p:spPr>
          <a:xfrm>
            <a:off x="795093" y="1244654"/>
            <a:ext cx="4284000" cy="1440000"/>
          </a:xfrm>
        </p:spPr>
        <p:txBody>
          <a:bodyPr anchor="t"/>
          <a:lstStyle>
            <a:lvl1pPr algn="l">
              <a:lnSpc>
                <a:spcPct val="100000"/>
              </a:lnSpc>
              <a:defRPr sz="2800" b="0">
                <a:solidFill>
                  <a:schemeClr val="bg1"/>
                </a:solidFill>
              </a:defRPr>
            </a:lvl1pPr>
          </a:lstStyle>
          <a:p>
            <a:r>
              <a:rPr lang="en-US" dirty="0"/>
              <a:t>Section break heading</a:t>
            </a:r>
            <a:endParaRPr lang="en-GB" dirty="0"/>
          </a:p>
        </p:txBody>
      </p:sp>
      <p:pic>
        <p:nvPicPr>
          <p:cNvPr id="15" name="Deakin Logo" descr="Deakin Logo">
            <a:extLst>
              <a:ext uri="{FF2B5EF4-FFF2-40B4-BE49-F238E27FC236}">
                <a16:creationId xmlns:a16="http://schemas.microsoft.com/office/drawing/2014/main" id="{EC744370-2816-4855-864E-D52E472642F9}"/>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668665" y="5268541"/>
            <a:ext cx="1177419" cy="1175685"/>
          </a:xfrm>
          <a:prstGeom prst="rect">
            <a:avLst/>
          </a:prstGeom>
        </p:spPr>
      </p:pic>
      <p:sp>
        <p:nvSpPr>
          <p:cNvPr id="7" name="Footer/CRICOS">
            <a:extLst>
              <a:ext uri="{FF2B5EF4-FFF2-40B4-BE49-F238E27FC236}">
                <a16:creationId xmlns:a16="http://schemas.microsoft.com/office/drawing/2014/main" id="{65813DF2-1313-4E0F-A2E8-9C2A244FEBA2}"/>
              </a:ext>
            </a:extLst>
          </p:cNvPr>
          <p:cNvSpPr>
            <a:spLocks noGrp="1"/>
          </p:cNvSpPr>
          <p:nvPr>
            <p:ph type="ftr" sz="quarter" idx="11"/>
          </p:nvPr>
        </p:nvSpPr>
        <p:spPr>
          <a:xfrm>
            <a:off x="5302171" y="6579113"/>
            <a:ext cx="6624000" cy="144000"/>
          </a:xfrm>
          <a:prstGeom prst="rect">
            <a:avLst/>
          </a:prstGeom>
        </p:spPr>
        <p:txBody>
          <a:bodyPr lIns="90000" tIns="36000" rIns="0" bIns="36000"/>
          <a:lstStyle>
            <a:lvl1pPr>
              <a:defRPr sz="500">
                <a:solidFill>
                  <a:schemeClr val="bg1"/>
                </a:solidFill>
              </a:defRPr>
            </a:lvl1pPr>
          </a:lstStyle>
          <a:p>
            <a:pPr algn="r"/>
            <a:r>
              <a:rPr lang="en-AU" dirty="0"/>
              <a:t>Deakin University CRICOS Provider Code: 00113B</a:t>
            </a:r>
            <a:endParaRPr lang="en-GB" dirty="0"/>
          </a:p>
        </p:txBody>
      </p:sp>
    </p:spTree>
    <p:extLst>
      <p:ext uri="{BB962C8B-B14F-4D97-AF65-F5344CB8AC3E}">
        <p14:creationId xmlns:p14="http://schemas.microsoft.com/office/powerpoint/2010/main" val="168488960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Section Break C">
    <p:spTree>
      <p:nvGrpSpPr>
        <p:cNvPr id="1" name=""/>
        <p:cNvGrpSpPr/>
        <p:nvPr/>
      </p:nvGrpSpPr>
      <p:grpSpPr>
        <a:xfrm>
          <a:off x="0" y="0"/>
          <a:ext cx="0" cy="0"/>
          <a:chOff x="0" y="0"/>
          <a:chExt cx="0" cy="0"/>
        </a:xfrm>
      </p:grpSpPr>
      <p:sp>
        <p:nvSpPr>
          <p:cNvPr id="13" name="Background">
            <a:extLst>
              <a:ext uri="{FF2B5EF4-FFF2-40B4-BE49-F238E27FC236}">
                <a16:creationId xmlns:a16="http://schemas.microsoft.com/office/drawing/2014/main" id="{301BC1A6-FA88-4814-A368-FA1F0C3E5EF9}"/>
              </a:ext>
              <a:ext uri="{C183D7F6-B498-43B3-948B-1728B52AA6E4}">
                <adec:decorative xmlns:adec="http://schemas.microsoft.com/office/drawing/2017/decorative" val="1"/>
              </a:ext>
            </a:extLst>
          </p:cNvPr>
          <p:cNvSpPr/>
          <p:nvPr userDrawn="1"/>
        </p:nvSpPr>
        <p:spPr>
          <a:xfrm>
            <a:off x="0" y="0"/>
            <a:ext cx="12191999" cy="6858000"/>
          </a:xfrm>
          <a:prstGeom prst="rect">
            <a:avLst/>
          </a:prstGeom>
          <a:solidFill>
            <a:srgbClr val="3736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itle">
            <a:extLst>
              <a:ext uri="{FF2B5EF4-FFF2-40B4-BE49-F238E27FC236}">
                <a16:creationId xmlns:a16="http://schemas.microsoft.com/office/drawing/2014/main" id="{36DE023C-ED6F-4E07-951B-0F94A20FABDD}"/>
              </a:ext>
            </a:extLst>
          </p:cNvPr>
          <p:cNvSpPr>
            <a:spLocks noGrp="1"/>
          </p:cNvSpPr>
          <p:nvPr userDrawn="1">
            <p:ph type="ctrTitle" hasCustomPrompt="1"/>
          </p:nvPr>
        </p:nvSpPr>
        <p:spPr>
          <a:xfrm>
            <a:off x="912660" y="1244654"/>
            <a:ext cx="4284000" cy="1944000"/>
          </a:xfrm>
        </p:spPr>
        <p:txBody>
          <a:bodyPr anchor="t"/>
          <a:lstStyle>
            <a:lvl1pPr algn="l">
              <a:lnSpc>
                <a:spcPct val="100000"/>
              </a:lnSpc>
              <a:defRPr sz="3600" b="0">
                <a:solidFill>
                  <a:schemeClr val="bg1"/>
                </a:solidFill>
              </a:defRPr>
            </a:lvl1pPr>
          </a:lstStyle>
          <a:p>
            <a:r>
              <a:rPr lang="en-US" dirty="0"/>
              <a:t>Section break heading</a:t>
            </a:r>
            <a:endParaRPr lang="en-GB" dirty="0"/>
          </a:p>
        </p:txBody>
      </p:sp>
      <p:grpSp>
        <p:nvGrpSpPr>
          <p:cNvPr id="6" name="Graphic">
            <a:extLst>
              <a:ext uri="{FF2B5EF4-FFF2-40B4-BE49-F238E27FC236}">
                <a16:creationId xmlns:a16="http://schemas.microsoft.com/office/drawing/2014/main" id="{C8F76553-1AF4-4347-8488-C1B561E66EF2}"/>
              </a:ext>
              <a:ext uri="{C183D7F6-B498-43B3-948B-1728B52AA6E4}">
                <adec:decorative xmlns:adec="http://schemas.microsoft.com/office/drawing/2017/decorative" val="1"/>
              </a:ext>
            </a:extLst>
          </p:cNvPr>
          <p:cNvGrpSpPr>
            <a:grpSpLocks noChangeAspect="1"/>
          </p:cNvGrpSpPr>
          <p:nvPr userDrawn="1"/>
        </p:nvGrpSpPr>
        <p:grpSpPr bwMode="auto">
          <a:xfrm>
            <a:off x="1363662" y="-3175"/>
            <a:ext cx="10828338" cy="6861175"/>
            <a:chOff x="431" y="-1"/>
            <a:chExt cx="6821" cy="4322"/>
          </a:xfrm>
        </p:grpSpPr>
        <p:sp>
          <p:nvSpPr>
            <p:cNvPr id="8" name="Shape">
              <a:extLst>
                <a:ext uri="{FF2B5EF4-FFF2-40B4-BE49-F238E27FC236}">
                  <a16:creationId xmlns:a16="http://schemas.microsoft.com/office/drawing/2014/main" id="{D43CDD48-B735-4C35-963D-0D51CBDE74F4}"/>
                </a:ext>
              </a:extLst>
            </p:cNvPr>
            <p:cNvSpPr>
              <a:spLocks/>
            </p:cNvSpPr>
            <p:nvPr userDrawn="1"/>
          </p:nvSpPr>
          <p:spPr bwMode="auto">
            <a:xfrm>
              <a:off x="431" y="-1"/>
              <a:ext cx="5142" cy="4322"/>
            </a:xfrm>
            <a:custGeom>
              <a:avLst/>
              <a:gdLst>
                <a:gd name="T0" fmla="*/ 5142 w 5142"/>
                <a:gd name="T1" fmla="*/ 1411 h 4322"/>
                <a:gd name="T2" fmla="*/ 2707 w 5142"/>
                <a:gd name="T3" fmla="*/ 0 h 4322"/>
                <a:gd name="T4" fmla="*/ 2635 w 5142"/>
                <a:gd name="T5" fmla="*/ 0 h 4322"/>
                <a:gd name="T6" fmla="*/ 5070 w 5142"/>
                <a:gd name="T7" fmla="*/ 1411 h 4322"/>
                <a:gd name="T8" fmla="*/ 0 w 5142"/>
                <a:gd name="T9" fmla="*/ 4322 h 4322"/>
                <a:gd name="T10" fmla="*/ 73 w 5142"/>
                <a:gd name="T11" fmla="*/ 4322 h 4322"/>
                <a:gd name="T12" fmla="*/ 5115 w 5142"/>
                <a:gd name="T13" fmla="*/ 1426 h 4322"/>
                <a:gd name="T14" fmla="*/ 5142 w 5142"/>
                <a:gd name="T15" fmla="*/ 1411 h 43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142" h="4322">
                  <a:moveTo>
                    <a:pt x="5142" y="1411"/>
                  </a:moveTo>
                  <a:lnTo>
                    <a:pt x="2707" y="0"/>
                  </a:lnTo>
                  <a:lnTo>
                    <a:pt x="2635" y="0"/>
                  </a:lnTo>
                  <a:lnTo>
                    <a:pt x="5070" y="1411"/>
                  </a:lnTo>
                  <a:lnTo>
                    <a:pt x="0" y="4322"/>
                  </a:lnTo>
                  <a:lnTo>
                    <a:pt x="73" y="4322"/>
                  </a:lnTo>
                  <a:lnTo>
                    <a:pt x="5115" y="1426"/>
                  </a:lnTo>
                  <a:lnTo>
                    <a:pt x="5142" y="1411"/>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9" name="Shape">
              <a:extLst>
                <a:ext uri="{FF2B5EF4-FFF2-40B4-BE49-F238E27FC236}">
                  <a16:creationId xmlns:a16="http://schemas.microsoft.com/office/drawing/2014/main" id="{4D92C4ED-F902-469C-8F68-6CF9C5D9F1B0}"/>
                </a:ext>
              </a:extLst>
            </p:cNvPr>
            <p:cNvSpPr>
              <a:spLocks/>
            </p:cNvSpPr>
            <p:nvPr userDrawn="1"/>
          </p:nvSpPr>
          <p:spPr bwMode="auto">
            <a:xfrm>
              <a:off x="4147" y="-1"/>
              <a:ext cx="3105" cy="2106"/>
            </a:xfrm>
            <a:custGeom>
              <a:avLst/>
              <a:gdLst>
                <a:gd name="T0" fmla="*/ 72 w 3105"/>
                <a:gd name="T1" fmla="*/ 306 h 2106"/>
                <a:gd name="T2" fmla="*/ 603 w 3105"/>
                <a:gd name="T3" fmla="*/ 0 h 2106"/>
                <a:gd name="T4" fmla="*/ 531 w 3105"/>
                <a:gd name="T5" fmla="*/ 0 h 2106"/>
                <a:gd name="T6" fmla="*/ 27 w 3105"/>
                <a:gd name="T7" fmla="*/ 291 h 2106"/>
                <a:gd name="T8" fmla="*/ 0 w 3105"/>
                <a:gd name="T9" fmla="*/ 306 h 2106"/>
                <a:gd name="T10" fmla="*/ 3105 w 3105"/>
                <a:gd name="T11" fmla="*/ 2106 h 2106"/>
                <a:gd name="T12" fmla="*/ 3105 w 3105"/>
                <a:gd name="T13" fmla="*/ 2064 h 2106"/>
                <a:gd name="T14" fmla="*/ 72 w 3105"/>
                <a:gd name="T15" fmla="*/ 306 h 210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105" h="2106">
                  <a:moveTo>
                    <a:pt x="72" y="306"/>
                  </a:moveTo>
                  <a:lnTo>
                    <a:pt x="603" y="0"/>
                  </a:lnTo>
                  <a:lnTo>
                    <a:pt x="531" y="0"/>
                  </a:lnTo>
                  <a:lnTo>
                    <a:pt x="27" y="291"/>
                  </a:lnTo>
                  <a:lnTo>
                    <a:pt x="0" y="306"/>
                  </a:lnTo>
                  <a:lnTo>
                    <a:pt x="3105" y="2106"/>
                  </a:lnTo>
                  <a:lnTo>
                    <a:pt x="3105" y="2064"/>
                  </a:lnTo>
                  <a:lnTo>
                    <a:pt x="72" y="306"/>
                  </a:ln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pic>
        <p:nvPicPr>
          <p:cNvPr id="15" name="Deakin Logo" descr="Deakin Logo">
            <a:extLst>
              <a:ext uri="{FF2B5EF4-FFF2-40B4-BE49-F238E27FC236}">
                <a16:creationId xmlns:a16="http://schemas.microsoft.com/office/drawing/2014/main" id="{EC744370-2816-4855-864E-D52E472642F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668665" y="5268541"/>
            <a:ext cx="1177419" cy="1175685"/>
          </a:xfrm>
          <a:prstGeom prst="rect">
            <a:avLst/>
          </a:prstGeom>
        </p:spPr>
      </p:pic>
      <p:sp>
        <p:nvSpPr>
          <p:cNvPr id="16" name="Footer/CRICOS">
            <a:extLst>
              <a:ext uri="{FF2B5EF4-FFF2-40B4-BE49-F238E27FC236}">
                <a16:creationId xmlns:a16="http://schemas.microsoft.com/office/drawing/2014/main" id="{76F6FAF9-3DEF-4AC0-A3DD-B9DB37BA5BA9}"/>
              </a:ext>
            </a:extLst>
          </p:cNvPr>
          <p:cNvSpPr>
            <a:spLocks noGrp="1"/>
          </p:cNvSpPr>
          <p:nvPr>
            <p:ph type="ftr" sz="quarter" idx="11"/>
          </p:nvPr>
        </p:nvSpPr>
        <p:spPr>
          <a:xfrm>
            <a:off x="5302171" y="6579113"/>
            <a:ext cx="6624000" cy="144000"/>
          </a:xfrm>
          <a:prstGeom prst="rect">
            <a:avLst/>
          </a:prstGeom>
        </p:spPr>
        <p:txBody>
          <a:bodyPr lIns="90000" tIns="36000" rIns="0" bIns="36000"/>
          <a:lstStyle>
            <a:lvl1pPr>
              <a:defRPr sz="500">
                <a:solidFill>
                  <a:schemeClr val="bg1"/>
                </a:solidFill>
              </a:defRPr>
            </a:lvl1pPr>
          </a:lstStyle>
          <a:p>
            <a:pPr algn="r"/>
            <a:r>
              <a:rPr lang="en-AU" dirty="0"/>
              <a:t>Deakin University </a:t>
            </a:r>
            <a:r>
              <a:rPr lang="en-AU" dirty="0" err="1"/>
              <a:t>CRICOS</a:t>
            </a:r>
            <a:r>
              <a:rPr lang="en-AU" dirty="0"/>
              <a:t> Provider Code: </a:t>
            </a:r>
            <a:r>
              <a:rPr lang="en-AU" dirty="0" err="1"/>
              <a:t>00113B</a:t>
            </a:r>
            <a:endParaRPr lang="en-GB" dirty="0"/>
          </a:p>
        </p:txBody>
      </p:sp>
    </p:spTree>
    <p:extLst>
      <p:ext uri="{BB962C8B-B14F-4D97-AF65-F5344CB8AC3E}">
        <p14:creationId xmlns:p14="http://schemas.microsoft.com/office/powerpoint/2010/main" val="330543819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and Content A - With Heading over two lines">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801765" y="349790"/>
            <a:ext cx="5508000" cy="936000"/>
          </a:xfrm>
        </p:spPr>
        <p:txBody>
          <a:bodyPr/>
          <a:lstStyle>
            <a:lvl1pPr>
              <a:lnSpc>
                <a:spcPct val="100000"/>
              </a:lnSpc>
              <a:buFont typeface="Arial" panose="020B0604020202020204" pitchFamily="34" charset="0"/>
              <a:buNone/>
              <a:defRPr sz="2650">
                <a:solidFill>
                  <a:schemeClr val="tx1"/>
                </a:solidFill>
              </a:defRPr>
            </a:lvl1pPr>
          </a:lstStyle>
          <a:p>
            <a:r>
              <a:rPr lang="en-US" dirty="0"/>
              <a:t>Click to add title</a:t>
            </a:r>
            <a:endParaRPr lang="en-GB" dirty="0"/>
          </a:p>
        </p:txBody>
      </p:sp>
      <p:sp>
        <p:nvSpPr>
          <p:cNvPr id="6" name="Body copy text">
            <a:extLst>
              <a:ext uri="{FF2B5EF4-FFF2-40B4-BE49-F238E27FC236}">
                <a16:creationId xmlns:a16="http://schemas.microsoft.com/office/drawing/2014/main" id="{BA9360C9-D6E6-46AC-8EF9-EEF25F267E14}"/>
              </a:ext>
            </a:extLst>
          </p:cNvPr>
          <p:cNvSpPr>
            <a:spLocks noGrp="1"/>
          </p:cNvSpPr>
          <p:nvPr>
            <p:ph sz="quarter" idx="12" hasCustomPrompt="1"/>
          </p:nvPr>
        </p:nvSpPr>
        <p:spPr>
          <a:xfrm>
            <a:off x="801765" y="1521640"/>
            <a:ext cx="9887644" cy="3974666"/>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300"/>
            </a:lvl1pPr>
            <a:lvl3pPr>
              <a:spcBef>
                <a:spcPts val="600"/>
              </a:spcBef>
              <a:defRPr/>
            </a:lvl3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7" name="Graphic">
            <a:extLst>
              <a:ext uri="{FF2B5EF4-FFF2-40B4-BE49-F238E27FC236}">
                <a16:creationId xmlns:a16="http://schemas.microsoft.com/office/drawing/2014/main" id="{1882A1DF-688E-422A-ADC0-7A17F0807CC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44259" y="396502"/>
            <a:ext cx="352425" cy="400050"/>
          </a:xfrm>
          <a:prstGeom prst="rect">
            <a:avLst/>
          </a:prstGeom>
        </p:spPr>
      </p:pic>
      <p:sp>
        <p:nvSpPr>
          <p:cNvPr id="10" name="Slide Number">
            <a:extLst>
              <a:ext uri="{FF2B5EF4-FFF2-40B4-BE49-F238E27FC236}">
                <a16:creationId xmlns:a16="http://schemas.microsoft.com/office/drawing/2014/main" id="{A669E11A-5375-4CDA-AE5F-73599D65D32B}"/>
              </a:ext>
            </a:extLst>
          </p:cNvPr>
          <p:cNvSpPr>
            <a:spLocks noGrp="1"/>
          </p:cNvSpPr>
          <p:nvPr>
            <p:ph type="sldNum" sz="quarter" idx="15"/>
          </p:nvPr>
        </p:nvSpPr>
        <p:spPr/>
        <p:txBody>
          <a:bodyPr/>
          <a:lstStyle/>
          <a:p>
            <a:fld id="{F5AEA0E0-5CC6-4BD0-905C-A0021E419432}" type="slidenum">
              <a:rPr lang="en-GB" smtClean="0"/>
              <a:pPr/>
              <a:t>‹#›</a:t>
            </a:fld>
            <a:endParaRPr lang="en-GB" dirty="0"/>
          </a:p>
        </p:txBody>
      </p:sp>
      <p:sp>
        <p:nvSpPr>
          <p:cNvPr id="3" name="Date">
            <a:extLst>
              <a:ext uri="{FF2B5EF4-FFF2-40B4-BE49-F238E27FC236}">
                <a16:creationId xmlns:a16="http://schemas.microsoft.com/office/drawing/2014/main" id="{343AF9C5-02E3-478B-8FF1-765887282F3E}"/>
              </a:ext>
            </a:extLst>
          </p:cNvPr>
          <p:cNvSpPr>
            <a:spLocks noGrp="1"/>
          </p:cNvSpPr>
          <p:nvPr>
            <p:ph type="dt" sz="half" idx="13"/>
          </p:nvPr>
        </p:nvSpPr>
        <p:spPr/>
        <p:txBody>
          <a:bodyPr/>
          <a:lstStyle/>
          <a:p>
            <a:endParaRPr lang="en-GB" dirty="0"/>
          </a:p>
        </p:txBody>
      </p:sp>
      <p:sp>
        <p:nvSpPr>
          <p:cNvPr id="4" name="Footer/CRICOS">
            <a:extLst>
              <a:ext uri="{FF2B5EF4-FFF2-40B4-BE49-F238E27FC236}">
                <a16:creationId xmlns:a16="http://schemas.microsoft.com/office/drawing/2014/main" id="{C21CF60B-CC84-48CA-8A79-12A6E322A119}"/>
              </a:ext>
            </a:extLst>
          </p:cNvPr>
          <p:cNvSpPr>
            <a:spLocks noGrp="1"/>
          </p:cNvSpPr>
          <p:nvPr>
            <p:ph type="ftr" sz="quarter" idx="14"/>
          </p:nvPr>
        </p:nvSpPr>
        <p:spPr/>
        <p:txBody>
          <a:bodyPr/>
          <a:lstStyle/>
          <a:p>
            <a:r>
              <a:rPr lang="en-AU"/>
              <a:t>Deakin University CRICOS Provider Code: 00113B</a:t>
            </a:r>
            <a:endParaRPr lang="en-GB" dirty="0"/>
          </a:p>
        </p:txBody>
      </p:sp>
    </p:spTree>
    <p:extLst>
      <p:ext uri="{BB962C8B-B14F-4D97-AF65-F5344CB8AC3E}">
        <p14:creationId xmlns:p14="http://schemas.microsoft.com/office/powerpoint/2010/main" val="86981776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and Content B - One line heading only">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801765" y="385350"/>
            <a:ext cx="9900000" cy="468000"/>
          </a:xfrm>
        </p:spPr>
        <p:txBody>
          <a:bodyPr/>
          <a:lstStyle>
            <a:lvl1pPr>
              <a:lnSpc>
                <a:spcPct val="100000"/>
              </a:lnSpc>
              <a:buFont typeface="Arial" panose="020B0604020202020204" pitchFamily="34" charset="0"/>
              <a:buNone/>
              <a:defRPr sz="2200">
                <a:solidFill>
                  <a:schemeClr val="tx1"/>
                </a:solidFill>
              </a:defRPr>
            </a:lvl1pPr>
          </a:lstStyle>
          <a:p>
            <a:r>
              <a:rPr lang="en-US" dirty="0"/>
              <a:t>Click to add title</a:t>
            </a:r>
            <a:endParaRPr lang="en-GB" dirty="0"/>
          </a:p>
        </p:txBody>
      </p:sp>
      <p:sp>
        <p:nvSpPr>
          <p:cNvPr id="6" name="Body copy text">
            <a:extLst>
              <a:ext uri="{FF2B5EF4-FFF2-40B4-BE49-F238E27FC236}">
                <a16:creationId xmlns:a16="http://schemas.microsoft.com/office/drawing/2014/main" id="{BA9360C9-D6E6-46AC-8EF9-EEF25F267E14}"/>
              </a:ext>
            </a:extLst>
          </p:cNvPr>
          <p:cNvSpPr>
            <a:spLocks noGrp="1"/>
          </p:cNvSpPr>
          <p:nvPr>
            <p:ph sz="quarter" idx="12" hasCustomPrompt="1"/>
          </p:nvPr>
        </p:nvSpPr>
        <p:spPr>
          <a:xfrm>
            <a:off x="801765" y="1521640"/>
            <a:ext cx="9900000" cy="3974666"/>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300"/>
            </a:lvl1pPr>
            <a:lvl3pPr>
              <a:spcBef>
                <a:spcPts val="600"/>
              </a:spcBef>
              <a:defRPr/>
            </a:lvl3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7" name="Graphic">
            <a:extLst>
              <a:ext uri="{FF2B5EF4-FFF2-40B4-BE49-F238E27FC236}">
                <a16:creationId xmlns:a16="http://schemas.microsoft.com/office/drawing/2014/main" id="{1882A1DF-688E-422A-ADC0-7A17F0807CC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44259" y="396502"/>
            <a:ext cx="352425" cy="400050"/>
          </a:xfrm>
          <a:prstGeom prst="rect">
            <a:avLst/>
          </a:prstGeom>
        </p:spPr>
      </p:pic>
      <p:sp>
        <p:nvSpPr>
          <p:cNvPr id="10" name="Slide Number">
            <a:extLst>
              <a:ext uri="{FF2B5EF4-FFF2-40B4-BE49-F238E27FC236}">
                <a16:creationId xmlns:a16="http://schemas.microsoft.com/office/drawing/2014/main" id="{FE431B96-D9B2-471C-94EA-209D0EFBF481}"/>
              </a:ext>
            </a:extLst>
          </p:cNvPr>
          <p:cNvSpPr>
            <a:spLocks noGrp="1"/>
          </p:cNvSpPr>
          <p:nvPr>
            <p:ph type="sldNum" sz="quarter" idx="15"/>
          </p:nvPr>
        </p:nvSpPr>
        <p:spPr/>
        <p:txBody>
          <a:bodyPr/>
          <a:lstStyle/>
          <a:p>
            <a:fld id="{F5AEA0E0-5CC6-4BD0-905C-A0021E419432}" type="slidenum">
              <a:rPr lang="en-GB" smtClean="0"/>
              <a:pPr/>
              <a:t>‹#›</a:t>
            </a:fld>
            <a:endParaRPr lang="en-GB" dirty="0"/>
          </a:p>
        </p:txBody>
      </p:sp>
      <p:sp>
        <p:nvSpPr>
          <p:cNvPr id="3" name="Date">
            <a:extLst>
              <a:ext uri="{FF2B5EF4-FFF2-40B4-BE49-F238E27FC236}">
                <a16:creationId xmlns:a16="http://schemas.microsoft.com/office/drawing/2014/main" id="{32F89E9A-A860-4407-B867-4F34B84472C5}"/>
              </a:ext>
            </a:extLst>
          </p:cNvPr>
          <p:cNvSpPr>
            <a:spLocks noGrp="1"/>
          </p:cNvSpPr>
          <p:nvPr>
            <p:ph type="dt" sz="half" idx="13"/>
          </p:nvPr>
        </p:nvSpPr>
        <p:spPr/>
        <p:txBody>
          <a:bodyPr/>
          <a:lstStyle/>
          <a:p>
            <a:endParaRPr lang="en-GB" dirty="0"/>
          </a:p>
        </p:txBody>
      </p:sp>
      <p:sp>
        <p:nvSpPr>
          <p:cNvPr id="4" name="Footer/CRICOS">
            <a:extLst>
              <a:ext uri="{FF2B5EF4-FFF2-40B4-BE49-F238E27FC236}">
                <a16:creationId xmlns:a16="http://schemas.microsoft.com/office/drawing/2014/main" id="{5DF69438-3CFF-464B-B170-B87FF1D01FFC}"/>
              </a:ext>
            </a:extLst>
          </p:cNvPr>
          <p:cNvSpPr>
            <a:spLocks noGrp="1"/>
          </p:cNvSpPr>
          <p:nvPr>
            <p:ph type="ftr" sz="quarter" idx="14"/>
          </p:nvPr>
        </p:nvSpPr>
        <p:spPr/>
        <p:txBody>
          <a:bodyPr/>
          <a:lstStyle/>
          <a:p>
            <a:r>
              <a:rPr lang="en-AU"/>
              <a:t>Deakin University CRICOS Provider Code: 00113B</a:t>
            </a:r>
            <a:endParaRPr lang="en-GB" dirty="0"/>
          </a:p>
        </p:txBody>
      </p:sp>
    </p:spTree>
    <p:extLst>
      <p:ext uri="{BB962C8B-B14F-4D97-AF65-F5344CB8AC3E}">
        <p14:creationId xmlns:p14="http://schemas.microsoft.com/office/powerpoint/2010/main" val="143467064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and Content B">
    <p:spTree>
      <p:nvGrpSpPr>
        <p:cNvPr id="1" name=""/>
        <p:cNvGrpSpPr/>
        <p:nvPr/>
      </p:nvGrpSpPr>
      <p:grpSpPr>
        <a:xfrm>
          <a:off x="0" y="0"/>
          <a:ext cx="0" cy="0"/>
          <a:chOff x="0" y="0"/>
          <a:chExt cx="0" cy="0"/>
        </a:xfrm>
      </p:grpSpPr>
      <p:pic>
        <p:nvPicPr>
          <p:cNvPr id="7" name="Display shape">
            <a:extLst>
              <a:ext uri="{FF2B5EF4-FFF2-40B4-BE49-F238E27FC236}">
                <a16:creationId xmlns:a16="http://schemas.microsoft.com/office/drawing/2014/main" id="{1882A1DF-688E-422A-ADC0-7A17F0807CC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24840" y="495300"/>
            <a:ext cx="183592" cy="208401"/>
          </a:xfrm>
          <a:prstGeom prst="rect">
            <a:avLst/>
          </a:prstGeom>
        </p:spPr>
      </p:pic>
      <p:sp>
        <p:nvSpPr>
          <p:cNvPr id="2" name="Title"/>
          <p:cNvSpPr>
            <a:spLocks noGrp="1"/>
          </p:cNvSpPr>
          <p:nvPr>
            <p:ph type="title" hasCustomPrompt="1"/>
          </p:nvPr>
        </p:nvSpPr>
        <p:spPr>
          <a:xfrm>
            <a:off x="801765" y="385350"/>
            <a:ext cx="9900000" cy="468000"/>
          </a:xfrm>
        </p:spPr>
        <p:txBody>
          <a:bodyPr/>
          <a:lstStyle>
            <a:lvl1pPr>
              <a:lnSpc>
                <a:spcPct val="100000"/>
              </a:lnSpc>
              <a:buFont typeface="Arial" panose="020B0604020202020204" pitchFamily="34" charset="0"/>
              <a:buNone/>
              <a:defRPr sz="2200">
                <a:solidFill>
                  <a:schemeClr val="tx1"/>
                </a:solidFill>
              </a:defRPr>
            </a:lvl1pPr>
          </a:lstStyle>
          <a:p>
            <a:r>
              <a:rPr lang="en-US" dirty="0"/>
              <a:t>Click to add title</a:t>
            </a:r>
            <a:endParaRPr lang="en-GB" dirty="0"/>
          </a:p>
        </p:txBody>
      </p:sp>
      <p:sp>
        <p:nvSpPr>
          <p:cNvPr id="18" name="Subheading" descr="Text Box">
            <a:extLst>
              <a:ext uri="{FF2B5EF4-FFF2-40B4-BE49-F238E27FC236}">
                <a16:creationId xmlns:a16="http://schemas.microsoft.com/office/drawing/2014/main" id="{34CDAE80-AB5A-4029-BEC3-52CCB483A030}"/>
              </a:ext>
            </a:extLst>
          </p:cNvPr>
          <p:cNvSpPr>
            <a:spLocks noGrp="1"/>
          </p:cNvSpPr>
          <p:nvPr>
            <p:ph type="body" sz="quarter" idx="15" hasCustomPrompt="1"/>
          </p:nvPr>
        </p:nvSpPr>
        <p:spPr>
          <a:xfrm>
            <a:off x="0" y="830490"/>
            <a:ext cx="9913620" cy="490960"/>
          </a:xfrm>
          <a:custGeom>
            <a:avLst/>
            <a:gdLst>
              <a:gd name="connsiteX0" fmla="*/ 0 w 9913620"/>
              <a:gd name="connsiteY0" fmla="*/ 0 h 490960"/>
              <a:gd name="connsiteX1" fmla="*/ 4271 w 9913620"/>
              <a:gd name="connsiteY1" fmla="*/ 0 h 490960"/>
              <a:gd name="connsiteX2" fmla="*/ 9671413 w 9913620"/>
              <a:gd name="connsiteY2" fmla="*/ 0 h 490960"/>
              <a:gd name="connsiteX3" fmla="*/ 9913620 w 9913620"/>
              <a:gd name="connsiteY3" fmla="*/ 245480 h 490960"/>
              <a:gd name="connsiteX4" fmla="*/ 9671413 w 9913620"/>
              <a:gd name="connsiteY4" fmla="*/ 490960 h 490960"/>
              <a:gd name="connsiteX5" fmla="*/ 393261 w 9913620"/>
              <a:gd name="connsiteY5" fmla="*/ 490960 h 490960"/>
              <a:gd name="connsiteX6" fmla="*/ 0 w 9913620"/>
              <a:gd name="connsiteY6" fmla="*/ 490960 h 490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13620" h="490960">
                <a:moveTo>
                  <a:pt x="0" y="0"/>
                </a:moveTo>
                <a:lnTo>
                  <a:pt x="4271" y="0"/>
                </a:lnTo>
                <a:cubicBezTo>
                  <a:pt x="901222" y="0"/>
                  <a:pt x="3293093" y="0"/>
                  <a:pt x="9671413" y="0"/>
                </a:cubicBezTo>
                <a:cubicBezTo>
                  <a:pt x="9806490" y="0"/>
                  <a:pt x="9913620" y="110938"/>
                  <a:pt x="9913620" y="245480"/>
                </a:cubicBezTo>
                <a:cubicBezTo>
                  <a:pt x="9913620" y="380022"/>
                  <a:pt x="9806490" y="490960"/>
                  <a:pt x="9671413" y="490960"/>
                </a:cubicBezTo>
                <a:cubicBezTo>
                  <a:pt x="9671413" y="490960"/>
                  <a:pt x="9671413" y="490960"/>
                  <a:pt x="393261" y="490960"/>
                </a:cubicBezTo>
                <a:lnTo>
                  <a:pt x="0" y="490960"/>
                </a:lnTo>
                <a:close/>
              </a:path>
            </a:pathLst>
          </a:custGeom>
          <a:solidFill>
            <a:schemeClr val="accent6"/>
          </a:solidFill>
        </p:spPr>
        <p:txBody>
          <a:bodyPr wrap="square" lIns="864000" tIns="72000" rIns="3600000" anchor="ctr" anchorCtr="0">
            <a:noAutofit/>
          </a:bodyPr>
          <a:lstStyle>
            <a:lvl1pPr>
              <a:lnSpc>
                <a:spcPct val="100000"/>
              </a:lnSpc>
              <a:spcBef>
                <a:spcPts val="600"/>
              </a:spcBef>
              <a:spcAft>
                <a:spcPts val="0"/>
              </a:spcAft>
              <a:buFont typeface="Arial" panose="020B0604020202020204" pitchFamily="34" charset="0"/>
              <a:buNone/>
              <a:defRPr sz="1150"/>
            </a:lvl1pPr>
            <a:lvl2pPr>
              <a:buFont typeface="Arial" panose="020B0604020202020204" pitchFamily="34" charset="0"/>
              <a:buNone/>
              <a:defRPr sz="1300"/>
            </a:lvl2pPr>
            <a:lvl3pPr>
              <a:buNone/>
              <a:defRPr sz="1600"/>
            </a:lvl3pPr>
            <a:lvl4pPr marL="0" indent="0">
              <a:buNone/>
              <a:defRPr sz="1300"/>
            </a:lvl4pPr>
            <a:lvl5pPr marL="0">
              <a:buFont typeface="Arial" panose="020B0604020202020204" pitchFamily="34" charset="0"/>
              <a:buNone/>
              <a:defRPr sz="1300"/>
            </a:lvl5pPr>
            <a:lvl6pPr>
              <a:buFont typeface="Arial" panose="020B0604020202020204" pitchFamily="34" charset="0"/>
              <a:buNone/>
              <a:defRPr sz="1300"/>
            </a:lvl6pPr>
            <a:lvl7pPr>
              <a:buFont typeface="Arial" panose="020B0604020202020204" pitchFamily="34" charset="0"/>
              <a:buNone/>
              <a:defRPr sz="1300"/>
            </a:lvl7pPr>
            <a:lvl8pPr>
              <a:buFont typeface="Arial" panose="020B0604020202020204" pitchFamily="34" charset="0"/>
              <a:buNone/>
              <a:defRPr sz="1300"/>
            </a:lvl8pPr>
            <a:lvl9pPr>
              <a:buFont typeface="Arial" panose="020B0604020202020204" pitchFamily="34" charset="0"/>
              <a:buNone/>
              <a:defRPr sz="1300"/>
            </a:lvl9pPr>
          </a:lstStyle>
          <a:p>
            <a:pPr lvl="0"/>
            <a:r>
              <a:rPr lang="en-US" dirty="0"/>
              <a:t>Click to add subheading</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AU" dirty="0"/>
          </a:p>
        </p:txBody>
      </p:sp>
      <p:sp>
        <p:nvSpPr>
          <p:cNvPr id="6" name="Body copy text">
            <a:extLst>
              <a:ext uri="{FF2B5EF4-FFF2-40B4-BE49-F238E27FC236}">
                <a16:creationId xmlns:a16="http://schemas.microsoft.com/office/drawing/2014/main" id="{BA9360C9-D6E6-46AC-8EF9-EEF25F267E14}"/>
              </a:ext>
            </a:extLst>
          </p:cNvPr>
          <p:cNvSpPr>
            <a:spLocks noGrp="1"/>
          </p:cNvSpPr>
          <p:nvPr>
            <p:ph sz="quarter" idx="12" hasCustomPrompt="1"/>
          </p:nvPr>
        </p:nvSpPr>
        <p:spPr>
          <a:xfrm>
            <a:off x="801765" y="1521640"/>
            <a:ext cx="9900000" cy="3974666"/>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300"/>
            </a:lvl1pPr>
            <a:lvl3pPr>
              <a:spcBef>
                <a:spcPts val="600"/>
              </a:spcBef>
              <a:defRPr/>
            </a:lvl3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8" name="Slide Number">
            <a:extLst>
              <a:ext uri="{FF2B5EF4-FFF2-40B4-BE49-F238E27FC236}">
                <a16:creationId xmlns:a16="http://schemas.microsoft.com/office/drawing/2014/main" id="{2D90F210-6C5D-4952-AC8F-B85FD4D76A21}"/>
              </a:ext>
            </a:extLst>
          </p:cNvPr>
          <p:cNvSpPr>
            <a:spLocks noGrp="1"/>
          </p:cNvSpPr>
          <p:nvPr>
            <p:ph type="sldNum" sz="quarter" idx="18"/>
          </p:nvPr>
        </p:nvSpPr>
        <p:spPr/>
        <p:txBody>
          <a:bodyPr/>
          <a:lstStyle/>
          <a:p>
            <a:fld id="{F5AEA0E0-5CC6-4BD0-905C-A0021E419432}" type="slidenum">
              <a:rPr lang="en-GB" smtClean="0"/>
              <a:pPr/>
              <a:t>‹#›</a:t>
            </a:fld>
            <a:endParaRPr lang="en-GB" dirty="0"/>
          </a:p>
        </p:txBody>
      </p:sp>
      <p:sp>
        <p:nvSpPr>
          <p:cNvPr id="3" name="Date">
            <a:extLst>
              <a:ext uri="{FF2B5EF4-FFF2-40B4-BE49-F238E27FC236}">
                <a16:creationId xmlns:a16="http://schemas.microsoft.com/office/drawing/2014/main" id="{58423D09-AE22-47A4-B7C5-0786760BF49D}"/>
              </a:ext>
            </a:extLst>
          </p:cNvPr>
          <p:cNvSpPr>
            <a:spLocks noGrp="1"/>
          </p:cNvSpPr>
          <p:nvPr>
            <p:ph type="dt" sz="half" idx="16"/>
          </p:nvPr>
        </p:nvSpPr>
        <p:spPr/>
        <p:txBody>
          <a:bodyPr/>
          <a:lstStyle/>
          <a:p>
            <a:endParaRPr lang="en-GB" dirty="0"/>
          </a:p>
        </p:txBody>
      </p:sp>
      <p:sp>
        <p:nvSpPr>
          <p:cNvPr id="4" name="Footer/CRICOS">
            <a:extLst>
              <a:ext uri="{FF2B5EF4-FFF2-40B4-BE49-F238E27FC236}">
                <a16:creationId xmlns:a16="http://schemas.microsoft.com/office/drawing/2014/main" id="{2263AB1F-7162-4AFC-BCDC-8563F9A1727E}"/>
              </a:ext>
            </a:extLst>
          </p:cNvPr>
          <p:cNvSpPr>
            <a:spLocks noGrp="1"/>
          </p:cNvSpPr>
          <p:nvPr>
            <p:ph type="ftr" sz="quarter" idx="17"/>
          </p:nvPr>
        </p:nvSpPr>
        <p:spPr/>
        <p:txBody>
          <a:bodyPr/>
          <a:lstStyle/>
          <a:p>
            <a:r>
              <a:rPr lang="en-AU"/>
              <a:t>Deakin University CRICOS Provider Code: 00113B</a:t>
            </a:r>
            <a:endParaRPr lang="en-GB" dirty="0"/>
          </a:p>
        </p:txBody>
      </p:sp>
    </p:spTree>
    <p:extLst>
      <p:ext uri="{BB962C8B-B14F-4D97-AF65-F5344CB8AC3E}">
        <p14:creationId xmlns:p14="http://schemas.microsoft.com/office/powerpoint/2010/main" val="83970606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and Content C">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801765" y="349790"/>
            <a:ext cx="5508000" cy="936000"/>
          </a:xfrm>
        </p:spPr>
        <p:txBody>
          <a:bodyPr/>
          <a:lstStyle>
            <a:lvl1pPr>
              <a:lnSpc>
                <a:spcPct val="100000"/>
              </a:lnSpc>
              <a:buFont typeface="Arial" panose="020B0604020202020204" pitchFamily="34" charset="0"/>
              <a:buNone/>
              <a:defRPr sz="2650">
                <a:solidFill>
                  <a:schemeClr val="tx1"/>
                </a:solidFill>
              </a:defRPr>
            </a:lvl1pPr>
          </a:lstStyle>
          <a:p>
            <a:r>
              <a:rPr lang="en-US" dirty="0"/>
              <a:t>Click to add title</a:t>
            </a:r>
            <a:endParaRPr lang="en-GB" dirty="0"/>
          </a:p>
        </p:txBody>
      </p:sp>
      <p:sp>
        <p:nvSpPr>
          <p:cNvPr id="6" name="Body copy text">
            <a:extLst>
              <a:ext uri="{FF2B5EF4-FFF2-40B4-BE49-F238E27FC236}">
                <a16:creationId xmlns:a16="http://schemas.microsoft.com/office/drawing/2014/main" id="{BA9360C9-D6E6-46AC-8EF9-EEF25F267E14}"/>
              </a:ext>
            </a:extLst>
          </p:cNvPr>
          <p:cNvSpPr>
            <a:spLocks noGrp="1"/>
          </p:cNvSpPr>
          <p:nvPr>
            <p:ph sz="quarter" idx="12" hasCustomPrompt="1"/>
          </p:nvPr>
        </p:nvSpPr>
        <p:spPr>
          <a:xfrm>
            <a:off x="801765" y="1521640"/>
            <a:ext cx="9887644" cy="3974666"/>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300"/>
            </a:lvl1pPr>
            <a:lvl3pPr>
              <a:spcBef>
                <a:spcPts val="600"/>
              </a:spcBef>
              <a:defRPr/>
            </a:lvl3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grpSp>
        <p:nvGrpSpPr>
          <p:cNvPr id="10" name="Header Graphic">
            <a:extLst>
              <a:ext uri="{FF2B5EF4-FFF2-40B4-BE49-F238E27FC236}">
                <a16:creationId xmlns:a16="http://schemas.microsoft.com/office/drawing/2014/main" id="{F38BAA88-51D2-427C-8DC5-F9FC824D7EE5}"/>
              </a:ext>
              <a:ext uri="{C183D7F6-B498-43B3-948B-1728B52AA6E4}">
                <adec:decorative xmlns:adec="http://schemas.microsoft.com/office/drawing/2017/decorative" val="1"/>
              </a:ext>
            </a:extLst>
          </p:cNvPr>
          <p:cNvGrpSpPr>
            <a:grpSpLocks noChangeAspect="1"/>
          </p:cNvGrpSpPr>
          <p:nvPr userDrawn="1"/>
        </p:nvGrpSpPr>
        <p:grpSpPr bwMode="auto">
          <a:xfrm>
            <a:off x="1" y="0"/>
            <a:ext cx="795308" cy="936001"/>
            <a:chOff x="5663" y="1680"/>
            <a:chExt cx="814" cy="958"/>
          </a:xfrm>
        </p:grpSpPr>
        <p:sp>
          <p:nvSpPr>
            <p:cNvPr id="12" name="Shapes">
              <a:extLst>
                <a:ext uri="{FF2B5EF4-FFF2-40B4-BE49-F238E27FC236}">
                  <a16:creationId xmlns:a16="http://schemas.microsoft.com/office/drawing/2014/main" id="{EC5AF4F5-AFC0-4BA3-8C06-A508B375D774}"/>
                </a:ext>
              </a:extLst>
            </p:cNvPr>
            <p:cNvSpPr>
              <a:spLocks/>
            </p:cNvSpPr>
            <p:nvPr userDrawn="1"/>
          </p:nvSpPr>
          <p:spPr bwMode="auto">
            <a:xfrm>
              <a:off x="5663" y="1680"/>
              <a:ext cx="669" cy="685"/>
            </a:xfrm>
            <a:custGeom>
              <a:avLst/>
              <a:gdLst>
                <a:gd name="T0" fmla="*/ 280 w 280"/>
                <a:gd name="T1" fmla="*/ 65 h 287"/>
                <a:gd name="T2" fmla="*/ 270 w 280"/>
                <a:gd name="T3" fmla="*/ 0 h 287"/>
                <a:gd name="T4" fmla="*/ 0 w 280"/>
                <a:gd name="T5" fmla="*/ 0 h 287"/>
                <a:gd name="T6" fmla="*/ 0 w 280"/>
                <a:gd name="T7" fmla="*/ 280 h 287"/>
                <a:gd name="T8" fmla="*/ 58 w 280"/>
                <a:gd name="T9" fmla="*/ 287 h 287"/>
                <a:gd name="T10" fmla="*/ 280 w 280"/>
                <a:gd name="T11" fmla="*/ 65 h 287"/>
              </a:gdLst>
              <a:ahLst/>
              <a:cxnLst>
                <a:cxn ang="0">
                  <a:pos x="T0" y="T1"/>
                </a:cxn>
                <a:cxn ang="0">
                  <a:pos x="T2" y="T3"/>
                </a:cxn>
                <a:cxn ang="0">
                  <a:pos x="T4" y="T5"/>
                </a:cxn>
                <a:cxn ang="0">
                  <a:pos x="T6" y="T7"/>
                </a:cxn>
                <a:cxn ang="0">
                  <a:pos x="T8" y="T9"/>
                </a:cxn>
                <a:cxn ang="0">
                  <a:pos x="T10" y="T11"/>
                </a:cxn>
              </a:cxnLst>
              <a:rect l="0" t="0" r="r" b="b"/>
              <a:pathLst>
                <a:path w="280" h="287">
                  <a:moveTo>
                    <a:pt x="280" y="65"/>
                  </a:moveTo>
                  <a:cubicBezTo>
                    <a:pt x="280" y="42"/>
                    <a:pt x="276" y="21"/>
                    <a:pt x="270" y="0"/>
                  </a:cubicBezTo>
                  <a:cubicBezTo>
                    <a:pt x="0" y="0"/>
                    <a:pt x="0" y="0"/>
                    <a:pt x="0" y="0"/>
                  </a:cubicBezTo>
                  <a:cubicBezTo>
                    <a:pt x="0" y="280"/>
                    <a:pt x="0" y="280"/>
                    <a:pt x="0" y="280"/>
                  </a:cubicBezTo>
                  <a:cubicBezTo>
                    <a:pt x="19" y="285"/>
                    <a:pt x="38" y="287"/>
                    <a:pt x="58" y="287"/>
                  </a:cubicBezTo>
                  <a:cubicBezTo>
                    <a:pt x="180" y="287"/>
                    <a:pt x="280" y="188"/>
                    <a:pt x="280" y="65"/>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5" name="Shapes">
              <a:extLst>
                <a:ext uri="{FF2B5EF4-FFF2-40B4-BE49-F238E27FC236}">
                  <a16:creationId xmlns:a16="http://schemas.microsoft.com/office/drawing/2014/main" id="{9816E3B1-561B-4AAB-B59B-544C0567B74C}"/>
                </a:ext>
              </a:extLst>
            </p:cNvPr>
            <p:cNvSpPr>
              <a:spLocks noEditPoints="1"/>
            </p:cNvSpPr>
            <p:nvPr userDrawn="1"/>
          </p:nvSpPr>
          <p:spPr bwMode="auto">
            <a:xfrm>
              <a:off x="5858" y="1924"/>
              <a:ext cx="619" cy="714"/>
            </a:xfrm>
            <a:custGeom>
              <a:avLst/>
              <a:gdLst>
                <a:gd name="T0" fmla="*/ 0 w 619"/>
                <a:gd name="T1" fmla="*/ 714 h 714"/>
                <a:gd name="T2" fmla="*/ 0 w 619"/>
                <a:gd name="T3" fmla="*/ 0 h 714"/>
                <a:gd name="T4" fmla="*/ 619 w 619"/>
                <a:gd name="T5" fmla="*/ 358 h 714"/>
                <a:gd name="T6" fmla="*/ 0 w 619"/>
                <a:gd name="T7" fmla="*/ 714 h 714"/>
                <a:gd name="T8" fmla="*/ 20 w 619"/>
                <a:gd name="T9" fmla="*/ 33 h 714"/>
                <a:gd name="T10" fmla="*/ 20 w 619"/>
                <a:gd name="T11" fmla="*/ 680 h 714"/>
                <a:gd name="T12" fmla="*/ 581 w 619"/>
                <a:gd name="T13" fmla="*/ 358 h 714"/>
                <a:gd name="T14" fmla="*/ 20 w 619"/>
                <a:gd name="T15" fmla="*/ 33 h 7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9" h="714">
                  <a:moveTo>
                    <a:pt x="0" y="714"/>
                  </a:moveTo>
                  <a:lnTo>
                    <a:pt x="0" y="0"/>
                  </a:lnTo>
                  <a:lnTo>
                    <a:pt x="619" y="358"/>
                  </a:lnTo>
                  <a:lnTo>
                    <a:pt x="0" y="714"/>
                  </a:lnTo>
                  <a:close/>
                  <a:moveTo>
                    <a:pt x="20" y="33"/>
                  </a:moveTo>
                  <a:lnTo>
                    <a:pt x="20" y="680"/>
                  </a:lnTo>
                  <a:lnTo>
                    <a:pt x="581" y="358"/>
                  </a:lnTo>
                  <a:lnTo>
                    <a:pt x="20" y="33"/>
                  </a:lnTo>
                  <a:close/>
                </a:path>
              </a:pathLst>
            </a:custGeom>
            <a:solidFill>
              <a:srgbClr val="C7429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sp>
        <p:nvSpPr>
          <p:cNvPr id="7" name="Slide Number">
            <a:extLst>
              <a:ext uri="{FF2B5EF4-FFF2-40B4-BE49-F238E27FC236}">
                <a16:creationId xmlns:a16="http://schemas.microsoft.com/office/drawing/2014/main" id="{1D09E9B0-CEBB-4940-A212-9C872E25378B}"/>
              </a:ext>
            </a:extLst>
          </p:cNvPr>
          <p:cNvSpPr>
            <a:spLocks noGrp="1"/>
          </p:cNvSpPr>
          <p:nvPr>
            <p:ph type="sldNum" sz="quarter" idx="15"/>
          </p:nvPr>
        </p:nvSpPr>
        <p:spPr/>
        <p:txBody>
          <a:bodyPr/>
          <a:lstStyle/>
          <a:p>
            <a:fld id="{F5AEA0E0-5CC6-4BD0-905C-A0021E419432}" type="slidenum">
              <a:rPr lang="en-GB" smtClean="0"/>
              <a:pPr/>
              <a:t>‹#›</a:t>
            </a:fld>
            <a:endParaRPr lang="en-GB" dirty="0"/>
          </a:p>
        </p:txBody>
      </p:sp>
      <p:sp>
        <p:nvSpPr>
          <p:cNvPr id="3" name="Date">
            <a:extLst>
              <a:ext uri="{FF2B5EF4-FFF2-40B4-BE49-F238E27FC236}">
                <a16:creationId xmlns:a16="http://schemas.microsoft.com/office/drawing/2014/main" id="{17DCDEEA-5F1E-41D3-B080-F623F4486723}"/>
              </a:ext>
            </a:extLst>
          </p:cNvPr>
          <p:cNvSpPr>
            <a:spLocks noGrp="1"/>
          </p:cNvSpPr>
          <p:nvPr>
            <p:ph type="dt" sz="half" idx="13"/>
          </p:nvPr>
        </p:nvSpPr>
        <p:spPr/>
        <p:txBody>
          <a:bodyPr/>
          <a:lstStyle/>
          <a:p>
            <a:endParaRPr lang="en-GB" dirty="0"/>
          </a:p>
        </p:txBody>
      </p:sp>
      <p:sp>
        <p:nvSpPr>
          <p:cNvPr id="4" name="Footer/CRICOS">
            <a:extLst>
              <a:ext uri="{FF2B5EF4-FFF2-40B4-BE49-F238E27FC236}">
                <a16:creationId xmlns:a16="http://schemas.microsoft.com/office/drawing/2014/main" id="{6C3A8F0D-C068-4EC5-90E8-2F4BD9975D37}"/>
              </a:ext>
            </a:extLst>
          </p:cNvPr>
          <p:cNvSpPr>
            <a:spLocks noGrp="1"/>
          </p:cNvSpPr>
          <p:nvPr>
            <p:ph type="ftr" sz="quarter" idx="14"/>
          </p:nvPr>
        </p:nvSpPr>
        <p:spPr/>
        <p:txBody>
          <a:bodyPr/>
          <a:lstStyle/>
          <a:p>
            <a:r>
              <a:rPr lang="en-AU"/>
              <a:t>Deakin University CRICOS Provider Code: 00113B</a:t>
            </a:r>
            <a:endParaRPr lang="en-GB" dirty="0"/>
          </a:p>
        </p:txBody>
      </p:sp>
    </p:spTree>
    <p:extLst>
      <p:ext uri="{BB962C8B-B14F-4D97-AF65-F5344CB8AC3E}">
        <p14:creationId xmlns:p14="http://schemas.microsoft.com/office/powerpoint/2010/main" val="52929699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and Content D">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801765" y="349790"/>
            <a:ext cx="5508000" cy="936000"/>
          </a:xfrm>
        </p:spPr>
        <p:txBody>
          <a:bodyPr/>
          <a:lstStyle>
            <a:lvl1pPr>
              <a:lnSpc>
                <a:spcPct val="100000"/>
              </a:lnSpc>
              <a:buFont typeface="Arial" panose="020B0604020202020204" pitchFamily="34" charset="0"/>
              <a:buNone/>
              <a:defRPr sz="2650">
                <a:solidFill>
                  <a:schemeClr val="tx1"/>
                </a:solidFill>
              </a:defRPr>
            </a:lvl1pPr>
          </a:lstStyle>
          <a:p>
            <a:r>
              <a:rPr lang="en-US" dirty="0"/>
              <a:t>Click to add title</a:t>
            </a:r>
            <a:endParaRPr lang="en-GB" dirty="0"/>
          </a:p>
        </p:txBody>
      </p:sp>
      <p:sp>
        <p:nvSpPr>
          <p:cNvPr id="6" name="Body copy text">
            <a:extLst>
              <a:ext uri="{FF2B5EF4-FFF2-40B4-BE49-F238E27FC236}">
                <a16:creationId xmlns:a16="http://schemas.microsoft.com/office/drawing/2014/main" id="{BA9360C9-D6E6-46AC-8EF9-EEF25F267E14}"/>
              </a:ext>
            </a:extLst>
          </p:cNvPr>
          <p:cNvSpPr>
            <a:spLocks noGrp="1"/>
          </p:cNvSpPr>
          <p:nvPr>
            <p:ph sz="quarter" idx="12" hasCustomPrompt="1"/>
          </p:nvPr>
        </p:nvSpPr>
        <p:spPr>
          <a:xfrm>
            <a:off x="801765" y="1521640"/>
            <a:ext cx="7200000" cy="3974666"/>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300"/>
            </a:lvl1pPr>
            <a:lvl3pPr>
              <a:spcBef>
                <a:spcPts val="600"/>
              </a:spcBef>
              <a:defRPr/>
            </a:lvl3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6" name="Pull-out quote text" descr="Pull-Out Quote Shape">
            <a:extLst>
              <a:ext uri="{FF2B5EF4-FFF2-40B4-BE49-F238E27FC236}">
                <a16:creationId xmlns:a16="http://schemas.microsoft.com/office/drawing/2014/main" id="{A40155D9-57D6-423E-967D-589CAB195AEE}"/>
              </a:ext>
            </a:extLst>
          </p:cNvPr>
          <p:cNvSpPr>
            <a:spLocks noGrp="1"/>
          </p:cNvSpPr>
          <p:nvPr>
            <p:ph type="body" sz="quarter" idx="15" hasCustomPrompt="1"/>
          </p:nvPr>
        </p:nvSpPr>
        <p:spPr>
          <a:xfrm>
            <a:off x="8188452" y="3194495"/>
            <a:ext cx="4003548" cy="3663506"/>
          </a:xfrm>
          <a:custGeom>
            <a:avLst/>
            <a:gdLst>
              <a:gd name="connsiteX0" fmla="*/ 4003548 w 4003548"/>
              <a:gd name="connsiteY0" fmla="*/ 0 h 3663506"/>
              <a:gd name="connsiteX1" fmla="*/ 4003548 w 4003548"/>
              <a:gd name="connsiteY1" fmla="*/ 3663506 h 3663506"/>
              <a:gd name="connsiteX2" fmla="*/ 2355056 w 4003548"/>
              <a:gd name="connsiteY2" fmla="*/ 3663506 h 3663506"/>
              <a:gd name="connsiteX3" fmla="*/ 0 w 4003548"/>
              <a:gd name="connsiteY3" fmla="*/ 2298764 h 3663506"/>
            </a:gdLst>
            <a:ahLst/>
            <a:cxnLst>
              <a:cxn ang="0">
                <a:pos x="connsiteX0" y="connsiteY0"/>
              </a:cxn>
              <a:cxn ang="0">
                <a:pos x="connsiteX1" y="connsiteY1"/>
              </a:cxn>
              <a:cxn ang="0">
                <a:pos x="connsiteX2" y="connsiteY2"/>
              </a:cxn>
              <a:cxn ang="0">
                <a:pos x="connsiteX3" y="connsiteY3"/>
              </a:cxn>
            </a:cxnLst>
            <a:rect l="l" t="t" r="r" b="b"/>
            <a:pathLst>
              <a:path w="4003548" h="3663506">
                <a:moveTo>
                  <a:pt x="4003548" y="0"/>
                </a:moveTo>
                <a:lnTo>
                  <a:pt x="4003548" y="3663506"/>
                </a:lnTo>
                <a:lnTo>
                  <a:pt x="2355056" y="3663506"/>
                </a:lnTo>
                <a:lnTo>
                  <a:pt x="0" y="2298764"/>
                </a:lnTo>
                <a:close/>
              </a:path>
            </a:pathLst>
          </a:custGeom>
          <a:solidFill>
            <a:schemeClr val="accent5"/>
          </a:solidFill>
        </p:spPr>
        <p:txBody>
          <a:bodyPr wrap="square" lIns="1512000" tIns="1944000" rIns="648000" anchor="t" anchorCtr="0">
            <a:noAutofit/>
          </a:bodyPr>
          <a:lstStyle>
            <a:lvl1pPr>
              <a:lnSpc>
                <a:spcPct val="100000"/>
              </a:lnSpc>
              <a:spcBef>
                <a:spcPts val="600"/>
              </a:spcBef>
              <a:spcAft>
                <a:spcPts val="0"/>
              </a:spcAft>
              <a:buFont typeface="Arial" panose="020B0604020202020204" pitchFamily="34" charset="0"/>
              <a:buNone/>
              <a:defRPr sz="1650">
                <a:solidFill>
                  <a:schemeClr val="bg1"/>
                </a:solidFill>
              </a:defRPr>
            </a:lvl1pPr>
            <a:lvl2pPr>
              <a:buFont typeface="Arial" panose="020B0604020202020204" pitchFamily="34" charset="0"/>
              <a:buNone/>
              <a:defRPr sz="1650">
                <a:solidFill>
                  <a:schemeClr val="bg1"/>
                </a:solidFill>
              </a:defRPr>
            </a:lvl2pPr>
            <a:lvl3pPr>
              <a:buNone/>
              <a:defRPr sz="1650">
                <a:solidFill>
                  <a:schemeClr val="bg1"/>
                </a:solidFill>
              </a:defRPr>
            </a:lvl3pPr>
            <a:lvl4pPr marL="0" indent="0">
              <a:buNone/>
              <a:defRPr sz="1650">
                <a:solidFill>
                  <a:schemeClr val="bg1"/>
                </a:solidFill>
              </a:defRPr>
            </a:lvl4pPr>
            <a:lvl5pPr marL="0">
              <a:buFont typeface="Arial" panose="020B0604020202020204" pitchFamily="34" charset="0"/>
              <a:buNone/>
              <a:defRPr sz="1650">
                <a:solidFill>
                  <a:schemeClr val="bg1"/>
                </a:solidFill>
              </a:defRPr>
            </a:lvl5pPr>
            <a:lvl6pPr>
              <a:buFont typeface="Arial" panose="020B0604020202020204" pitchFamily="34" charset="0"/>
              <a:buNone/>
              <a:defRPr sz="1650">
                <a:solidFill>
                  <a:schemeClr val="bg1"/>
                </a:solidFill>
              </a:defRPr>
            </a:lvl6pPr>
            <a:lvl7pPr>
              <a:buFont typeface="Arial" panose="020B0604020202020204" pitchFamily="34" charset="0"/>
              <a:buNone/>
              <a:defRPr sz="1650">
                <a:solidFill>
                  <a:schemeClr val="bg1"/>
                </a:solidFill>
              </a:defRPr>
            </a:lvl7pPr>
            <a:lvl8pPr>
              <a:buFont typeface="Arial" panose="020B0604020202020204" pitchFamily="34" charset="0"/>
              <a:buNone/>
              <a:defRPr sz="1650">
                <a:solidFill>
                  <a:schemeClr val="bg1"/>
                </a:solidFill>
              </a:defRPr>
            </a:lvl8pPr>
            <a:lvl9pPr>
              <a:buFont typeface="Arial" panose="020B0604020202020204" pitchFamily="34" charset="0"/>
              <a:buNone/>
              <a:defRPr sz="1650">
                <a:solidFill>
                  <a:schemeClr val="bg1"/>
                </a:solidFill>
              </a:defRPr>
            </a:lvl9pPr>
          </a:lstStyle>
          <a:p>
            <a:pPr lvl="0"/>
            <a:r>
              <a:rPr lang="en-US" dirty="0"/>
              <a:t>Pull quote here can go over up to three lines of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AU" dirty="0"/>
          </a:p>
        </p:txBody>
      </p:sp>
      <p:grpSp>
        <p:nvGrpSpPr>
          <p:cNvPr id="11" name="Header Graphic">
            <a:extLst>
              <a:ext uri="{FF2B5EF4-FFF2-40B4-BE49-F238E27FC236}">
                <a16:creationId xmlns:a16="http://schemas.microsoft.com/office/drawing/2014/main" id="{8F3B1DAF-D767-4A5D-8FBC-8ED18AC5E0B2}"/>
              </a:ext>
              <a:ext uri="{C183D7F6-B498-43B3-948B-1728B52AA6E4}">
                <adec:decorative xmlns:adec="http://schemas.microsoft.com/office/drawing/2017/decorative" val="1"/>
              </a:ext>
            </a:extLst>
          </p:cNvPr>
          <p:cNvGrpSpPr>
            <a:grpSpLocks noChangeAspect="1"/>
          </p:cNvGrpSpPr>
          <p:nvPr userDrawn="1"/>
        </p:nvGrpSpPr>
        <p:grpSpPr bwMode="auto">
          <a:xfrm>
            <a:off x="1" y="0"/>
            <a:ext cx="795308" cy="936001"/>
            <a:chOff x="5663" y="1680"/>
            <a:chExt cx="814" cy="958"/>
          </a:xfrm>
        </p:grpSpPr>
        <p:sp>
          <p:nvSpPr>
            <p:cNvPr id="13" name="Shapes">
              <a:extLst>
                <a:ext uri="{FF2B5EF4-FFF2-40B4-BE49-F238E27FC236}">
                  <a16:creationId xmlns:a16="http://schemas.microsoft.com/office/drawing/2014/main" id="{6B13E6C3-6E3F-4ED3-82EE-A6E99E412C1B}"/>
                </a:ext>
              </a:extLst>
            </p:cNvPr>
            <p:cNvSpPr>
              <a:spLocks/>
            </p:cNvSpPr>
            <p:nvPr userDrawn="1"/>
          </p:nvSpPr>
          <p:spPr bwMode="auto">
            <a:xfrm>
              <a:off x="5663" y="1680"/>
              <a:ext cx="669" cy="685"/>
            </a:xfrm>
            <a:custGeom>
              <a:avLst/>
              <a:gdLst>
                <a:gd name="T0" fmla="*/ 280 w 280"/>
                <a:gd name="T1" fmla="*/ 65 h 287"/>
                <a:gd name="T2" fmla="*/ 270 w 280"/>
                <a:gd name="T3" fmla="*/ 0 h 287"/>
                <a:gd name="T4" fmla="*/ 0 w 280"/>
                <a:gd name="T5" fmla="*/ 0 h 287"/>
                <a:gd name="T6" fmla="*/ 0 w 280"/>
                <a:gd name="T7" fmla="*/ 280 h 287"/>
                <a:gd name="T8" fmla="*/ 58 w 280"/>
                <a:gd name="T9" fmla="*/ 287 h 287"/>
                <a:gd name="T10" fmla="*/ 280 w 280"/>
                <a:gd name="T11" fmla="*/ 65 h 287"/>
              </a:gdLst>
              <a:ahLst/>
              <a:cxnLst>
                <a:cxn ang="0">
                  <a:pos x="T0" y="T1"/>
                </a:cxn>
                <a:cxn ang="0">
                  <a:pos x="T2" y="T3"/>
                </a:cxn>
                <a:cxn ang="0">
                  <a:pos x="T4" y="T5"/>
                </a:cxn>
                <a:cxn ang="0">
                  <a:pos x="T6" y="T7"/>
                </a:cxn>
                <a:cxn ang="0">
                  <a:pos x="T8" y="T9"/>
                </a:cxn>
                <a:cxn ang="0">
                  <a:pos x="T10" y="T11"/>
                </a:cxn>
              </a:cxnLst>
              <a:rect l="0" t="0" r="r" b="b"/>
              <a:pathLst>
                <a:path w="280" h="287">
                  <a:moveTo>
                    <a:pt x="280" y="65"/>
                  </a:moveTo>
                  <a:cubicBezTo>
                    <a:pt x="280" y="42"/>
                    <a:pt x="276" y="21"/>
                    <a:pt x="270" y="0"/>
                  </a:cubicBezTo>
                  <a:cubicBezTo>
                    <a:pt x="0" y="0"/>
                    <a:pt x="0" y="0"/>
                    <a:pt x="0" y="0"/>
                  </a:cubicBezTo>
                  <a:cubicBezTo>
                    <a:pt x="0" y="280"/>
                    <a:pt x="0" y="280"/>
                    <a:pt x="0" y="280"/>
                  </a:cubicBezTo>
                  <a:cubicBezTo>
                    <a:pt x="19" y="285"/>
                    <a:pt x="38" y="287"/>
                    <a:pt x="58" y="287"/>
                  </a:cubicBezTo>
                  <a:cubicBezTo>
                    <a:pt x="180" y="287"/>
                    <a:pt x="280" y="188"/>
                    <a:pt x="280" y="65"/>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4" name="Shapes">
              <a:extLst>
                <a:ext uri="{FF2B5EF4-FFF2-40B4-BE49-F238E27FC236}">
                  <a16:creationId xmlns:a16="http://schemas.microsoft.com/office/drawing/2014/main" id="{070CE4B3-322B-4955-B3E2-A22E04FD81D7}"/>
                </a:ext>
              </a:extLst>
            </p:cNvPr>
            <p:cNvSpPr>
              <a:spLocks noEditPoints="1"/>
            </p:cNvSpPr>
            <p:nvPr userDrawn="1"/>
          </p:nvSpPr>
          <p:spPr bwMode="auto">
            <a:xfrm>
              <a:off x="5858" y="1924"/>
              <a:ext cx="619" cy="714"/>
            </a:xfrm>
            <a:custGeom>
              <a:avLst/>
              <a:gdLst>
                <a:gd name="T0" fmla="*/ 0 w 619"/>
                <a:gd name="T1" fmla="*/ 714 h 714"/>
                <a:gd name="T2" fmla="*/ 0 w 619"/>
                <a:gd name="T3" fmla="*/ 0 h 714"/>
                <a:gd name="T4" fmla="*/ 619 w 619"/>
                <a:gd name="T5" fmla="*/ 358 h 714"/>
                <a:gd name="T6" fmla="*/ 0 w 619"/>
                <a:gd name="T7" fmla="*/ 714 h 714"/>
                <a:gd name="T8" fmla="*/ 20 w 619"/>
                <a:gd name="T9" fmla="*/ 33 h 714"/>
                <a:gd name="T10" fmla="*/ 20 w 619"/>
                <a:gd name="T11" fmla="*/ 680 h 714"/>
                <a:gd name="T12" fmla="*/ 581 w 619"/>
                <a:gd name="T13" fmla="*/ 358 h 714"/>
                <a:gd name="T14" fmla="*/ 20 w 619"/>
                <a:gd name="T15" fmla="*/ 33 h 7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9" h="714">
                  <a:moveTo>
                    <a:pt x="0" y="714"/>
                  </a:moveTo>
                  <a:lnTo>
                    <a:pt x="0" y="0"/>
                  </a:lnTo>
                  <a:lnTo>
                    <a:pt x="619" y="358"/>
                  </a:lnTo>
                  <a:lnTo>
                    <a:pt x="0" y="714"/>
                  </a:lnTo>
                  <a:close/>
                  <a:moveTo>
                    <a:pt x="20" y="33"/>
                  </a:moveTo>
                  <a:lnTo>
                    <a:pt x="20" y="680"/>
                  </a:lnTo>
                  <a:lnTo>
                    <a:pt x="581" y="358"/>
                  </a:lnTo>
                  <a:lnTo>
                    <a:pt x="20" y="33"/>
                  </a:lnTo>
                  <a:close/>
                </a:path>
              </a:pathLst>
            </a:custGeom>
            <a:solidFill>
              <a:srgbClr val="C7429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sp>
        <p:nvSpPr>
          <p:cNvPr id="5" name="Slide Number">
            <a:extLst>
              <a:ext uri="{FF2B5EF4-FFF2-40B4-BE49-F238E27FC236}">
                <a16:creationId xmlns:a16="http://schemas.microsoft.com/office/drawing/2014/main" id="{98C4CEB6-A2C0-4B19-8A79-52EF0387C0BB}"/>
              </a:ext>
            </a:extLst>
          </p:cNvPr>
          <p:cNvSpPr>
            <a:spLocks noGrp="1"/>
          </p:cNvSpPr>
          <p:nvPr>
            <p:ph type="sldNum" sz="quarter" idx="18"/>
          </p:nvPr>
        </p:nvSpPr>
        <p:spPr/>
        <p:txBody>
          <a:bodyPr/>
          <a:lstStyle/>
          <a:p>
            <a:fld id="{F5AEA0E0-5CC6-4BD0-905C-A0021E419432}" type="slidenum">
              <a:rPr lang="en-GB" smtClean="0"/>
              <a:pPr/>
              <a:t>‹#›</a:t>
            </a:fld>
            <a:endParaRPr lang="en-GB" dirty="0"/>
          </a:p>
        </p:txBody>
      </p:sp>
      <p:sp>
        <p:nvSpPr>
          <p:cNvPr id="3" name="Date">
            <a:extLst>
              <a:ext uri="{FF2B5EF4-FFF2-40B4-BE49-F238E27FC236}">
                <a16:creationId xmlns:a16="http://schemas.microsoft.com/office/drawing/2014/main" id="{A50931F4-44DE-47DF-A652-23A0EF2FD3C1}"/>
              </a:ext>
            </a:extLst>
          </p:cNvPr>
          <p:cNvSpPr>
            <a:spLocks noGrp="1"/>
          </p:cNvSpPr>
          <p:nvPr>
            <p:ph type="dt" sz="half" idx="16"/>
          </p:nvPr>
        </p:nvSpPr>
        <p:spPr/>
        <p:txBody>
          <a:bodyPr/>
          <a:lstStyle/>
          <a:p>
            <a:endParaRPr lang="en-GB" dirty="0"/>
          </a:p>
        </p:txBody>
      </p:sp>
      <p:sp>
        <p:nvSpPr>
          <p:cNvPr id="4" name="Footer/CRICOS">
            <a:extLst>
              <a:ext uri="{FF2B5EF4-FFF2-40B4-BE49-F238E27FC236}">
                <a16:creationId xmlns:a16="http://schemas.microsoft.com/office/drawing/2014/main" id="{4FD20A21-8853-40DE-8CCF-8324DF3634D9}"/>
              </a:ext>
            </a:extLst>
          </p:cNvPr>
          <p:cNvSpPr>
            <a:spLocks noGrp="1"/>
          </p:cNvSpPr>
          <p:nvPr>
            <p:ph type="ftr" sz="quarter" idx="17"/>
          </p:nvPr>
        </p:nvSpPr>
        <p:spPr/>
        <p:txBody>
          <a:bodyPr/>
          <a:lstStyle/>
          <a:p>
            <a:r>
              <a:rPr lang="en-AU"/>
              <a:t>Deakin University CRICOS Provider Code: 00113B</a:t>
            </a:r>
            <a:endParaRPr lang="en-GB" dirty="0"/>
          </a:p>
        </p:txBody>
      </p:sp>
    </p:spTree>
    <p:extLst>
      <p:ext uri="{BB962C8B-B14F-4D97-AF65-F5344CB8AC3E}">
        <p14:creationId xmlns:p14="http://schemas.microsoft.com/office/powerpoint/2010/main" val="6019524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and Content E">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801765" y="278670"/>
            <a:ext cx="8496000" cy="468000"/>
          </a:xfrm>
        </p:spPr>
        <p:txBody>
          <a:bodyPr/>
          <a:lstStyle>
            <a:lvl1pPr>
              <a:lnSpc>
                <a:spcPct val="100000"/>
              </a:lnSpc>
              <a:buFont typeface="Arial" panose="020B0604020202020204" pitchFamily="34" charset="0"/>
              <a:buNone/>
              <a:defRPr sz="2200">
                <a:solidFill>
                  <a:schemeClr val="tx1"/>
                </a:solidFill>
              </a:defRPr>
            </a:lvl1pPr>
          </a:lstStyle>
          <a:p>
            <a:r>
              <a:rPr lang="en-US" dirty="0"/>
              <a:t>Click to add title</a:t>
            </a:r>
            <a:endParaRPr lang="en-GB" dirty="0"/>
          </a:p>
        </p:txBody>
      </p:sp>
      <p:sp>
        <p:nvSpPr>
          <p:cNvPr id="6" name="Body copy text">
            <a:extLst>
              <a:ext uri="{FF2B5EF4-FFF2-40B4-BE49-F238E27FC236}">
                <a16:creationId xmlns:a16="http://schemas.microsoft.com/office/drawing/2014/main" id="{BA9360C9-D6E6-46AC-8EF9-EEF25F267E14}"/>
              </a:ext>
            </a:extLst>
          </p:cNvPr>
          <p:cNvSpPr>
            <a:spLocks noGrp="1"/>
          </p:cNvSpPr>
          <p:nvPr>
            <p:ph sz="quarter" idx="12" hasCustomPrompt="1"/>
          </p:nvPr>
        </p:nvSpPr>
        <p:spPr>
          <a:xfrm>
            <a:off x="801765" y="1521640"/>
            <a:ext cx="9900000" cy="3974666"/>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300"/>
            </a:lvl1pPr>
            <a:lvl3pPr>
              <a:spcBef>
                <a:spcPts val="600"/>
              </a:spcBef>
              <a:defRPr/>
            </a:lvl3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3" name="Header Graphic">
            <a:extLst>
              <a:ext uri="{FF2B5EF4-FFF2-40B4-BE49-F238E27FC236}">
                <a16:creationId xmlns:a16="http://schemas.microsoft.com/office/drawing/2014/main" id="{8515E671-E538-4CCB-8E7C-A93467ED956C}"/>
              </a:ext>
              <a:ext uri="{C183D7F6-B498-43B3-948B-1728B52AA6E4}">
                <adec:decorative xmlns:adec="http://schemas.microsoft.com/office/drawing/2017/decorative" val="1"/>
              </a:ext>
            </a:extLst>
          </p:cNvPr>
          <p:cNvSpPr>
            <a:spLocks/>
          </p:cNvSpPr>
          <p:nvPr userDrawn="1"/>
        </p:nvSpPr>
        <p:spPr bwMode="auto">
          <a:xfrm>
            <a:off x="3175" y="0"/>
            <a:ext cx="10177145" cy="901101"/>
          </a:xfrm>
          <a:custGeom>
            <a:avLst/>
            <a:gdLst>
              <a:gd name="T0" fmla="*/ 4275 w 4275"/>
              <a:gd name="T1" fmla="*/ 0 h 376"/>
              <a:gd name="T2" fmla="*/ 4275 w 4275"/>
              <a:gd name="T3" fmla="*/ 0 h 376"/>
              <a:gd name="T4" fmla="*/ 4259 w 4275"/>
              <a:gd name="T5" fmla="*/ 0 h 376"/>
              <a:gd name="T6" fmla="*/ 4259 w 4275"/>
              <a:gd name="T7" fmla="*/ 0 h 376"/>
              <a:gd name="T8" fmla="*/ 3899 w 4275"/>
              <a:gd name="T9" fmla="*/ 360 h 376"/>
              <a:gd name="T10" fmla="*/ 0 w 4275"/>
              <a:gd name="T11" fmla="*/ 360 h 376"/>
              <a:gd name="T12" fmla="*/ 0 w 4275"/>
              <a:gd name="T13" fmla="*/ 376 h 376"/>
              <a:gd name="T14" fmla="*/ 3899 w 4275"/>
              <a:gd name="T15" fmla="*/ 376 h 376"/>
              <a:gd name="T16" fmla="*/ 4275 w 4275"/>
              <a:gd name="T17" fmla="*/ 0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75" h="376">
                <a:moveTo>
                  <a:pt x="4275" y="0"/>
                </a:moveTo>
                <a:cubicBezTo>
                  <a:pt x="4275" y="0"/>
                  <a:pt x="4275" y="0"/>
                  <a:pt x="4275" y="0"/>
                </a:cubicBezTo>
                <a:cubicBezTo>
                  <a:pt x="4259" y="0"/>
                  <a:pt x="4259" y="0"/>
                  <a:pt x="4259" y="0"/>
                </a:cubicBezTo>
                <a:cubicBezTo>
                  <a:pt x="4259" y="0"/>
                  <a:pt x="4259" y="0"/>
                  <a:pt x="4259" y="0"/>
                </a:cubicBezTo>
                <a:cubicBezTo>
                  <a:pt x="4259" y="199"/>
                  <a:pt x="4098" y="360"/>
                  <a:pt x="3899" y="360"/>
                </a:cubicBezTo>
                <a:cubicBezTo>
                  <a:pt x="0" y="360"/>
                  <a:pt x="0" y="360"/>
                  <a:pt x="0" y="360"/>
                </a:cubicBezTo>
                <a:cubicBezTo>
                  <a:pt x="0" y="376"/>
                  <a:pt x="0" y="376"/>
                  <a:pt x="0" y="376"/>
                </a:cubicBezTo>
                <a:cubicBezTo>
                  <a:pt x="3899" y="376"/>
                  <a:pt x="3899" y="376"/>
                  <a:pt x="3899" y="376"/>
                </a:cubicBezTo>
                <a:cubicBezTo>
                  <a:pt x="4106" y="376"/>
                  <a:pt x="4275" y="207"/>
                  <a:pt x="4275" y="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AU"/>
          </a:p>
        </p:txBody>
      </p:sp>
      <p:sp>
        <p:nvSpPr>
          <p:cNvPr id="7" name="Slide Number">
            <a:extLst>
              <a:ext uri="{FF2B5EF4-FFF2-40B4-BE49-F238E27FC236}">
                <a16:creationId xmlns:a16="http://schemas.microsoft.com/office/drawing/2014/main" id="{A90E8455-9DDE-4AD6-941E-5C300E8AB7BB}"/>
              </a:ext>
            </a:extLst>
          </p:cNvPr>
          <p:cNvSpPr>
            <a:spLocks noGrp="1"/>
          </p:cNvSpPr>
          <p:nvPr>
            <p:ph type="sldNum" sz="quarter" idx="15"/>
          </p:nvPr>
        </p:nvSpPr>
        <p:spPr/>
        <p:txBody>
          <a:bodyPr/>
          <a:lstStyle/>
          <a:p>
            <a:fld id="{F5AEA0E0-5CC6-4BD0-905C-A0021E419432}" type="slidenum">
              <a:rPr lang="en-GB" smtClean="0"/>
              <a:pPr/>
              <a:t>‹#›</a:t>
            </a:fld>
            <a:endParaRPr lang="en-GB" dirty="0"/>
          </a:p>
        </p:txBody>
      </p:sp>
      <p:sp>
        <p:nvSpPr>
          <p:cNvPr id="3" name="Date">
            <a:extLst>
              <a:ext uri="{FF2B5EF4-FFF2-40B4-BE49-F238E27FC236}">
                <a16:creationId xmlns:a16="http://schemas.microsoft.com/office/drawing/2014/main" id="{10978BE7-DA8D-40A5-B831-ADB83E799186}"/>
              </a:ext>
            </a:extLst>
          </p:cNvPr>
          <p:cNvSpPr>
            <a:spLocks noGrp="1"/>
          </p:cNvSpPr>
          <p:nvPr>
            <p:ph type="dt" sz="half" idx="13"/>
          </p:nvPr>
        </p:nvSpPr>
        <p:spPr/>
        <p:txBody>
          <a:bodyPr/>
          <a:lstStyle/>
          <a:p>
            <a:endParaRPr lang="en-GB" dirty="0"/>
          </a:p>
        </p:txBody>
      </p:sp>
      <p:sp>
        <p:nvSpPr>
          <p:cNvPr id="4" name="Footer/CRICOS">
            <a:extLst>
              <a:ext uri="{FF2B5EF4-FFF2-40B4-BE49-F238E27FC236}">
                <a16:creationId xmlns:a16="http://schemas.microsoft.com/office/drawing/2014/main" id="{078B68F8-DD48-42D0-9D57-E9D277EAA005}"/>
              </a:ext>
            </a:extLst>
          </p:cNvPr>
          <p:cNvSpPr>
            <a:spLocks noGrp="1"/>
          </p:cNvSpPr>
          <p:nvPr>
            <p:ph type="ftr" sz="quarter" idx="14"/>
          </p:nvPr>
        </p:nvSpPr>
        <p:spPr/>
        <p:txBody>
          <a:bodyPr/>
          <a:lstStyle/>
          <a:p>
            <a:r>
              <a:rPr lang="en-AU"/>
              <a:t>Deakin University CRICOS Provider Code: 00113B</a:t>
            </a:r>
            <a:endParaRPr lang="en-GB" dirty="0"/>
          </a:p>
        </p:txBody>
      </p:sp>
    </p:spTree>
    <p:extLst>
      <p:ext uri="{BB962C8B-B14F-4D97-AF65-F5344CB8AC3E}">
        <p14:creationId xmlns:p14="http://schemas.microsoft.com/office/powerpoint/2010/main" val="168455404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ntent and Image A">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801765" y="349790"/>
            <a:ext cx="5508000" cy="936000"/>
          </a:xfrm>
        </p:spPr>
        <p:txBody>
          <a:bodyPr/>
          <a:lstStyle>
            <a:lvl1pPr>
              <a:lnSpc>
                <a:spcPct val="100000"/>
              </a:lnSpc>
              <a:buFont typeface="Arial" panose="020B0604020202020204" pitchFamily="34" charset="0"/>
              <a:buNone/>
              <a:defRPr sz="2650">
                <a:solidFill>
                  <a:schemeClr val="tx1"/>
                </a:solidFill>
              </a:defRPr>
            </a:lvl1pPr>
          </a:lstStyle>
          <a:p>
            <a:r>
              <a:rPr lang="en-US" dirty="0"/>
              <a:t>Click to add title</a:t>
            </a:r>
            <a:endParaRPr lang="en-GB" dirty="0"/>
          </a:p>
        </p:txBody>
      </p:sp>
      <p:sp>
        <p:nvSpPr>
          <p:cNvPr id="6" name="Body copy text">
            <a:extLst>
              <a:ext uri="{FF2B5EF4-FFF2-40B4-BE49-F238E27FC236}">
                <a16:creationId xmlns:a16="http://schemas.microsoft.com/office/drawing/2014/main" id="{BA9360C9-D6E6-46AC-8EF9-EEF25F267E14}"/>
              </a:ext>
            </a:extLst>
          </p:cNvPr>
          <p:cNvSpPr>
            <a:spLocks noGrp="1"/>
          </p:cNvSpPr>
          <p:nvPr>
            <p:ph sz="quarter" idx="12" hasCustomPrompt="1"/>
          </p:nvPr>
        </p:nvSpPr>
        <p:spPr>
          <a:xfrm>
            <a:off x="801765" y="1521640"/>
            <a:ext cx="8784000" cy="3974666"/>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300"/>
            </a:lvl1pPr>
            <a:lvl3pPr>
              <a:spcBef>
                <a:spcPts val="600"/>
              </a:spcBef>
              <a:defRPr/>
            </a:lvl3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7" name="Picture Placeholder" descr="Image Placeholder">
            <a:extLst>
              <a:ext uri="{FF2B5EF4-FFF2-40B4-BE49-F238E27FC236}">
                <a16:creationId xmlns:a16="http://schemas.microsoft.com/office/drawing/2014/main" id="{8026A595-6018-4A69-B9E1-3E9FDB7E0E62}"/>
              </a:ext>
            </a:extLst>
          </p:cNvPr>
          <p:cNvSpPr>
            <a:spLocks noGrp="1"/>
          </p:cNvSpPr>
          <p:nvPr>
            <p:ph type="pic" sz="quarter" idx="17" hasCustomPrompt="1"/>
          </p:nvPr>
        </p:nvSpPr>
        <p:spPr>
          <a:xfrm>
            <a:off x="10134600" y="3152775"/>
            <a:ext cx="2059496" cy="3705797"/>
          </a:xfrm>
          <a:custGeom>
            <a:avLst/>
            <a:gdLst>
              <a:gd name="connsiteX0" fmla="*/ 1201198 w 2059496"/>
              <a:gd name="connsiteY0" fmla="*/ 0 h 3705797"/>
              <a:gd name="connsiteX1" fmla="*/ 2059496 w 2059496"/>
              <a:gd name="connsiteY1" fmla="*/ 361379 h 3705797"/>
              <a:gd name="connsiteX2" fmla="*/ 2059496 w 2059496"/>
              <a:gd name="connsiteY2" fmla="*/ 3705797 h 3705797"/>
              <a:gd name="connsiteX3" fmla="*/ 0 w 2059496"/>
              <a:gd name="connsiteY3" fmla="*/ 3705797 h 3705797"/>
              <a:gd name="connsiteX4" fmla="*/ 0 w 2059496"/>
              <a:gd name="connsiteY4" fmla="*/ 1200722 h 3705797"/>
              <a:gd name="connsiteX5" fmla="*/ 1201198 w 2059496"/>
              <a:gd name="connsiteY5" fmla="*/ 0 h 3705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59496" h="3705797">
                <a:moveTo>
                  <a:pt x="1201198" y="0"/>
                </a:moveTo>
                <a:cubicBezTo>
                  <a:pt x="1537621" y="0"/>
                  <a:pt x="1841564" y="138494"/>
                  <a:pt x="2059496" y="361379"/>
                </a:cubicBezTo>
                <a:lnTo>
                  <a:pt x="2059496" y="3705797"/>
                </a:lnTo>
                <a:lnTo>
                  <a:pt x="0" y="3705797"/>
                </a:lnTo>
                <a:lnTo>
                  <a:pt x="0" y="1200722"/>
                </a:lnTo>
                <a:cubicBezTo>
                  <a:pt x="0" y="537401"/>
                  <a:pt x="537686" y="0"/>
                  <a:pt x="1201198" y="0"/>
                </a:cubicBezTo>
                <a:close/>
              </a:path>
            </a:pathLst>
          </a:custGeom>
          <a:solidFill>
            <a:schemeClr val="bg1">
              <a:lumMod val="75000"/>
            </a:schemeClr>
          </a:solidFill>
        </p:spPr>
        <p:txBody>
          <a:bodyPr wrap="square" lIns="144000" tIns="144000" anchor="ctr" anchorCtr="0">
            <a:noAutofit/>
          </a:bodyPr>
          <a:lstStyle>
            <a:lvl1pPr algn="ctr">
              <a:defRPr sz="1400">
                <a:solidFill>
                  <a:schemeClr val="bg1"/>
                </a:solidFill>
              </a:defRPr>
            </a:lvl1pPr>
          </a:lstStyle>
          <a:p>
            <a:r>
              <a:rPr lang="en-AU" sz="1400" dirty="0"/>
              <a:t>Click Icon to Add Image</a:t>
            </a:r>
            <a:endParaRPr lang="en-AU" dirty="0"/>
          </a:p>
        </p:txBody>
      </p:sp>
      <p:grpSp>
        <p:nvGrpSpPr>
          <p:cNvPr id="12" name="Header Graphic">
            <a:extLst>
              <a:ext uri="{FF2B5EF4-FFF2-40B4-BE49-F238E27FC236}">
                <a16:creationId xmlns:a16="http://schemas.microsoft.com/office/drawing/2014/main" id="{0B804F84-DB0A-4302-89E3-53194147B049}"/>
              </a:ext>
              <a:ext uri="{C183D7F6-B498-43B3-948B-1728B52AA6E4}">
                <adec:decorative xmlns:adec="http://schemas.microsoft.com/office/drawing/2017/decorative" val="1"/>
              </a:ext>
            </a:extLst>
          </p:cNvPr>
          <p:cNvGrpSpPr>
            <a:grpSpLocks noChangeAspect="1"/>
          </p:cNvGrpSpPr>
          <p:nvPr userDrawn="1"/>
        </p:nvGrpSpPr>
        <p:grpSpPr bwMode="auto">
          <a:xfrm>
            <a:off x="1" y="0"/>
            <a:ext cx="795308" cy="936001"/>
            <a:chOff x="5663" y="1680"/>
            <a:chExt cx="814" cy="958"/>
          </a:xfrm>
        </p:grpSpPr>
        <p:sp>
          <p:nvSpPr>
            <p:cNvPr id="15" name="Shapes">
              <a:extLst>
                <a:ext uri="{FF2B5EF4-FFF2-40B4-BE49-F238E27FC236}">
                  <a16:creationId xmlns:a16="http://schemas.microsoft.com/office/drawing/2014/main" id="{532C909E-A574-466E-8065-CCA0257D659B}"/>
                </a:ext>
              </a:extLst>
            </p:cNvPr>
            <p:cNvSpPr>
              <a:spLocks/>
            </p:cNvSpPr>
            <p:nvPr userDrawn="1"/>
          </p:nvSpPr>
          <p:spPr bwMode="auto">
            <a:xfrm>
              <a:off x="5663" y="1680"/>
              <a:ext cx="669" cy="685"/>
            </a:xfrm>
            <a:custGeom>
              <a:avLst/>
              <a:gdLst>
                <a:gd name="T0" fmla="*/ 280 w 280"/>
                <a:gd name="T1" fmla="*/ 65 h 287"/>
                <a:gd name="T2" fmla="*/ 270 w 280"/>
                <a:gd name="T3" fmla="*/ 0 h 287"/>
                <a:gd name="T4" fmla="*/ 0 w 280"/>
                <a:gd name="T5" fmla="*/ 0 h 287"/>
                <a:gd name="T6" fmla="*/ 0 w 280"/>
                <a:gd name="T7" fmla="*/ 280 h 287"/>
                <a:gd name="T8" fmla="*/ 58 w 280"/>
                <a:gd name="T9" fmla="*/ 287 h 287"/>
                <a:gd name="T10" fmla="*/ 280 w 280"/>
                <a:gd name="T11" fmla="*/ 65 h 287"/>
              </a:gdLst>
              <a:ahLst/>
              <a:cxnLst>
                <a:cxn ang="0">
                  <a:pos x="T0" y="T1"/>
                </a:cxn>
                <a:cxn ang="0">
                  <a:pos x="T2" y="T3"/>
                </a:cxn>
                <a:cxn ang="0">
                  <a:pos x="T4" y="T5"/>
                </a:cxn>
                <a:cxn ang="0">
                  <a:pos x="T6" y="T7"/>
                </a:cxn>
                <a:cxn ang="0">
                  <a:pos x="T8" y="T9"/>
                </a:cxn>
                <a:cxn ang="0">
                  <a:pos x="T10" y="T11"/>
                </a:cxn>
              </a:cxnLst>
              <a:rect l="0" t="0" r="r" b="b"/>
              <a:pathLst>
                <a:path w="280" h="287">
                  <a:moveTo>
                    <a:pt x="280" y="65"/>
                  </a:moveTo>
                  <a:cubicBezTo>
                    <a:pt x="280" y="42"/>
                    <a:pt x="276" y="21"/>
                    <a:pt x="270" y="0"/>
                  </a:cubicBezTo>
                  <a:cubicBezTo>
                    <a:pt x="0" y="0"/>
                    <a:pt x="0" y="0"/>
                    <a:pt x="0" y="0"/>
                  </a:cubicBezTo>
                  <a:cubicBezTo>
                    <a:pt x="0" y="280"/>
                    <a:pt x="0" y="280"/>
                    <a:pt x="0" y="280"/>
                  </a:cubicBezTo>
                  <a:cubicBezTo>
                    <a:pt x="19" y="285"/>
                    <a:pt x="38" y="287"/>
                    <a:pt x="58" y="287"/>
                  </a:cubicBezTo>
                  <a:cubicBezTo>
                    <a:pt x="180" y="287"/>
                    <a:pt x="280" y="188"/>
                    <a:pt x="280" y="65"/>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6" name="Shapes">
              <a:extLst>
                <a:ext uri="{FF2B5EF4-FFF2-40B4-BE49-F238E27FC236}">
                  <a16:creationId xmlns:a16="http://schemas.microsoft.com/office/drawing/2014/main" id="{692C73D1-A56A-4284-ABFA-938706B7C389}"/>
                </a:ext>
              </a:extLst>
            </p:cNvPr>
            <p:cNvSpPr>
              <a:spLocks noEditPoints="1"/>
            </p:cNvSpPr>
            <p:nvPr userDrawn="1"/>
          </p:nvSpPr>
          <p:spPr bwMode="auto">
            <a:xfrm>
              <a:off x="5858" y="1924"/>
              <a:ext cx="619" cy="714"/>
            </a:xfrm>
            <a:custGeom>
              <a:avLst/>
              <a:gdLst>
                <a:gd name="T0" fmla="*/ 0 w 619"/>
                <a:gd name="T1" fmla="*/ 714 h 714"/>
                <a:gd name="T2" fmla="*/ 0 w 619"/>
                <a:gd name="T3" fmla="*/ 0 h 714"/>
                <a:gd name="T4" fmla="*/ 619 w 619"/>
                <a:gd name="T5" fmla="*/ 358 h 714"/>
                <a:gd name="T6" fmla="*/ 0 w 619"/>
                <a:gd name="T7" fmla="*/ 714 h 714"/>
                <a:gd name="T8" fmla="*/ 20 w 619"/>
                <a:gd name="T9" fmla="*/ 33 h 714"/>
                <a:gd name="T10" fmla="*/ 20 w 619"/>
                <a:gd name="T11" fmla="*/ 680 h 714"/>
                <a:gd name="T12" fmla="*/ 581 w 619"/>
                <a:gd name="T13" fmla="*/ 358 h 714"/>
                <a:gd name="T14" fmla="*/ 20 w 619"/>
                <a:gd name="T15" fmla="*/ 33 h 7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9" h="714">
                  <a:moveTo>
                    <a:pt x="0" y="714"/>
                  </a:moveTo>
                  <a:lnTo>
                    <a:pt x="0" y="0"/>
                  </a:lnTo>
                  <a:lnTo>
                    <a:pt x="619" y="358"/>
                  </a:lnTo>
                  <a:lnTo>
                    <a:pt x="0" y="714"/>
                  </a:lnTo>
                  <a:close/>
                  <a:moveTo>
                    <a:pt x="20" y="33"/>
                  </a:moveTo>
                  <a:lnTo>
                    <a:pt x="20" y="680"/>
                  </a:lnTo>
                  <a:lnTo>
                    <a:pt x="581" y="358"/>
                  </a:lnTo>
                  <a:lnTo>
                    <a:pt x="20" y="33"/>
                  </a:lnTo>
                  <a:close/>
                </a:path>
              </a:pathLst>
            </a:custGeom>
            <a:solidFill>
              <a:srgbClr val="C7429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sp>
        <p:nvSpPr>
          <p:cNvPr id="5" name="Slide Number">
            <a:extLst>
              <a:ext uri="{FF2B5EF4-FFF2-40B4-BE49-F238E27FC236}">
                <a16:creationId xmlns:a16="http://schemas.microsoft.com/office/drawing/2014/main" id="{E40374F3-9BED-4496-A103-1DED0134EFB4}"/>
              </a:ext>
            </a:extLst>
          </p:cNvPr>
          <p:cNvSpPr>
            <a:spLocks noGrp="1"/>
          </p:cNvSpPr>
          <p:nvPr>
            <p:ph type="sldNum" sz="quarter" idx="20"/>
          </p:nvPr>
        </p:nvSpPr>
        <p:spPr/>
        <p:txBody>
          <a:bodyPr/>
          <a:lstStyle/>
          <a:p>
            <a:fld id="{F5AEA0E0-5CC6-4BD0-905C-A0021E419432}" type="slidenum">
              <a:rPr lang="en-GB" smtClean="0"/>
              <a:pPr/>
              <a:t>‹#›</a:t>
            </a:fld>
            <a:endParaRPr lang="en-GB" dirty="0"/>
          </a:p>
        </p:txBody>
      </p:sp>
      <p:sp>
        <p:nvSpPr>
          <p:cNvPr id="3" name="Date">
            <a:extLst>
              <a:ext uri="{FF2B5EF4-FFF2-40B4-BE49-F238E27FC236}">
                <a16:creationId xmlns:a16="http://schemas.microsoft.com/office/drawing/2014/main" id="{91889E45-474A-4367-995B-44A586E8FAA9}"/>
              </a:ext>
            </a:extLst>
          </p:cNvPr>
          <p:cNvSpPr>
            <a:spLocks noGrp="1"/>
          </p:cNvSpPr>
          <p:nvPr>
            <p:ph type="dt" sz="half" idx="18"/>
          </p:nvPr>
        </p:nvSpPr>
        <p:spPr/>
        <p:txBody>
          <a:bodyPr/>
          <a:lstStyle/>
          <a:p>
            <a:endParaRPr lang="en-GB" dirty="0"/>
          </a:p>
        </p:txBody>
      </p:sp>
      <p:sp>
        <p:nvSpPr>
          <p:cNvPr id="4" name="Footer/CRICOS">
            <a:extLst>
              <a:ext uri="{FF2B5EF4-FFF2-40B4-BE49-F238E27FC236}">
                <a16:creationId xmlns:a16="http://schemas.microsoft.com/office/drawing/2014/main" id="{86865381-E7D2-4773-BE6E-223155200587}"/>
              </a:ext>
            </a:extLst>
          </p:cNvPr>
          <p:cNvSpPr>
            <a:spLocks noGrp="1"/>
          </p:cNvSpPr>
          <p:nvPr>
            <p:ph type="ftr" sz="quarter" idx="19"/>
          </p:nvPr>
        </p:nvSpPr>
        <p:spPr/>
        <p:txBody>
          <a:bodyPr/>
          <a:lstStyle/>
          <a:p>
            <a:r>
              <a:rPr lang="en-AU"/>
              <a:t>Deakin University CRICOS Provider Code: 00113B</a:t>
            </a:r>
            <a:endParaRPr lang="en-GB" dirty="0"/>
          </a:p>
        </p:txBody>
      </p:sp>
    </p:spTree>
    <p:extLst>
      <p:ext uri="{BB962C8B-B14F-4D97-AF65-F5344CB8AC3E}">
        <p14:creationId xmlns:p14="http://schemas.microsoft.com/office/powerpoint/2010/main" val="27304400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ntent and Image B">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801765" y="349790"/>
            <a:ext cx="5508000" cy="936000"/>
          </a:xfrm>
        </p:spPr>
        <p:txBody>
          <a:bodyPr/>
          <a:lstStyle>
            <a:lvl1pPr>
              <a:lnSpc>
                <a:spcPct val="100000"/>
              </a:lnSpc>
              <a:buFont typeface="Arial" panose="020B0604020202020204" pitchFamily="34" charset="0"/>
              <a:buNone/>
              <a:defRPr sz="2650">
                <a:solidFill>
                  <a:schemeClr val="tx1"/>
                </a:solidFill>
              </a:defRPr>
            </a:lvl1pPr>
          </a:lstStyle>
          <a:p>
            <a:r>
              <a:rPr lang="en-US" dirty="0"/>
              <a:t>Click to add title</a:t>
            </a:r>
            <a:endParaRPr lang="en-GB" dirty="0"/>
          </a:p>
        </p:txBody>
      </p:sp>
      <p:sp>
        <p:nvSpPr>
          <p:cNvPr id="6" name="Body copy text">
            <a:extLst>
              <a:ext uri="{FF2B5EF4-FFF2-40B4-BE49-F238E27FC236}">
                <a16:creationId xmlns:a16="http://schemas.microsoft.com/office/drawing/2014/main" id="{BA9360C9-D6E6-46AC-8EF9-EEF25F267E14}"/>
              </a:ext>
            </a:extLst>
          </p:cNvPr>
          <p:cNvSpPr>
            <a:spLocks noGrp="1"/>
          </p:cNvSpPr>
          <p:nvPr>
            <p:ph sz="quarter" idx="12" hasCustomPrompt="1"/>
          </p:nvPr>
        </p:nvSpPr>
        <p:spPr>
          <a:xfrm>
            <a:off x="801765" y="1521640"/>
            <a:ext cx="8784000" cy="3974666"/>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300"/>
            </a:lvl1pPr>
            <a:lvl3pPr>
              <a:spcBef>
                <a:spcPts val="600"/>
              </a:spcBef>
              <a:defRPr/>
            </a:lvl3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2" name="Picture Placeholder" descr="Image Placeholder">
            <a:extLst>
              <a:ext uri="{FF2B5EF4-FFF2-40B4-BE49-F238E27FC236}">
                <a16:creationId xmlns:a16="http://schemas.microsoft.com/office/drawing/2014/main" id="{964466B3-429C-4DB3-8708-96B99F2426B5}"/>
              </a:ext>
            </a:extLst>
          </p:cNvPr>
          <p:cNvSpPr>
            <a:spLocks noGrp="1"/>
          </p:cNvSpPr>
          <p:nvPr>
            <p:ph type="pic" sz="quarter" idx="17" hasCustomPrompt="1"/>
          </p:nvPr>
        </p:nvSpPr>
        <p:spPr>
          <a:xfrm>
            <a:off x="8188452" y="3194495"/>
            <a:ext cx="4003548" cy="3663506"/>
          </a:xfrm>
          <a:custGeom>
            <a:avLst/>
            <a:gdLst>
              <a:gd name="connsiteX0" fmla="*/ 4003548 w 4003548"/>
              <a:gd name="connsiteY0" fmla="*/ 0 h 3663506"/>
              <a:gd name="connsiteX1" fmla="*/ 4003548 w 4003548"/>
              <a:gd name="connsiteY1" fmla="*/ 3663506 h 3663506"/>
              <a:gd name="connsiteX2" fmla="*/ 2355056 w 4003548"/>
              <a:gd name="connsiteY2" fmla="*/ 3663506 h 3663506"/>
              <a:gd name="connsiteX3" fmla="*/ 0 w 4003548"/>
              <a:gd name="connsiteY3" fmla="*/ 2298764 h 3663506"/>
            </a:gdLst>
            <a:ahLst/>
            <a:cxnLst>
              <a:cxn ang="0">
                <a:pos x="connsiteX0" y="connsiteY0"/>
              </a:cxn>
              <a:cxn ang="0">
                <a:pos x="connsiteX1" y="connsiteY1"/>
              </a:cxn>
              <a:cxn ang="0">
                <a:pos x="connsiteX2" y="connsiteY2"/>
              </a:cxn>
              <a:cxn ang="0">
                <a:pos x="connsiteX3" y="connsiteY3"/>
              </a:cxn>
            </a:cxnLst>
            <a:rect l="l" t="t" r="r" b="b"/>
            <a:pathLst>
              <a:path w="4003548" h="3663506">
                <a:moveTo>
                  <a:pt x="4003548" y="0"/>
                </a:moveTo>
                <a:lnTo>
                  <a:pt x="4003548" y="3663506"/>
                </a:lnTo>
                <a:lnTo>
                  <a:pt x="2355056" y="3663506"/>
                </a:lnTo>
                <a:lnTo>
                  <a:pt x="0" y="2298764"/>
                </a:lnTo>
                <a:close/>
              </a:path>
            </a:pathLst>
          </a:custGeom>
          <a:solidFill>
            <a:schemeClr val="bg1">
              <a:lumMod val="75000"/>
            </a:schemeClr>
          </a:solidFill>
        </p:spPr>
        <p:txBody>
          <a:bodyPr wrap="square" lIns="144000" tIns="144000" anchor="ctr" anchorCtr="0">
            <a:noAutofit/>
          </a:bodyPr>
          <a:lstStyle>
            <a:lvl1pPr algn="r">
              <a:defRPr sz="1400">
                <a:solidFill>
                  <a:schemeClr val="bg1"/>
                </a:solidFill>
              </a:defRPr>
            </a:lvl1pPr>
          </a:lstStyle>
          <a:p>
            <a:r>
              <a:rPr lang="en-AU" sz="1400" dirty="0"/>
              <a:t>Click Icon to Add Image</a:t>
            </a:r>
            <a:endParaRPr lang="en-AU" dirty="0"/>
          </a:p>
        </p:txBody>
      </p:sp>
      <p:grpSp>
        <p:nvGrpSpPr>
          <p:cNvPr id="11" name="Header Graphic">
            <a:extLst>
              <a:ext uri="{FF2B5EF4-FFF2-40B4-BE49-F238E27FC236}">
                <a16:creationId xmlns:a16="http://schemas.microsoft.com/office/drawing/2014/main" id="{9DB53C54-1940-40BA-A399-8A0B3D270EC7}"/>
              </a:ext>
              <a:ext uri="{C183D7F6-B498-43B3-948B-1728B52AA6E4}">
                <adec:decorative xmlns:adec="http://schemas.microsoft.com/office/drawing/2017/decorative" val="1"/>
              </a:ext>
            </a:extLst>
          </p:cNvPr>
          <p:cNvGrpSpPr>
            <a:grpSpLocks noChangeAspect="1"/>
          </p:cNvGrpSpPr>
          <p:nvPr userDrawn="1"/>
        </p:nvGrpSpPr>
        <p:grpSpPr bwMode="auto">
          <a:xfrm>
            <a:off x="1" y="0"/>
            <a:ext cx="795308" cy="936001"/>
            <a:chOff x="5663" y="1680"/>
            <a:chExt cx="814" cy="958"/>
          </a:xfrm>
        </p:grpSpPr>
        <p:sp>
          <p:nvSpPr>
            <p:cNvPr id="13" name="Shape">
              <a:extLst>
                <a:ext uri="{FF2B5EF4-FFF2-40B4-BE49-F238E27FC236}">
                  <a16:creationId xmlns:a16="http://schemas.microsoft.com/office/drawing/2014/main" id="{8181CB42-1B99-4556-9B91-6C4CD9095331}"/>
                </a:ext>
              </a:extLst>
            </p:cNvPr>
            <p:cNvSpPr>
              <a:spLocks/>
            </p:cNvSpPr>
            <p:nvPr userDrawn="1"/>
          </p:nvSpPr>
          <p:spPr bwMode="auto">
            <a:xfrm>
              <a:off x="5663" y="1680"/>
              <a:ext cx="669" cy="685"/>
            </a:xfrm>
            <a:custGeom>
              <a:avLst/>
              <a:gdLst>
                <a:gd name="T0" fmla="*/ 280 w 280"/>
                <a:gd name="T1" fmla="*/ 65 h 287"/>
                <a:gd name="T2" fmla="*/ 270 w 280"/>
                <a:gd name="T3" fmla="*/ 0 h 287"/>
                <a:gd name="T4" fmla="*/ 0 w 280"/>
                <a:gd name="T5" fmla="*/ 0 h 287"/>
                <a:gd name="T6" fmla="*/ 0 w 280"/>
                <a:gd name="T7" fmla="*/ 280 h 287"/>
                <a:gd name="T8" fmla="*/ 58 w 280"/>
                <a:gd name="T9" fmla="*/ 287 h 287"/>
                <a:gd name="T10" fmla="*/ 280 w 280"/>
                <a:gd name="T11" fmla="*/ 65 h 287"/>
              </a:gdLst>
              <a:ahLst/>
              <a:cxnLst>
                <a:cxn ang="0">
                  <a:pos x="T0" y="T1"/>
                </a:cxn>
                <a:cxn ang="0">
                  <a:pos x="T2" y="T3"/>
                </a:cxn>
                <a:cxn ang="0">
                  <a:pos x="T4" y="T5"/>
                </a:cxn>
                <a:cxn ang="0">
                  <a:pos x="T6" y="T7"/>
                </a:cxn>
                <a:cxn ang="0">
                  <a:pos x="T8" y="T9"/>
                </a:cxn>
                <a:cxn ang="0">
                  <a:pos x="T10" y="T11"/>
                </a:cxn>
              </a:cxnLst>
              <a:rect l="0" t="0" r="r" b="b"/>
              <a:pathLst>
                <a:path w="280" h="287">
                  <a:moveTo>
                    <a:pt x="280" y="65"/>
                  </a:moveTo>
                  <a:cubicBezTo>
                    <a:pt x="280" y="42"/>
                    <a:pt x="276" y="21"/>
                    <a:pt x="270" y="0"/>
                  </a:cubicBezTo>
                  <a:cubicBezTo>
                    <a:pt x="0" y="0"/>
                    <a:pt x="0" y="0"/>
                    <a:pt x="0" y="0"/>
                  </a:cubicBezTo>
                  <a:cubicBezTo>
                    <a:pt x="0" y="280"/>
                    <a:pt x="0" y="280"/>
                    <a:pt x="0" y="280"/>
                  </a:cubicBezTo>
                  <a:cubicBezTo>
                    <a:pt x="19" y="285"/>
                    <a:pt x="38" y="287"/>
                    <a:pt x="58" y="287"/>
                  </a:cubicBezTo>
                  <a:cubicBezTo>
                    <a:pt x="180" y="287"/>
                    <a:pt x="280" y="188"/>
                    <a:pt x="280" y="65"/>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4" name="Shape">
              <a:extLst>
                <a:ext uri="{FF2B5EF4-FFF2-40B4-BE49-F238E27FC236}">
                  <a16:creationId xmlns:a16="http://schemas.microsoft.com/office/drawing/2014/main" id="{CF7FB094-0935-4D60-BCAB-A72145C42599}"/>
                </a:ext>
              </a:extLst>
            </p:cNvPr>
            <p:cNvSpPr>
              <a:spLocks noEditPoints="1"/>
            </p:cNvSpPr>
            <p:nvPr userDrawn="1"/>
          </p:nvSpPr>
          <p:spPr bwMode="auto">
            <a:xfrm>
              <a:off x="5858" y="1924"/>
              <a:ext cx="619" cy="714"/>
            </a:xfrm>
            <a:custGeom>
              <a:avLst/>
              <a:gdLst>
                <a:gd name="T0" fmla="*/ 0 w 619"/>
                <a:gd name="T1" fmla="*/ 714 h 714"/>
                <a:gd name="T2" fmla="*/ 0 w 619"/>
                <a:gd name="T3" fmla="*/ 0 h 714"/>
                <a:gd name="T4" fmla="*/ 619 w 619"/>
                <a:gd name="T5" fmla="*/ 358 h 714"/>
                <a:gd name="T6" fmla="*/ 0 w 619"/>
                <a:gd name="T7" fmla="*/ 714 h 714"/>
                <a:gd name="T8" fmla="*/ 20 w 619"/>
                <a:gd name="T9" fmla="*/ 33 h 714"/>
                <a:gd name="T10" fmla="*/ 20 w 619"/>
                <a:gd name="T11" fmla="*/ 680 h 714"/>
                <a:gd name="T12" fmla="*/ 581 w 619"/>
                <a:gd name="T13" fmla="*/ 358 h 714"/>
                <a:gd name="T14" fmla="*/ 20 w 619"/>
                <a:gd name="T15" fmla="*/ 33 h 7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9" h="714">
                  <a:moveTo>
                    <a:pt x="0" y="714"/>
                  </a:moveTo>
                  <a:lnTo>
                    <a:pt x="0" y="0"/>
                  </a:lnTo>
                  <a:lnTo>
                    <a:pt x="619" y="358"/>
                  </a:lnTo>
                  <a:lnTo>
                    <a:pt x="0" y="714"/>
                  </a:lnTo>
                  <a:close/>
                  <a:moveTo>
                    <a:pt x="20" y="33"/>
                  </a:moveTo>
                  <a:lnTo>
                    <a:pt x="20" y="680"/>
                  </a:lnTo>
                  <a:lnTo>
                    <a:pt x="581" y="358"/>
                  </a:lnTo>
                  <a:lnTo>
                    <a:pt x="20" y="33"/>
                  </a:lnTo>
                  <a:close/>
                </a:path>
              </a:pathLst>
            </a:custGeom>
            <a:solidFill>
              <a:srgbClr val="C7429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sp>
        <p:nvSpPr>
          <p:cNvPr id="9" name="Slide Number">
            <a:extLst>
              <a:ext uri="{FF2B5EF4-FFF2-40B4-BE49-F238E27FC236}">
                <a16:creationId xmlns:a16="http://schemas.microsoft.com/office/drawing/2014/main" id="{8280DD66-81F6-47DF-8E1A-58C925112832}"/>
              </a:ext>
            </a:extLst>
          </p:cNvPr>
          <p:cNvSpPr>
            <a:spLocks noGrp="1"/>
          </p:cNvSpPr>
          <p:nvPr>
            <p:ph type="sldNum" sz="quarter" idx="20"/>
          </p:nvPr>
        </p:nvSpPr>
        <p:spPr/>
        <p:txBody>
          <a:bodyPr/>
          <a:lstStyle/>
          <a:p>
            <a:fld id="{F5AEA0E0-5CC6-4BD0-905C-A0021E419432}" type="slidenum">
              <a:rPr lang="en-GB" smtClean="0"/>
              <a:pPr/>
              <a:t>‹#›</a:t>
            </a:fld>
            <a:endParaRPr lang="en-GB" dirty="0"/>
          </a:p>
        </p:txBody>
      </p:sp>
      <p:sp>
        <p:nvSpPr>
          <p:cNvPr id="7" name="Date">
            <a:extLst>
              <a:ext uri="{FF2B5EF4-FFF2-40B4-BE49-F238E27FC236}">
                <a16:creationId xmlns:a16="http://schemas.microsoft.com/office/drawing/2014/main" id="{B351D502-DD4B-40CF-8223-A8B2D2B55534}"/>
              </a:ext>
            </a:extLst>
          </p:cNvPr>
          <p:cNvSpPr>
            <a:spLocks noGrp="1"/>
          </p:cNvSpPr>
          <p:nvPr>
            <p:ph type="dt" sz="half" idx="18"/>
          </p:nvPr>
        </p:nvSpPr>
        <p:spPr/>
        <p:txBody>
          <a:bodyPr/>
          <a:lstStyle/>
          <a:p>
            <a:endParaRPr lang="en-GB" dirty="0"/>
          </a:p>
        </p:txBody>
      </p:sp>
      <p:sp>
        <p:nvSpPr>
          <p:cNvPr id="8" name="Footer/CRICOS">
            <a:extLst>
              <a:ext uri="{FF2B5EF4-FFF2-40B4-BE49-F238E27FC236}">
                <a16:creationId xmlns:a16="http://schemas.microsoft.com/office/drawing/2014/main" id="{F23995E2-8603-4453-ABE1-DC84EE85DC8A}"/>
              </a:ext>
            </a:extLst>
          </p:cNvPr>
          <p:cNvSpPr>
            <a:spLocks noGrp="1"/>
          </p:cNvSpPr>
          <p:nvPr>
            <p:ph type="ftr" sz="quarter" idx="19"/>
          </p:nvPr>
        </p:nvSpPr>
        <p:spPr/>
        <p:txBody>
          <a:bodyPr/>
          <a:lstStyle/>
          <a:p>
            <a:r>
              <a:rPr lang="en-AU"/>
              <a:t>Deakin University CRICOS Provider Code: 00113B</a:t>
            </a:r>
            <a:endParaRPr lang="en-GB" dirty="0"/>
          </a:p>
        </p:txBody>
      </p:sp>
    </p:spTree>
    <p:extLst>
      <p:ext uri="{BB962C8B-B14F-4D97-AF65-F5344CB8AC3E}">
        <p14:creationId xmlns:p14="http://schemas.microsoft.com/office/powerpoint/2010/main" val="42275668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ntent and Image C">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801765" y="385350"/>
            <a:ext cx="9900000" cy="468000"/>
          </a:xfrm>
        </p:spPr>
        <p:txBody>
          <a:bodyPr/>
          <a:lstStyle>
            <a:lvl1pPr>
              <a:lnSpc>
                <a:spcPct val="100000"/>
              </a:lnSpc>
              <a:buFont typeface="Arial" panose="020B0604020202020204" pitchFamily="34" charset="0"/>
              <a:buNone/>
              <a:defRPr sz="2200">
                <a:solidFill>
                  <a:schemeClr val="tx1"/>
                </a:solidFill>
              </a:defRPr>
            </a:lvl1pPr>
          </a:lstStyle>
          <a:p>
            <a:r>
              <a:rPr lang="en-US" dirty="0"/>
              <a:t>Click to add title</a:t>
            </a:r>
            <a:endParaRPr lang="en-GB" dirty="0"/>
          </a:p>
        </p:txBody>
      </p:sp>
      <p:sp>
        <p:nvSpPr>
          <p:cNvPr id="6" name="Body copy text">
            <a:extLst>
              <a:ext uri="{FF2B5EF4-FFF2-40B4-BE49-F238E27FC236}">
                <a16:creationId xmlns:a16="http://schemas.microsoft.com/office/drawing/2014/main" id="{BA9360C9-D6E6-46AC-8EF9-EEF25F267E14}"/>
              </a:ext>
            </a:extLst>
          </p:cNvPr>
          <p:cNvSpPr>
            <a:spLocks noGrp="1"/>
          </p:cNvSpPr>
          <p:nvPr>
            <p:ph sz="quarter" idx="12" hasCustomPrompt="1"/>
          </p:nvPr>
        </p:nvSpPr>
        <p:spPr>
          <a:xfrm>
            <a:off x="801765" y="1521640"/>
            <a:ext cx="9900000" cy="3974666"/>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300"/>
            </a:lvl1pPr>
            <a:lvl3pPr>
              <a:spcBef>
                <a:spcPts val="600"/>
              </a:spcBef>
              <a:defRPr/>
            </a:lvl3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4" name="Picture Placeholder" descr="Image Placeholder">
            <a:extLst>
              <a:ext uri="{FF2B5EF4-FFF2-40B4-BE49-F238E27FC236}">
                <a16:creationId xmlns:a16="http://schemas.microsoft.com/office/drawing/2014/main" id="{381A31CB-E12D-4693-B07C-5C938482A95D}"/>
              </a:ext>
            </a:extLst>
          </p:cNvPr>
          <p:cNvSpPr>
            <a:spLocks noGrp="1"/>
          </p:cNvSpPr>
          <p:nvPr>
            <p:ph type="pic" sz="quarter" idx="17" hasCustomPrompt="1"/>
          </p:nvPr>
        </p:nvSpPr>
        <p:spPr>
          <a:xfrm>
            <a:off x="8174546" y="5294662"/>
            <a:ext cx="4019550" cy="1563910"/>
          </a:xfrm>
          <a:custGeom>
            <a:avLst/>
            <a:gdLst>
              <a:gd name="connsiteX0" fmla="*/ 1095756 w 4019550"/>
              <a:gd name="connsiteY0" fmla="*/ 0 h 1563910"/>
              <a:gd name="connsiteX1" fmla="*/ 4017455 w 4019550"/>
              <a:gd name="connsiteY1" fmla="*/ 0 h 1563910"/>
              <a:gd name="connsiteX2" fmla="*/ 4017455 w 4019550"/>
              <a:gd name="connsiteY2" fmla="*/ 710206 h 1563910"/>
              <a:gd name="connsiteX3" fmla="*/ 4019550 w 4019550"/>
              <a:gd name="connsiteY3" fmla="*/ 710656 h 1563910"/>
              <a:gd name="connsiteX4" fmla="*/ 4019550 w 4019550"/>
              <a:gd name="connsiteY4" fmla="*/ 1563910 h 1563910"/>
              <a:gd name="connsiteX5" fmla="*/ 1960054 w 4019550"/>
              <a:gd name="connsiteY5" fmla="*/ 1563910 h 1563910"/>
              <a:gd name="connsiteX6" fmla="*/ 1960054 w 4019550"/>
              <a:gd name="connsiteY6" fmla="*/ 1563338 h 1563910"/>
              <a:gd name="connsiteX7" fmla="*/ 104394 w 4019550"/>
              <a:gd name="connsiteY7" fmla="*/ 1563338 h 1563910"/>
              <a:gd name="connsiteX8" fmla="*/ 0 w 4019550"/>
              <a:gd name="connsiteY8" fmla="*/ 1095756 h 1563910"/>
              <a:gd name="connsiteX9" fmla="*/ 1095756 w 4019550"/>
              <a:gd name="connsiteY9" fmla="*/ 0 h 1563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19550" h="1563910">
                <a:moveTo>
                  <a:pt x="1095756" y="0"/>
                </a:moveTo>
                <a:lnTo>
                  <a:pt x="4017455" y="0"/>
                </a:lnTo>
                <a:lnTo>
                  <a:pt x="4017455" y="710206"/>
                </a:lnTo>
                <a:lnTo>
                  <a:pt x="4019550" y="710656"/>
                </a:lnTo>
                <a:lnTo>
                  <a:pt x="4019550" y="1563910"/>
                </a:lnTo>
                <a:lnTo>
                  <a:pt x="1960054" y="1563910"/>
                </a:lnTo>
                <a:lnTo>
                  <a:pt x="1960054" y="1563338"/>
                </a:lnTo>
                <a:lnTo>
                  <a:pt x="104394" y="1563338"/>
                </a:lnTo>
                <a:cubicBezTo>
                  <a:pt x="37529" y="1421511"/>
                  <a:pt x="0" y="1263015"/>
                  <a:pt x="0" y="1095756"/>
                </a:cubicBezTo>
                <a:cubicBezTo>
                  <a:pt x="0" y="490442"/>
                  <a:pt x="491109" y="0"/>
                  <a:pt x="1095756" y="0"/>
                </a:cubicBezTo>
                <a:close/>
              </a:path>
            </a:pathLst>
          </a:custGeom>
          <a:solidFill>
            <a:schemeClr val="bg1">
              <a:lumMod val="75000"/>
            </a:schemeClr>
          </a:solidFill>
        </p:spPr>
        <p:txBody>
          <a:bodyPr wrap="square" lIns="144000" tIns="144000" anchor="ctr" anchorCtr="0">
            <a:noAutofit/>
          </a:bodyPr>
          <a:lstStyle>
            <a:lvl1pPr algn="r">
              <a:defRPr sz="1400">
                <a:solidFill>
                  <a:schemeClr val="bg1"/>
                </a:solidFill>
              </a:defRPr>
            </a:lvl1pPr>
          </a:lstStyle>
          <a:p>
            <a:r>
              <a:rPr lang="en-AU" sz="1400" dirty="0"/>
              <a:t>Click Icon to Add Image</a:t>
            </a:r>
            <a:endParaRPr lang="en-AU" dirty="0"/>
          </a:p>
        </p:txBody>
      </p:sp>
      <p:pic>
        <p:nvPicPr>
          <p:cNvPr id="7" name="Header Graphic">
            <a:extLst>
              <a:ext uri="{FF2B5EF4-FFF2-40B4-BE49-F238E27FC236}">
                <a16:creationId xmlns:a16="http://schemas.microsoft.com/office/drawing/2014/main" id="{1882A1DF-688E-422A-ADC0-7A17F0807CC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44259" y="396502"/>
            <a:ext cx="352425" cy="400050"/>
          </a:xfrm>
          <a:prstGeom prst="rect">
            <a:avLst/>
          </a:prstGeom>
        </p:spPr>
      </p:pic>
      <p:sp>
        <p:nvSpPr>
          <p:cNvPr id="19" name="Slide Number">
            <a:extLst>
              <a:ext uri="{FF2B5EF4-FFF2-40B4-BE49-F238E27FC236}">
                <a16:creationId xmlns:a16="http://schemas.microsoft.com/office/drawing/2014/main" id="{8E2CE6AB-1ABD-454E-B55F-E629068A14A0}"/>
              </a:ext>
            </a:extLst>
          </p:cNvPr>
          <p:cNvSpPr>
            <a:spLocks noGrp="1"/>
          </p:cNvSpPr>
          <p:nvPr>
            <p:ph type="sldNum" sz="quarter" idx="20"/>
          </p:nvPr>
        </p:nvSpPr>
        <p:spPr/>
        <p:txBody>
          <a:bodyPr/>
          <a:lstStyle/>
          <a:p>
            <a:fld id="{F5AEA0E0-5CC6-4BD0-905C-A0021E419432}" type="slidenum">
              <a:rPr lang="en-GB" smtClean="0"/>
              <a:pPr/>
              <a:t>‹#›</a:t>
            </a:fld>
            <a:endParaRPr lang="en-GB" dirty="0"/>
          </a:p>
        </p:txBody>
      </p:sp>
      <p:sp>
        <p:nvSpPr>
          <p:cNvPr id="17" name="Date">
            <a:extLst>
              <a:ext uri="{FF2B5EF4-FFF2-40B4-BE49-F238E27FC236}">
                <a16:creationId xmlns:a16="http://schemas.microsoft.com/office/drawing/2014/main" id="{1D2E4564-995C-42F8-8BD4-7367B5DB0513}"/>
              </a:ext>
            </a:extLst>
          </p:cNvPr>
          <p:cNvSpPr>
            <a:spLocks noGrp="1"/>
          </p:cNvSpPr>
          <p:nvPr>
            <p:ph type="dt" sz="half" idx="18"/>
          </p:nvPr>
        </p:nvSpPr>
        <p:spPr/>
        <p:txBody>
          <a:bodyPr/>
          <a:lstStyle/>
          <a:p>
            <a:endParaRPr lang="en-GB" dirty="0"/>
          </a:p>
        </p:txBody>
      </p:sp>
      <p:sp>
        <p:nvSpPr>
          <p:cNvPr id="18" name="Footer/CRICOS">
            <a:extLst>
              <a:ext uri="{FF2B5EF4-FFF2-40B4-BE49-F238E27FC236}">
                <a16:creationId xmlns:a16="http://schemas.microsoft.com/office/drawing/2014/main" id="{88DA4857-4DCB-4E65-A0B1-D7E6FC9C05E4}"/>
              </a:ext>
            </a:extLst>
          </p:cNvPr>
          <p:cNvSpPr>
            <a:spLocks noGrp="1"/>
          </p:cNvSpPr>
          <p:nvPr>
            <p:ph type="ftr" sz="quarter" idx="19"/>
          </p:nvPr>
        </p:nvSpPr>
        <p:spPr/>
        <p:txBody>
          <a:bodyPr/>
          <a:lstStyle/>
          <a:p>
            <a:r>
              <a:rPr lang="en-AU"/>
              <a:t>Deakin University CRICOS Provider Code: 00113B</a:t>
            </a:r>
            <a:endParaRPr lang="en-GB" dirty="0"/>
          </a:p>
        </p:txBody>
      </p:sp>
    </p:spTree>
    <p:extLst>
      <p:ext uri="{BB962C8B-B14F-4D97-AF65-F5344CB8AC3E}">
        <p14:creationId xmlns:p14="http://schemas.microsoft.com/office/powerpoint/2010/main" val="336440436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tent and Table A">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801765" y="349790"/>
            <a:ext cx="5508000" cy="936000"/>
          </a:xfrm>
        </p:spPr>
        <p:txBody>
          <a:bodyPr/>
          <a:lstStyle>
            <a:lvl1pPr>
              <a:lnSpc>
                <a:spcPct val="100000"/>
              </a:lnSpc>
              <a:buFont typeface="Arial" panose="020B0604020202020204" pitchFamily="34" charset="0"/>
              <a:buNone/>
              <a:defRPr sz="2650">
                <a:solidFill>
                  <a:schemeClr val="tx1"/>
                </a:solidFill>
              </a:defRPr>
            </a:lvl1pPr>
          </a:lstStyle>
          <a:p>
            <a:r>
              <a:rPr lang="en-US" dirty="0"/>
              <a:t>Click to add title</a:t>
            </a:r>
            <a:endParaRPr lang="en-GB" dirty="0"/>
          </a:p>
        </p:txBody>
      </p:sp>
      <p:sp>
        <p:nvSpPr>
          <p:cNvPr id="6" name="Body copy text 1">
            <a:extLst>
              <a:ext uri="{FF2B5EF4-FFF2-40B4-BE49-F238E27FC236}">
                <a16:creationId xmlns:a16="http://schemas.microsoft.com/office/drawing/2014/main" id="{BA9360C9-D6E6-46AC-8EF9-EEF25F267E14}"/>
              </a:ext>
            </a:extLst>
          </p:cNvPr>
          <p:cNvSpPr>
            <a:spLocks noGrp="1"/>
          </p:cNvSpPr>
          <p:nvPr>
            <p:ph sz="quarter" idx="12" hasCustomPrompt="1"/>
          </p:nvPr>
        </p:nvSpPr>
        <p:spPr>
          <a:xfrm>
            <a:off x="877965" y="1582600"/>
            <a:ext cx="3636000" cy="4356000"/>
          </a:xfrm>
          <a:solidFill>
            <a:schemeClr val="accent6"/>
          </a:solidFill>
        </p:spPr>
        <p:txBody>
          <a:bodyPr lIns="216000" tIns="252000"/>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a:lvl1pPr>
            <a:lvl2pPr>
              <a:defRPr sz="1200"/>
            </a:lvl2pPr>
            <a:lvl3pPr>
              <a:spcBef>
                <a:spcPts val="600"/>
              </a:spcBef>
              <a:defRPr sz="1200"/>
            </a:lvl3pPr>
            <a:lvl4pPr>
              <a:defRPr sz="1200"/>
            </a:lvl4pPr>
            <a:lvl5pP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7" name="Body copy text 2">
            <a:extLst>
              <a:ext uri="{FF2B5EF4-FFF2-40B4-BE49-F238E27FC236}">
                <a16:creationId xmlns:a16="http://schemas.microsoft.com/office/drawing/2014/main" id="{7A8B5648-049A-4275-B63C-8DE5F8AE7099}"/>
              </a:ext>
            </a:extLst>
          </p:cNvPr>
          <p:cNvSpPr>
            <a:spLocks noGrp="1"/>
          </p:cNvSpPr>
          <p:nvPr>
            <p:ph sz="quarter" idx="16" hasCustomPrompt="1"/>
          </p:nvPr>
        </p:nvSpPr>
        <p:spPr>
          <a:xfrm>
            <a:off x="4992515" y="1582599"/>
            <a:ext cx="2936639" cy="4355999"/>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300"/>
            </a:lvl1pPr>
            <a:lvl3pPr>
              <a:spcBef>
                <a:spcPts val="600"/>
              </a:spcBef>
              <a:defRPr/>
            </a:lvl3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grpSp>
        <p:nvGrpSpPr>
          <p:cNvPr id="12" name="Header Graphic">
            <a:extLst>
              <a:ext uri="{FF2B5EF4-FFF2-40B4-BE49-F238E27FC236}">
                <a16:creationId xmlns:a16="http://schemas.microsoft.com/office/drawing/2014/main" id="{BF5F1279-1C5C-485A-8AC1-471C5DFA3E55}"/>
              </a:ext>
              <a:ext uri="{C183D7F6-B498-43B3-948B-1728B52AA6E4}">
                <adec:decorative xmlns:adec="http://schemas.microsoft.com/office/drawing/2017/decorative" val="1"/>
              </a:ext>
            </a:extLst>
          </p:cNvPr>
          <p:cNvGrpSpPr>
            <a:grpSpLocks noChangeAspect="1"/>
          </p:cNvGrpSpPr>
          <p:nvPr userDrawn="1"/>
        </p:nvGrpSpPr>
        <p:grpSpPr bwMode="auto">
          <a:xfrm>
            <a:off x="1" y="0"/>
            <a:ext cx="795308" cy="936001"/>
            <a:chOff x="5663" y="1680"/>
            <a:chExt cx="814" cy="958"/>
          </a:xfrm>
        </p:grpSpPr>
        <p:sp>
          <p:nvSpPr>
            <p:cNvPr id="15" name="Shape">
              <a:extLst>
                <a:ext uri="{FF2B5EF4-FFF2-40B4-BE49-F238E27FC236}">
                  <a16:creationId xmlns:a16="http://schemas.microsoft.com/office/drawing/2014/main" id="{A4883C88-BAD7-4F79-87FD-55D4F6A329AF}"/>
                </a:ext>
              </a:extLst>
            </p:cNvPr>
            <p:cNvSpPr>
              <a:spLocks/>
            </p:cNvSpPr>
            <p:nvPr userDrawn="1"/>
          </p:nvSpPr>
          <p:spPr bwMode="auto">
            <a:xfrm>
              <a:off x="5663" y="1680"/>
              <a:ext cx="669" cy="685"/>
            </a:xfrm>
            <a:custGeom>
              <a:avLst/>
              <a:gdLst>
                <a:gd name="T0" fmla="*/ 280 w 280"/>
                <a:gd name="T1" fmla="*/ 65 h 287"/>
                <a:gd name="T2" fmla="*/ 270 w 280"/>
                <a:gd name="T3" fmla="*/ 0 h 287"/>
                <a:gd name="T4" fmla="*/ 0 w 280"/>
                <a:gd name="T5" fmla="*/ 0 h 287"/>
                <a:gd name="T6" fmla="*/ 0 w 280"/>
                <a:gd name="T7" fmla="*/ 280 h 287"/>
                <a:gd name="T8" fmla="*/ 58 w 280"/>
                <a:gd name="T9" fmla="*/ 287 h 287"/>
                <a:gd name="T10" fmla="*/ 280 w 280"/>
                <a:gd name="T11" fmla="*/ 65 h 287"/>
              </a:gdLst>
              <a:ahLst/>
              <a:cxnLst>
                <a:cxn ang="0">
                  <a:pos x="T0" y="T1"/>
                </a:cxn>
                <a:cxn ang="0">
                  <a:pos x="T2" y="T3"/>
                </a:cxn>
                <a:cxn ang="0">
                  <a:pos x="T4" y="T5"/>
                </a:cxn>
                <a:cxn ang="0">
                  <a:pos x="T6" y="T7"/>
                </a:cxn>
                <a:cxn ang="0">
                  <a:pos x="T8" y="T9"/>
                </a:cxn>
                <a:cxn ang="0">
                  <a:pos x="T10" y="T11"/>
                </a:cxn>
              </a:cxnLst>
              <a:rect l="0" t="0" r="r" b="b"/>
              <a:pathLst>
                <a:path w="280" h="287">
                  <a:moveTo>
                    <a:pt x="280" y="65"/>
                  </a:moveTo>
                  <a:cubicBezTo>
                    <a:pt x="280" y="42"/>
                    <a:pt x="276" y="21"/>
                    <a:pt x="270" y="0"/>
                  </a:cubicBezTo>
                  <a:cubicBezTo>
                    <a:pt x="0" y="0"/>
                    <a:pt x="0" y="0"/>
                    <a:pt x="0" y="0"/>
                  </a:cubicBezTo>
                  <a:cubicBezTo>
                    <a:pt x="0" y="280"/>
                    <a:pt x="0" y="280"/>
                    <a:pt x="0" y="280"/>
                  </a:cubicBezTo>
                  <a:cubicBezTo>
                    <a:pt x="19" y="285"/>
                    <a:pt x="38" y="287"/>
                    <a:pt x="58" y="287"/>
                  </a:cubicBezTo>
                  <a:cubicBezTo>
                    <a:pt x="180" y="287"/>
                    <a:pt x="280" y="188"/>
                    <a:pt x="280" y="65"/>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6" name="Shape">
              <a:extLst>
                <a:ext uri="{FF2B5EF4-FFF2-40B4-BE49-F238E27FC236}">
                  <a16:creationId xmlns:a16="http://schemas.microsoft.com/office/drawing/2014/main" id="{2144CEF7-1304-4631-8B68-019A142872D7}"/>
                </a:ext>
              </a:extLst>
            </p:cNvPr>
            <p:cNvSpPr>
              <a:spLocks noEditPoints="1"/>
            </p:cNvSpPr>
            <p:nvPr userDrawn="1"/>
          </p:nvSpPr>
          <p:spPr bwMode="auto">
            <a:xfrm>
              <a:off x="5858" y="1924"/>
              <a:ext cx="619" cy="714"/>
            </a:xfrm>
            <a:custGeom>
              <a:avLst/>
              <a:gdLst>
                <a:gd name="T0" fmla="*/ 0 w 619"/>
                <a:gd name="T1" fmla="*/ 714 h 714"/>
                <a:gd name="T2" fmla="*/ 0 w 619"/>
                <a:gd name="T3" fmla="*/ 0 h 714"/>
                <a:gd name="T4" fmla="*/ 619 w 619"/>
                <a:gd name="T5" fmla="*/ 358 h 714"/>
                <a:gd name="T6" fmla="*/ 0 w 619"/>
                <a:gd name="T7" fmla="*/ 714 h 714"/>
                <a:gd name="T8" fmla="*/ 20 w 619"/>
                <a:gd name="T9" fmla="*/ 33 h 714"/>
                <a:gd name="T10" fmla="*/ 20 w 619"/>
                <a:gd name="T11" fmla="*/ 680 h 714"/>
                <a:gd name="T12" fmla="*/ 581 w 619"/>
                <a:gd name="T13" fmla="*/ 358 h 714"/>
                <a:gd name="T14" fmla="*/ 20 w 619"/>
                <a:gd name="T15" fmla="*/ 33 h 7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9" h="714">
                  <a:moveTo>
                    <a:pt x="0" y="714"/>
                  </a:moveTo>
                  <a:lnTo>
                    <a:pt x="0" y="0"/>
                  </a:lnTo>
                  <a:lnTo>
                    <a:pt x="619" y="358"/>
                  </a:lnTo>
                  <a:lnTo>
                    <a:pt x="0" y="714"/>
                  </a:lnTo>
                  <a:close/>
                  <a:moveTo>
                    <a:pt x="20" y="33"/>
                  </a:moveTo>
                  <a:lnTo>
                    <a:pt x="20" y="680"/>
                  </a:lnTo>
                  <a:lnTo>
                    <a:pt x="581" y="358"/>
                  </a:lnTo>
                  <a:lnTo>
                    <a:pt x="20" y="33"/>
                  </a:lnTo>
                  <a:close/>
                </a:path>
              </a:pathLst>
            </a:custGeom>
            <a:solidFill>
              <a:srgbClr val="C7429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sp>
        <p:nvSpPr>
          <p:cNvPr id="10" name="Slide Number">
            <a:extLst>
              <a:ext uri="{FF2B5EF4-FFF2-40B4-BE49-F238E27FC236}">
                <a16:creationId xmlns:a16="http://schemas.microsoft.com/office/drawing/2014/main" id="{DCE954CA-5F34-41AF-8C0A-75249D76E797}"/>
              </a:ext>
            </a:extLst>
          </p:cNvPr>
          <p:cNvSpPr>
            <a:spLocks noGrp="1"/>
          </p:cNvSpPr>
          <p:nvPr>
            <p:ph type="sldNum" sz="quarter" idx="19"/>
          </p:nvPr>
        </p:nvSpPr>
        <p:spPr/>
        <p:txBody>
          <a:bodyPr/>
          <a:lstStyle/>
          <a:p>
            <a:fld id="{F5AEA0E0-5CC6-4BD0-905C-A0021E419432}" type="slidenum">
              <a:rPr lang="en-GB" smtClean="0"/>
              <a:pPr/>
              <a:t>‹#›</a:t>
            </a:fld>
            <a:endParaRPr lang="en-GB" dirty="0"/>
          </a:p>
        </p:txBody>
      </p:sp>
      <p:sp>
        <p:nvSpPr>
          <p:cNvPr id="7" name="Date">
            <a:extLst>
              <a:ext uri="{FF2B5EF4-FFF2-40B4-BE49-F238E27FC236}">
                <a16:creationId xmlns:a16="http://schemas.microsoft.com/office/drawing/2014/main" id="{AD2E3E0D-44F7-47A6-9599-51FC98AA7499}"/>
              </a:ext>
            </a:extLst>
          </p:cNvPr>
          <p:cNvSpPr>
            <a:spLocks noGrp="1"/>
          </p:cNvSpPr>
          <p:nvPr>
            <p:ph type="dt" sz="half" idx="17"/>
          </p:nvPr>
        </p:nvSpPr>
        <p:spPr/>
        <p:txBody>
          <a:bodyPr/>
          <a:lstStyle/>
          <a:p>
            <a:endParaRPr lang="en-GB" dirty="0"/>
          </a:p>
        </p:txBody>
      </p:sp>
      <p:sp>
        <p:nvSpPr>
          <p:cNvPr id="8" name="Footer/CRICOS">
            <a:extLst>
              <a:ext uri="{FF2B5EF4-FFF2-40B4-BE49-F238E27FC236}">
                <a16:creationId xmlns:a16="http://schemas.microsoft.com/office/drawing/2014/main" id="{4E8A1DF4-45A8-4486-8ACA-700AF2812ABE}"/>
              </a:ext>
            </a:extLst>
          </p:cNvPr>
          <p:cNvSpPr>
            <a:spLocks noGrp="1"/>
          </p:cNvSpPr>
          <p:nvPr>
            <p:ph type="ftr" sz="quarter" idx="18"/>
          </p:nvPr>
        </p:nvSpPr>
        <p:spPr/>
        <p:txBody>
          <a:bodyPr/>
          <a:lstStyle/>
          <a:p>
            <a:r>
              <a:rPr lang="en-AU"/>
              <a:t>Deakin University CRICOS Provider Code: 00113B</a:t>
            </a:r>
            <a:endParaRPr lang="en-GB" dirty="0"/>
          </a:p>
        </p:txBody>
      </p:sp>
    </p:spTree>
    <p:extLst>
      <p:ext uri="{BB962C8B-B14F-4D97-AF65-F5344CB8AC3E}">
        <p14:creationId xmlns:p14="http://schemas.microsoft.com/office/powerpoint/2010/main" val="387363542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ontent and Table B">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801765" y="349790"/>
            <a:ext cx="5508000" cy="936000"/>
          </a:xfrm>
        </p:spPr>
        <p:txBody>
          <a:bodyPr/>
          <a:lstStyle>
            <a:lvl1pPr>
              <a:lnSpc>
                <a:spcPct val="100000"/>
              </a:lnSpc>
              <a:buFont typeface="Arial" panose="020B0604020202020204" pitchFamily="34" charset="0"/>
              <a:buNone/>
              <a:defRPr sz="2650">
                <a:solidFill>
                  <a:schemeClr val="tx1"/>
                </a:solidFill>
              </a:defRPr>
            </a:lvl1pPr>
          </a:lstStyle>
          <a:p>
            <a:r>
              <a:rPr lang="en-US" dirty="0"/>
              <a:t>Click to add title</a:t>
            </a:r>
            <a:endParaRPr lang="en-GB" dirty="0"/>
          </a:p>
        </p:txBody>
      </p:sp>
      <p:sp>
        <p:nvSpPr>
          <p:cNvPr id="7" name="Table Placeholder">
            <a:extLst>
              <a:ext uri="{FF2B5EF4-FFF2-40B4-BE49-F238E27FC236}">
                <a16:creationId xmlns:a16="http://schemas.microsoft.com/office/drawing/2014/main" id="{186C0C8E-6E89-41BD-BF85-EA7502310463}"/>
              </a:ext>
            </a:extLst>
          </p:cNvPr>
          <p:cNvSpPr>
            <a:spLocks noGrp="1"/>
          </p:cNvSpPr>
          <p:nvPr>
            <p:ph type="tbl" sz="quarter" idx="16"/>
          </p:nvPr>
        </p:nvSpPr>
        <p:spPr>
          <a:xfrm>
            <a:off x="801766" y="1617663"/>
            <a:ext cx="5832000" cy="3816350"/>
          </a:xfrm>
          <a:solidFill>
            <a:schemeClr val="accent6"/>
          </a:solidFill>
        </p:spPr>
        <p:txBody>
          <a:bodyPr/>
          <a:lstStyle>
            <a:lvl1pPr>
              <a:defRPr sz="1400"/>
            </a:lvl1pPr>
          </a:lstStyle>
          <a:p>
            <a:endParaRPr lang="en-AU"/>
          </a:p>
        </p:txBody>
      </p:sp>
      <p:grpSp>
        <p:nvGrpSpPr>
          <p:cNvPr id="12" name="Header Graphic">
            <a:extLst>
              <a:ext uri="{FF2B5EF4-FFF2-40B4-BE49-F238E27FC236}">
                <a16:creationId xmlns:a16="http://schemas.microsoft.com/office/drawing/2014/main" id="{996509B7-ACE3-49C9-9524-E047DE484674}"/>
              </a:ext>
              <a:ext uri="{C183D7F6-B498-43B3-948B-1728B52AA6E4}">
                <adec:decorative xmlns:adec="http://schemas.microsoft.com/office/drawing/2017/decorative" val="1"/>
              </a:ext>
            </a:extLst>
          </p:cNvPr>
          <p:cNvGrpSpPr>
            <a:grpSpLocks noChangeAspect="1"/>
          </p:cNvGrpSpPr>
          <p:nvPr userDrawn="1"/>
        </p:nvGrpSpPr>
        <p:grpSpPr bwMode="auto">
          <a:xfrm>
            <a:off x="1" y="0"/>
            <a:ext cx="795308" cy="936001"/>
            <a:chOff x="5663" y="1680"/>
            <a:chExt cx="814" cy="958"/>
          </a:xfrm>
        </p:grpSpPr>
        <p:sp>
          <p:nvSpPr>
            <p:cNvPr id="15" name="Shape">
              <a:extLst>
                <a:ext uri="{FF2B5EF4-FFF2-40B4-BE49-F238E27FC236}">
                  <a16:creationId xmlns:a16="http://schemas.microsoft.com/office/drawing/2014/main" id="{28B8126F-69BE-412D-BE6B-EE94BD810451}"/>
                </a:ext>
              </a:extLst>
            </p:cNvPr>
            <p:cNvSpPr>
              <a:spLocks/>
            </p:cNvSpPr>
            <p:nvPr userDrawn="1"/>
          </p:nvSpPr>
          <p:spPr bwMode="auto">
            <a:xfrm>
              <a:off x="5663" y="1680"/>
              <a:ext cx="669" cy="685"/>
            </a:xfrm>
            <a:custGeom>
              <a:avLst/>
              <a:gdLst>
                <a:gd name="T0" fmla="*/ 280 w 280"/>
                <a:gd name="T1" fmla="*/ 65 h 287"/>
                <a:gd name="T2" fmla="*/ 270 w 280"/>
                <a:gd name="T3" fmla="*/ 0 h 287"/>
                <a:gd name="T4" fmla="*/ 0 w 280"/>
                <a:gd name="T5" fmla="*/ 0 h 287"/>
                <a:gd name="T6" fmla="*/ 0 w 280"/>
                <a:gd name="T7" fmla="*/ 280 h 287"/>
                <a:gd name="T8" fmla="*/ 58 w 280"/>
                <a:gd name="T9" fmla="*/ 287 h 287"/>
                <a:gd name="T10" fmla="*/ 280 w 280"/>
                <a:gd name="T11" fmla="*/ 65 h 287"/>
              </a:gdLst>
              <a:ahLst/>
              <a:cxnLst>
                <a:cxn ang="0">
                  <a:pos x="T0" y="T1"/>
                </a:cxn>
                <a:cxn ang="0">
                  <a:pos x="T2" y="T3"/>
                </a:cxn>
                <a:cxn ang="0">
                  <a:pos x="T4" y="T5"/>
                </a:cxn>
                <a:cxn ang="0">
                  <a:pos x="T6" y="T7"/>
                </a:cxn>
                <a:cxn ang="0">
                  <a:pos x="T8" y="T9"/>
                </a:cxn>
                <a:cxn ang="0">
                  <a:pos x="T10" y="T11"/>
                </a:cxn>
              </a:cxnLst>
              <a:rect l="0" t="0" r="r" b="b"/>
              <a:pathLst>
                <a:path w="280" h="287">
                  <a:moveTo>
                    <a:pt x="280" y="65"/>
                  </a:moveTo>
                  <a:cubicBezTo>
                    <a:pt x="280" y="42"/>
                    <a:pt x="276" y="21"/>
                    <a:pt x="270" y="0"/>
                  </a:cubicBezTo>
                  <a:cubicBezTo>
                    <a:pt x="0" y="0"/>
                    <a:pt x="0" y="0"/>
                    <a:pt x="0" y="0"/>
                  </a:cubicBezTo>
                  <a:cubicBezTo>
                    <a:pt x="0" y="280"/>
                    <a:pt x="0" y="280"/>
                    <a:pt x="0" y="280"/>
                  </a:cubicBezTo>
                  <a:cubicBezTo>
                    <a:pt x="19" y="285"/>
                    <a:pt x="38" y="287"/>
                    <a:pt x="58" y="287"/>
                  </a:cubicBezTo>
                  <a:cubicBezTo>
                    <a:pt x="180" y="287"/>
                    <a:pt x="280" y="188"/>
                    <a:pt x="280" y="65"/>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6" name="Shape">
              <a:extLst>
                <a:ext uri="{FF2B5EF4-FFF2-40B4-BE49-F238E27FC236}">
                  <a16:creationId xmlns:a16="http://schemas.microsoft.com/office/drawing/2014/main" id="{2531C56B-F99F-4BCC-AAC1-28512F1C28D9}"/>
                </a:ext>
              </a:extLst>
            </p:cNvPr>
            <p:cNvSpPr>
              <a:spLocks noEditPoints="1"/>
            </p:cNvSpPr>
            <p:nvPr userDrawn="1"/>
          </p:nvSpPr>
          <p:spPr bwMode="auto">
            <a:xfrm>
              <a:off x="5858" y="1924"/>
              <a:ext cx="619" cy="714"/>
            </a:xfrm>
            <a:custGeom>
              <a:avLst/>
              <a:gdLst>
                <a:gd name="T0" fmla="*/ 0 w 619"/>
                <a:gd name="T1" fmla="*/ 714 h 714"/>
                <a:gd name="T2" fmla="*/ 0 w 619"/>
                <a:gd name="T3" fmla="*/ 0 h 714"/>
                <a:gd name="T4" fmla="*/ 619 w 619"/>
                <a:gd name="T5" fmla="*/ 358 h 714"/>
                <a:gd name="T6" fmla="*/ 0 w 619"/>
                <a:gd name="T7" fmla="*/ 714 h 714"/>
                <a:gd name="T8" fmla="*/ 20 w 619"/>
                <a:gd name="T9" fmla="*/ 33 h 714"/>
                <a:gd name="T10" fmla="*/ 20 w 619"/>
                <a:gd name="T11" fmla="*/ 680 h 714"/>
                <a:gd name="T12" fmla="*/ 581 w 619"/>
                <a:gd name="T13" fmla="*/ 358 h 714"/>
                <a:gd name="T14" fmla="*/ 20 w 619"/>
                <a:gd name="T15" fmla="*/ 33 h 7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9" h="714">
                  <a:moveTo>
                    <a:pt x="0" y="714"/>
                  </a:moveTo>
                  <a:lnTo>
                    <a:pt x="0" y="0"/>
                  </a:lnTo>
                  <a:lnTo>
                    <a:pt x="619" y="358"/>
                  </a:lnTo>
                  <a:lnTo>
                    <a:pt x="0" y="714"/>
                  </a:lnTo>
                  <a:close/>
                  <a:moveTo>
                    <a:pt x="20" y="33"/>
                  </a:moveTo>
                  <a:lnTo>
                    <a:pt x="20" y="680"/>
                  </a:lnTo>
                  <a:lnTo>
                    <a:pt x="581" y="358"/>
                  </a:lnTo>
                  <a:lnTo>
                    <a:pt x="20" y="33"/>
                  </a:lnTo>
                  <a:close/>
                </a:path>
              </a:pathLst>
            </a:custGeom>
            <a:solidFill>
              <a:srgbClr val="C7429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sp>
        <p:nvSpPr>
          <p:cNvPr id="10" name="Slide Number">
            <a:extLst>
              <a:ext uri="{FF2B5EF4-FFF2-40B4-BE49-F238E27FC236}">
                <a16:creationId xmlns:a16="http://schemas.microsoft.com/office/drawing/2014/main" id="{AA537430-6C10-4C2A-9E36-A76ADBC95041}"/>
              </a:ext>
            </a:extLst>
          </p:cNvPr>
          <p:cNvSpPr>
            <a:spLocks noGrp="1"/>
          </p:cNvSpPr>
          <p:nvPr>
            <p:ph type="sldNum" sz="quarter" idx="19"/>
          </p:nvPr>
        </p:nvSpPr>
        <p:spPr/>
        <p:txBody>
          <a:bodyPr/>
          <a:lstStyle/>
          <a:p>
            <a:fld id="{F5AEA0E0-5CC6-4BD0-905C-A0021E419432}" type="slidenum">
              <a:rPr lang="en-GB" smtClean="0"/>
              <a:pPr/>
              <a:t>‹#›</a:t>
            </a:fld>
            <a:endParaRPr lang="en-GB" dirty="0"/>
          </a:p>
        </p:txBody>
      </p:sp>
      <p:sp>
        <p:nvSpPr>
          <p:cNvPr id="6" name="Date">
            <a:extLst>
              <a:ext uri="{FF2B5EF4-FFF2-40B4-BE49-F238E27FC236}">
                <a16:creationId xmlns:a16="http://schemas.microsoft.com/office/drawing/2014/main" id="{0B131A70-E30F-45DB-A526-B035C08F4646}"/>
              </a:ext>
            </a:extLst>
          </p:cNvPr>
          <p:cNvSpPr>
            <a:spLocks noGrp="1"/>
          </p:cNvSpPr>
          <p:nvPr>
            <p:ph type="dt" sz="half" idx="17"/>
          </p:nvPr>
        </p:nvSpPr>
        <p:spPr/>
        <p:txBody>
          <a:bodyPr/>
          <a:lstStyle/>
          <a:p>
            <a:endParaRPr lang="en-GB" dirty="0"/>
          </a:p>
        </p:txBody>
      </p:sp>
      <p:sp>
        <p:nvSpPr>
          <p:cNvPr id="8" name="Footer/CRICOS">
            <a:extLst>
              <a:ext uri="{FF2B5EF4-FFF2-40B4-BE49-F238E27FC236}">
                <a16:creationId xmlns:a16="http://schemas.microsoft.com/office/drawing/2014/main" id="{FF76CC07-9746-4B8A-B96D-B272F3F6E8DB}"/>
              </a:ext>
            </a:extLst>
          </p:cNvPr>
          <p:cNvSpPr>
            <a:spLocks noGrp="1"/>
          </p:cNvSpPr>
          <p:nvPr>
            <p:ph type="ftr" sz="quarter" idx="18"/>
          </p:nvPr>
        </p:nvSpPr>
        <p:spPr/>
        <p:txBody>
          <a:bodyPr/>
          <a:lstStyle/>
          <a:p>
            <a:r>
              <a:rPr lang="en-AU"/>
              <a:t>Deakin University CRICOS Provider Code: 00113B</a:t>
            </a:r>
            <a:endParaRPr lang="en-GB" dirty="0"/>
          </a:p>
        </p:txBody>
      </p:sp>
    </p:spTree>
    <p:extLst>
      <p:ext uri="{BB962C8B-B14F-4D97-AF65-F5344CB8AC3E}">
        <p14:creationId xmlns:p14="http://schemas.microsoft.com/office/powerpoint/2010/main" val="155885583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 and Content with Background A">
    <p:spTree>
      <p:nvGrpSpPr>
        <p:cNvPr id="1" name=""/>
        <p:cNvGrpSpPr/>
        <p:nvPr/>
      </p:nvGrpSpPr>
      <p:grpSpPr>
        <a:xfrm>
          <a:off x="0" y="0"/>
          <a:ext cx="0" cy="0"/>
          <a:chOff x="0" y="0"/>
          <a:chExt cx="0" cy="0"/>
        </a:xfrm>
      </p:grpSpPr>
      <p:sp>
        <p:nvSpPr>
          <p:cNvPr id="15" name="Background">
            <a:extLst>
              <a:ext uri="{FF2B5EF4-FFF2-40B4-BE49-F238E27FC236}">
                <a16:creationId xmlns:a16="http://schemas.microsoft.com/office/drawing/2014/main" id="{4262EEFC-6A97-470A-8C1E-B4F6FAF14D43}"/>
              </a:ext>
              <a:ext uri="{C183D7F6-B498-43B3-948B-1728B52AA6E4}">
                <adec:decorative xmlns:adec="http://schemas.microsoft.com/office/drawing/2017/decorative" val="1"/>
              </a:ext>
            </a:extLst>
          </p:cNvPr>
          <p:cNvSpPr/>
          <p:nvPr userDrawn="1"/>
        </p:nvSpPr>
        <p:spPr>
          <a:xfrm>
            <a:off x="0" y="0"/>
            <a:ext cx="12191999" cy="6858000"/>
          </a:xfrm>
          <a:prstGeom prst="rect">
            <a:avLst/>
          </a:prstGeom>
          <a:solidFill>
            <a:srgbClr val="3736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Graphic">
            <a:extLst>
              <a:ext uri="{FF2B5EF4-FFF2-40B4-BE49-F238E27FC236}">
                <a16:creationId xmlns:a16="http://schemas.microsoft.com/office/drawing/2014/main" id="{6551DA18-E036-4C63-B29C-5ABCD4B402F1}"/>
              </a:ext>
              <a:ext uri="{C183D7F6-B498-43B3-948B-1728B52AA6E4}">
                <adec:decorative xmlns:adec="http://schemas.microsoft.com/office/drawing/2017/decorative" val="1"/>
              </a:ext>
            </a:extLst>
          </p:cNvPr>
          <p:cNvSpPr/>
          <p:nvPr/>
        </p:nvSpPr>
        <p:spPr>
          <a:xfrm>
            <a:off x="0" y="911590"/>
            <a:ext cx="8415146" cy="5034820"/>
          </a:xfrm>
          <a:custGeom>
            <a:avLst/>
            <a:gdLst>
              <a:gd name="connsiteX0" fmla="*/ 0 w 8415146"/>
              <a:gd name="connsiteY0" fmla="*/ 5034820 h 5034820"/>
              <a:gd name="connsiteX1" fmla="*/ 5898261 w 8415146"/>
              <a:gd name="connsiteY1" fmla="*/ 5034820 h 5034820"/>
              <a:gd name="connsiteX2" fmla="*/ 8415147 w 8415146"/>
              <a:gd name="connsiteY2" fmla="*/ 2517934 h 5034820"/>
              <a:gd name="connsiteX3" fmla="*/ 5898261 w 8415146"/>
              <a:gd name="connsiteY3" fmla="*/ 0 h 5034820"/>
              <a:gd name="connsiteX4" fmla="*/ 0 w 8415146"/>
              <a:gd name="connsiteY4" fmla="*/ 0 h 5034820"/>
              <a:gd name="connsiteX5" fmla="*/ 0 w 8415146"/>
              <a:gd name="connsiteY5" fmla="*/ 5034820 h 5034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15146" h="5034820">
                <a:moveTo>
                  <a:pt x="0" y="5034820"/>
                </a:moveTo>
                <a:lnTo>
                  <a:pt x="5898261" y="5034820"/>
                </a:lnTo>
                <a:cubicBezTo>
                  <a:pt x="7287101" y="5034820"/>
                  <a:pt x="8415147" y="3908393"/>
                  <a:pt x="8415147" y="2517934"/>
                </a:cubicBezTo>
                <a:cubicBezTo>
                  <a:pt x="8415242" y="1127093"/>
                  <a:pt x="7288816" y="0"/>
                  <a:pt x="5898261" y="0"/>
                </a:cubicBezTo>
                <a:lnTo>
                  <a:pt x="0" y="0"/>
                </a:lnTo>
                <a:lnTo>
                  <a:pt x="0" y="5034820"/>
                </a:lnTo>
                <a:close/>
              </a:path>
            </a:pathLst>
          </a:custGeom>
          <a:solidFill>
            <a:schemeClr val="accent1"/>
          </a:solidFill>
          <a:ln w="9525" cap="flat">
            <a:noFill/>
            <a:prstDash val="solid"/>
            <a:miter/>
          </a:ln>
        </p:spPr>
        <p:txBody>
          <a:bodyPr rtlCol="0" anchor="ctr"/>
          <a:lstStyle/>
          <a:p>
            <a:endParaRPr lang="en-AU"/>
          </a:p>
        </p:txBody>
      </p:sp>
      <p:sp>
        <p:nvSpPr>
          <p:cNvPr id="2" name="Title"/>
          <p:cNvSpPr>
            <a:spLocks noGrp="1"/>
          </p:cNvSpPr>
          <p:nvPr>
            <p:ph type="title" hasCustomPrompt="1"/>
          </p:nvPr>
        </p:nvSpPr>
        <p:spPr>
          <a:xfrm>
            <a:off x="801765" y="1473196"/>
            <a:ext cx="5508000" cy="936000"/>
          </a:xfrm>
        </p:spPr>
        <p:txBody>
          <a:bodyPr/>
          <a:lstStyle>
            <a:lvl1pPr>
              <a:lnSpc>
                <a:spcPct val="100000"/>
              </a:lnSpc>
              <a:buFont typeface="Arial" panose="020B0604020202020204" pitchFamily="34" charset="0"/>
              <a:buNone/>
              <a:defRPr sz="2650">
                <a:solidFill>
                  <a:schemeClr val="bg1"/>
                </a:solidFill>
              </a:defRPr>
            </a:lvl1pPr>
          </a:lstStyle>
          <a:p>
            <a:r>
              <a:rPr lang="en-US" dirty="0"/>
              <a:t>Click to add title</a:t>
            </a:r>
            <a:endParaRPr lang="en-GB" dirty="0"/>
          </a:p>
        </p:txBody>
      </p:sp>
      <p:sp>
        <p:nvSpPr>
          <p:cNvPr id="14" name="Body copy text">
            <a:extLst>
              <a:ext uri="{FF2B5EF4-FFF2-40B4-BE49-F238E27FC236}">
                <a16:creationId xmlns:a16="http://schemas.microsoft.com/office/drawing/2014/main" id="{7CEB7F94-BC87-4343-A596-E86EF3A223CB}"/>
              </a:ext>
            </a:extLst>
          </p:cNvPr>
          <p:cNvSpPr>
            <a:spLocks noGrp="1"/>
          </p:cNvSpPr>
          <p:nvPr>
            <p:ph sz="quarter" idx="12" hasCustomPrompt="1"/>
          </p:nvPr>
        </p:nvSpPr>
        <p:spPr>
          <a:xfrm>
            <a:off x="801764" y="2662888"/>
            <a:ext cx="5507999" cy="2664000"/>
          </a:xfrm>
          <a:noFill/>
        </p:spPr>
        <p:txBody>
          <a:bodyPr lIns="90000" tIns="90000"/>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a:solidFill>
                  <a:schemeClr val="bg1"/>
                </a:solidFill>
              </a:defRPr>
            </a:lvl1pPr>
            <a:lvl2pPr>
              <a:defRPr sz="1200">
                <a:solidFill>
                  <a:schemeClr val="bg1"/>
                </a:solidFill>
              </a:defRPr>
            </a:lvl2pPr>
            <a:lvl3pPr>
              <a:spcBef>
                <a:spcPts val="600"/>
              </a:spcBef>
              <a:defRPr sz="1200">
                <a:solidFill>
                  <a:schemeClr val="bg1"/>
                </a:solidFill>
              </a:defRPr>
            </a:lvl3pPr>
            <a:lvl4pPr>
              <a:defRPr sz="1200">
                <a:solidFill>
                  <a:schemeClr val="bg1"/>
                </a:solidFill>
              </a:defRPr>
            </a:lvl4pPr>
            <a:lvl5pPr>
              <a:defRPr sz="1200">
                <a:solidFill>
                  <a:schemeClr val="bg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13" name="Deakin Logo" descr="Deakin Logo">
            <a:extLst>
              <a:ext uri="{FF2B5EF4-FFF2-40B4-BE49-F238E27FC236}">
                <a16:creationId xmlns:a16="http://schemas.microsoft.com/office/drawing/2014/main" id="{23338597-587A-4CB8-83E0-91137A59A51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810240" y="345808"/>
            <a:ext cx="1038747" cy="1037217"/>
          </a:xfrm>
          <a:prstGeom prst="rect">
            <a:avLst/>
          </a:prstGeom>
        </p:spPr>
      </p:pic>
      <p:sp>
        <p:nvSpPr>
          <p:cNvPr id="5" name="Slide Number">
            <a:extLst>
              <a:ext uri="{FF2B5EF4-FFF2-40B4-BE49-F238E27FC236}">
                <a16:creationId xmlns:a16="http://schemas.microsoft.com/office/drawing/2014/main" id="{C68B1544-0DFA-459D-8ABC-F4811138FABA}"/>
              </a:ext>
            </a:extLst>
          </p:cNvPr>
          <p:cNvSpPr>
            <a:spLocks noGrp="1"/>
          </p:cNvSpPr>
          <p:nvPr>
            <p:ph type="sldNum" sz="quarter" idx="15"/>
          </p:nvPr>
        </p:nvSpPr>
        <p:spPr/>
        <p:txBody>
          <a:bodyPr/>
          <a:lstStyle>
            <a:lvl1pPr>
              <a:defRPr>
                <a:solidFill>
                  <a:schemeClr val="bg1"/>
                </a:solidFill>
              </a:defRPr>
            </a:lvl1pPr>
          </a:lstStyle>
          <a:p>
            <a:fld id="{F5AEA0E0-5CC6-4BD0-905C-A0021E419432}" type="slidenum">
              <a:rPr lang="en-GB" smtClean="0"/>
              <a:pPr/>
              <a:t>‹#›</a:t>
            </a:fld>
            <a:endParaRPr lang="en-GB" dirty="0"/>
          </a:p>
        </p:txBody>
      </p:sp>
      <p:sp>
        <p:nvSpPr>
          <p:cNvPr id="3" name="Date">
            <a:extLst>
              <a:ext uri="{FF2B5EF4-FFF2-40B4-BE49-F238E27FC236}">
                <a16:creationId xmlns:a16="http://schemas.microsoft.com/office/drawing/2014/main" id="{971B77DE-A496-4B93-B64F-ED5DC4A08ACE}"/>
              </a:ext>
            </a:extLst>
          </p:cNvPr>
          <p:cNvSpPr>
            <a:spLocks noGrp="1"/>
          </p:cNvSpPr>
          <p:nvPr>
            <p:ph type="dt" sz="half" idx="13"/>
          </p:nvPr>
        </p:nvSpPr>
        <p:spPr/>
        <p:txBody>
          <a:bodyPr/>
          <a:lstStyle>
            <a:lvl1pPr>
              <a:defRPr>
                <a:solidFill>
                  <a:schemeClr val="bg1"/>
                </a:solidFill>
              </a:defRPr>
            </a:lvl1pPr>
          </a:lstStyle>
          <a:p>
            <a:endParaRPr lang="en-GB" dirty="0">
              <a:solidFill>
                <a:schemeClr val="bg1"/>
              </a:solidFill>
            </a:endParaRPr>
          </a:p>
        </p:txBody>
      </p:sp>
      <p:sp>
        <p:nvSpPr>
          <p:cNvPr id="4" name="Footer/CRICOS">
            <a:extLst>
              <a:ext uri="{FF2B5EF4-FFF2-40B4-BE49-F238E27FC236}">
                <a16:creationId xmlns:a16="http://schemas.microsoft.com/office/drawing/2014/main" id="{C6096C4C-B29C-42A4-AD6C-2A14A7616E8E}"/>
              </a:ext>
            </a:extLst>
          </p:cNvPr>
          <p:cNvSpPr>
            <a:spLocks noGrp="1"/>
          </p:cNvSpPr>
          <p:nvPr>
            <p:ph type="ftr" sz="quarter" idx="14"/>
          </p:nvPr>
        </p:nvSpPr>
        <p:spPr/>
        <p:txBody>
          <a:bodyPr/>
          <a:lstStyle>
            <a:lvl1pPr>
              <a:defRPr>
                <a:solidFill>
                  <a:schemeClr val="bg1"/>
                </a:solidFill>
              </a:defRPr>
            </a:lvl1pPr>
          </a:lstStyle>
          <a:p>
            <a:r>
              <a:rPr lang="en-AU"/>
              <a:t>Deakin University CRICOS Provider Code: 00113B</a:t>
            </a:r>
            <a:endParaRPr lang="en-GB" dirty="0"/>
          </a:p>
        </p:txBody>
      </p:sp>
    </p:spTree>
    <p:extLst>
      <p:ext uri="{BB962C8B-B14F-4D97-AF65-F5344CB8AC3E}">
        <p14:creationId xmlns:p14="http://schemas.microsoft.com/office/powerpoint/2010/main" val="245202140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and Content with Background B">
    <p:spTree>
      <p:nvGrpSpPr>
        <p:cNvPr id="1" name=""/>
        <p:cNvGrpSpPr/>
        <p:nvPr/>
      </p:nvGrpSpPr>
      <p:grpSpPr>
        <a:xfrm>
          <a:off x="0" y="0"/>
          <a:ext cx="0" cy="0"/>
          <a:chOff x="0" y="0"/>
          <a:chExt cx="0" cy="0"/>
        </a:xfrm>
      </p:grpSpPr>
      <p:sp>
        <p:nvSpPr>
          <p:cNvPr id="15" name="Background">
            <a:extLst>
              <a:ext uri="{FF2B5EF4-FFF2-40B4-BE49-F238E27FC236}">
                <a16:creationId xmlns:a16="http://schemas.microsoft.com/office/drawing/2014/main" id="{4262EEFC-6A97-470A-8C1E-B4F6FAF14D43}"/>
              </a:ext>
              <a:ext uri="{C183D7F6-B498-43B3-948B-1728B52AA6E4}">
                <adec:decorative xmlns:adec="http://schemas.microsoft.com/office/drawing/2017/decorative" val="1"/>
              </a:ext>
            </a:extLst>
          </p:cNvPr>
          <p:cNvSpPr/>
          <p:nvPr userDrawn="1"/>
        </p:nvSpPr>
        <p:spPr>
          <a:xfrm>
            <a:off x="0" y="0"/>
            <a:ext cx="1219199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p:cNvSpPr>
            <a:spLocks noGrp="1"/>
          </p:cNvSpPr>
          <p:nvPr>
            <p:ph type="title" hasCustomPrompt="1"/>
          </p:nvPr>
        </p:nvSpPr>
        <p:spPr>
          <a:xfrm>
            <a:off x="1402661" y="1473196"/>
            <a:ext cx="5508000" cy="936000"/>
          </a:xfrm>
        </p:spPr>
        <p:txBody>
          <a:bodyPr/>
          <a:lstStyle>
            <a:lvl1pPr>
              <a:lnSpc>
                <a:spcPct val="100000"/>
              </a:lnSpc>
              <a:buFont typeface="Arial" panose="020B0604020202020204" pitchFamily="34" charset="0"/>
              <a:buNone/>
              <a:defRPr sz="2650">
                <a:solidFill>
                  <a:schemeClr val="bg1"/>
                </a:solidFill>
              </a:defRPr>
            </a:lvl1pPr>
          </a:lstStyle>
          <a:p>
            <a:r>
              <a:rPr lang="en-US" dirty="0"/>
              <a:t>Click to add title</a:t>
            </a:r>
            <a:endParaRPr lang="en-GB" dirty="0"/>
          </a:p>
        </p:txBody>
      </p:sp>
      <p:sp>
        <p:nvSpPr>
          <p:cNvPr id="16" name="Body copy text">
            <a:extLst>
              <a:ext uri="{FF2B5EF4-FFF2-40B4-BE49-F238E27FC236}">
                <a16:creationId xmlns:a16="http://schemas.microsoft.com/office/drawing/2014/main" id="{F3791DE4-1437-4699-A928-975D1055FA5F}"/>
              </a:ext>
            </a:extLst>
          </p:cNvPr>
          <p:cNvSpPr>
            <a:spLocks noGrp="1"/>
          </p:cNvSpPr>
          <p:nvPr>
            <p:ph sz="quarter" idx="16" hasCustomPrompt="1"/>
          </p:nvPr>
        </p:nvSpPr>
        <p:spPr>
          <a:xfrm>
            <a:off x="1402662" y="2664820"/>
            <a:ext cx="5508000" cy="2592000"/>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300">
                <a:solidFill>
                  <a:schemeClr val="bg1"/>
                </a:solidFill>
              </a:defRPr>
            </a:lvl1pPr>
            <a:lvl2pPr>
              <a:defRPr>
                <a:solidFill>
                  <a:schemeClr val="bg1"/>
                </a:solidFill>
              </a:defRPr>
            </a:lvl2pPr>
            <a:lvl3pPr>
              <a:spcBef>
                <a:spcPts val="600"/>
              </a:spcBef>
              <a:defRPr>
                <a:solidFill>
                  <a:schemeClr val="bg1"/>
                </a:solidFill>
              </a:defRPr>
            </a:lvl3pPr>
            <a:lvl4pPr>
              <a:defRPr>
                <a:solidFill>
                  <a:schemeClr val="bg1"/>
                </a:solidFill>
              </a:defRPr>
            </a:lvl4pPr>
            <a:lvl5pPr>
              <a:defRPr>
                <a:solidFill>
                  <a:schemeClr val="bg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8" name="Graphic">
            <a:extLst>
              <a:ext uri="{FF2B5EF4-FFF2-40B4-BE49-F238E27FC236}">
                <a16:creationId xmlns:a16="http://schemas.microsoft.com/office/drawing/2014/main" id="{E5E545D0-CCCB-49AF-95FD-78F4DA9A6BE5}"/>
              </a:ext>
              <a:ext uri="{C183D7F6-B498-43B3-948B-1728B52AA6E4}">
                <adec:decorative xmlns:adec="http://schemas.microsoft.com/office/drawing/2017/decorative" val="1"/>
              </a:ext>
            </a:extLst>
          </p:cNvPr>
          <p:cNvSpPr/>
          <p:nvPr/>
        </p:nvSpPr>
        <p:spPr>
          <a:xfrm>
            <a:off x="850311" y="828810"/>
            <a:ext cx="7587424" cy="5091970"/>
          </a:xfrm>
          <a:custGeom>
            <a:avLst/>
            <a:gdLst>
              <a:gd name="connsiteX0" fmla="*/ 5041869 w 7587424"/>
              <a:gd name="connsiteY0" fmla="*/ 5091970 h 5091970"/>
              <a:gd name="connsiteX1" fmla="*/ 0 w 7587424"/>
              <a:gd name="connsiteY1" fmla="*/ 5091970 h 5091970"/>
              <a:gd name="connsiteX2" fmla="*/ 0 w 7587424"/>
              <a:gd name="connsiteY2" fmla="*/ 0 h 5091970"/>
              <a:gd name="connsiteX3" fmla="*/ 5041869 w 7587424"/>
              <a:gd name="connsiteY3" fmla="*/ 0 h 5091970"/>
              <a:gd name="connsiteX4" fmla="*/ 6841998 w 7587424"/>
              <a:gd name="connsiteY4" fmla="*/ 745808 h 5091970"/>
              <a:gd name="connsiteX5" fmla="*/ 7587425 w 7587424"/>
              <a:gd name="connsiteY5" fmla="*/ 2546509 h 5091970"/>
              <a:gd name="connsiteX6" fmla="*/ 6841427 w 7587424"/>
              <a:gd name="connsiteY6" fmla="*/ 4346543 h 5091970"/>
              <a:gd name="connsiteX7" fmla="*/ 5041869 w 7587424"/>
              <a:gd name="connsiteY7" fmla="*/ 5091970 h 5091970"/>
              <a:gd name="connsiteX8" fmla="*/ 57150 w 7587424"/>
              <a:gd name="connsiteY8" fmla="*/ 5034820 h 5091970"/>
              <a:gd name="connsiteX9" fmla="*/ 5041869 w 7587424"/>
              <a:gd name="connsiteY9" fmla="*/ 5034820 h 5091970"/>
              <a:gd name="connsiteX10" fmla="*/ 7530180 w 7587424"/>
              <a:gd name="connsiteY10" fmla="*/ 2546509 h 5091970"/>
              <a:gd name="connsiteX11" fmla="*/ 5041869 w 7587424"/>
              <a:gd name="connsiteY11" fmla="*/ 57150 h 5091970"/>
              <a:gd name="connsiteX12" fmla="*/ 57150 w 7587424"/>
              <a:gd name="connsiteY12" fmla="*/ 57150 h 5091970"/>
              <a:gd name="connsiteX13" fmla="*/ 57150 w 7587424"/>
              <a:gd name="connsiteY13" fmla="*/ 5034820 h 5091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587424" h="5091970">
                <a:moveTo>
                  <a:pt x="5041869" y="5091970"/>
                </a:moveTo>
                <a:lnTo>
                  <a:pt x="0" y="5091970"/>
                </a:lnTo>
                <a:lnTo>
                  <a:pt x="0" y="0"/>
                </a:lnTo>
                <a:lnTo>
                  <a:pt x="5041869" y="0"/>
                </a:lnTo>
                <a:cubicBezTo>
                  <a:pt x="5721953" y="0"/>
                  <a:pt x="6361271" y="264890"/>
                  <a:pt x="6841998" y="745808"/>
                </a:cubicBezTo>
                <a:cubicBezTo>
                  <a:pt x="7322630" y="1226725"/>
                  <a:pt x="7587425" y="1866233"/>
                  <a:pt x="7587425" y="2546509"/>
                </a:cubicBezTo>
                <a:cubicBezTo>
                  <a:pt x="7587425" y="3226403"/>
                  <a:pt x="7322439" y="3865721"/>
                  <a:pt x="6841427" y="4346543"/>
                </a:cubicBezTo>
                <a:cubicBezTo>
                  <a:pt x="6360414" y="4827270"/>
                  <a:pt x="5721382" y="5091970"/>
                  <a:pt x="5041869" y="5091970"/>
                </a:cubicBezTo>
                <a:close/>
                <a:moveTo>
                  <a:pt x="57150" y="5034820"/>
                </a:moveTo>
                <a:lnTo>
                  <a:pt x="5041869" y="5034820"/>
                </a:lnTo>
                <a:cubicBezTo>
                  <a:pt x="6413945" y="5034820"/>
                  <a:pt x="7530180" y="3918585"/>
                  <a:pt x="7530180" y="2546509"/>
                </a:cubicBezTo>
                <a:cubicBezTo>
                  <a:pt x="7530275" y="1173861"/>
                  <a:pt x="6413945" y="57150"/>
                  <a:pt x="5041869" y="57150"/>
                </a:cubicBezTo>
                <a:lnTo>
                  <a:pt x="57150" y="57150"/>
                </a:lnTo>
                <a:lnTo>
                  <a:pt x="57150" y="5034820"/>
                </a:lnTo>
                <a:close/>
              </a:path>
            </a:pathLst>
          </a:custGeom>
          <a:solidFill>
            <a:srgbClr val="FFFFFF"/>
          </a:solidFill>
          <a:ln w="9525" cap="flat">
            <a:noFill/>
            <a:prstDash val="solid"/>
            <a:miter/>
          </a:ln>
        </p:spPr>
        <p:txBody>
          <a:bodyPr rtlCol="0" anchor="ctr"/>
          <a:lstStyle/>
          <a:p>
            <a:endParaRPr lang="en-AU"/>
          </a:p>
        </p:txBody>
      </p:sp>
      <p:pic>
        <p:nvPicPr>
          <p:cNvPr id="13" name="Deakin Logo" descr="Deakin Logo">
            <a:extLst>
              <a:ext uri="{FF2B5EF4-FFF2-40B4-BE49-F238E27FC236}">
                <a16:creationId xmlns:a16="http://schemas.microsoft.com/office/drawing/2014/main" id="{23338597-587A-4CB8-83E0-91137A59A51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810240" y="345808"/>
            <a:ext cx="1038747" cy="1037217"/>
          </a:xfrm>
          <a:prstGeom prst="rect">
            <a:avLst/>
          </a:prstGeom>
        </p:spPr>
      </p:pic>
      <p:sp>
        <p:nvSpPr>
          <p:cNvPr id="5" name="Slide Number">
            <a:extLst>
              <a:ext uri="{FF2B5EF4-FFF2-40B4-BE49-F238E27FC236}">
                <a16:creationId xmlns:a16="http://schemas.microsoft.com/office/drawing/2014/main" id="{37EA43FF-D04F-4A6E-9F96-422B82399310}"/>
              </a:ext>
            </a:extLst>
          </p:cNvPr>
          <p:cNvSpPr>
            <a:spLocks noGrp="1"/>
          </p:cNvSpPr>
          <p:nvPr>
            <p:ph type="sldNum" sz="quarter" idx="19"/>
          </p:nvPr>
        </p:nvSpPr>
        <p:spPr/>
        <p:txBody>
          <a:bodyPr/>
          <a:lstStyle>
            <a:lvl1pPr>
              <a:defRPr>
                <a:solidFill>
                  <a:schemeClr val="bg1"/>
                </a:solidFill>
              </a:defRPr>
            </a:lvl1pPr>
          </a:lstStyle>
          <a:p>
            <a:fld id="{F5AEA0E0-5CC6-4BD0-905C-A0021E419432}" type="slidenum">
              <a:rPr lang="en-GB" smtClean="0"/>
              <a:pPr/>
              <a:t>‹#›</a:t>
            </a:fld>
            <a:endParaRPr lang="en-GB" dirty="0"/>
          </a:p>
        </p:txBody>
      </p:sp>
      <p:sp>
        <p:nvSpPr>
          <p:cNvPr id="3" name="Date">
            <a:extLst>
              <a:ext uri="{FF2B5EF4-FFF2-40B4-BE49-F238E27FC236}">
                <a16:creationId xmlns:a16="http://schemas.microsoft.com/office/drawing/2014/main" id="{6CDDB718-A996-4A98-8739-BEFFB22474D3}"/>
              </a:ext>
            </a:extLst>
          </p:cNvPr>
          <p:cNvSpPr>
            <a:spLocks noGrp="1"/>
          </p:cNvSpPr>
          <p:nvPr>
            <p:ph type="dt" sz="half" idx="17"/>
          </p:nvPr>
        </p:nvSpPr>
        <p:spPr/>
        <p:txBody>
          <a:bodyPr/>
          <a:lstStyle>
            <a:lvl1pPr>
              <a:defRPr>
                <a:solidFill>
                  <a:schemeClr val="bg1"/>
                </a:solidFill>
              </a:defRPr>
            </a:lvl1pPr>
          </a:lstStyle>
          <a:p>
            <a:endParaRPr lang="en-GB" dirty="0"/>
          </a:p>
        </p:txBody>
      </p:sp>
      <p:sp>
        <p:nvSpPr>
          <p:cNvPr id="4" name="Footer/CRICOS">
            <a:extLst>
              <a:ext uri="{FF2B5EF4-FFF2-40B4-BE49-F238E27FC236}">
                <a16:creationId xmlns:a16="http://schemas.microsoft.com/office/drawing/2014/main" id="{1F08ED1B-906B-4B47-B5E0-ED1012EB0674}"/>
              </a:ext>
            </a:extLst>
          </p:cNvPr>
          <p:cNvSpPr>
            <a:spLocks noGrp="1"/>
          </p:cNvSpPr>
          <p:nvPr>
            <p:ph type="ftr" sz="quarter" idx="18"/>
          </p:nvPr>
        </p:nvSpPr>
        <p:spPr/>
        <p:txBody>
          <a:bodyPr/>
          <a:lstStyle>
            <a:lvl1pPr>
              <a:defRPr>
                <a:solidFill>
                  <a:schemeClr val="bg1"/>
                </a:solidFill>
              </a:defRPr>
            </a:lvl1pPr>
          </a:lstStyle>
          <a:p>
            <a:r>
              <a:rPr lang="en-AU"/>
              <a:t>Deakin University CRICOS Provider Code: 00113B</a:t>
            </a:r>
            <a:endParaRPr lang="en-GB" dirty="0"/>
          </a:p>
        </p:txBody>
      </p:sp>
    </p:spTree>
    <p:extLst>
      <p:ext uri="{BB962C8B-B14F-4D97-AF65-F5344CB8AC3E}">
        <p14:creationId xmlns:p14="http://schemas.microsoft.com/office/powerpoint/2010/main" val="98443598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le and Content with Background C">
    <p:spTree>
      <p:nvGrpSpPr>
        <p:cNvPr id="1" name=""/>
        <p:cNvGrpSpPr/>
        <p:nvPr/>
      </p:nvGrpSpPr>
      <p:grpSpPr>
        <a:xfrm>
          <a:off x="0" y="0"/>
          <a:ext cx="0" cy="0"/>
          <a:chOff x="0" y="0"/>
          <a:chExt cx="0" cy="0"/>
        </a:xfrm>
      </p:grpSpPr>
      <p:sp>
        <p:nvSpPr>
          <p:cNvPr id="10" name="Background">
            <a:extLst>
              <a:ext uri="{FF2B5EF4-FFF2-40B4-BE49-F238E27FC236}">
                <a16:creationId xmlns:a16="http://schemas.microsoft.com/office/drawing/2014/main" id="{0CFD4351-9C64-4705-A41F-E710159B5BFA}"/>
              </a:ext>
              <a:ext uri="{C183D7F6-B498-43B3-948B-1728B52AA6E4}">
                <adec:decorative xmlns:adec="http://schemas.microsoft.com/office/drawing/2017/decorative" val="1"/>
              </a:ext>
            </a:extLst>
          </p:cNvPr>
          <p:cNvSpPr/>
          <p:nvPr userDrawn="1"/>
        </p:nvSpPr>
        <p:spPr>
          <a:xfrm>
            <a:off x="0" y="0"/>
            <a:ext cx="12191999" cy="6858000"/>
          </a:xfrm>
          <a:prstGeom prst="rect">
            <a:avLst/>
          </a:prstGeom>
          <a:solidFill>
            <a:srgbClr val="3736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p:cNvSpPr>
            <a:spLocks noGrp="1"/>
          </p:cNvSpPr>
          <p:nvPr>
            <p:ph type="title" hasCustomPrompt="1"/>
          </p:nvPr>
        </p:nvSpPr>
        <p:spPr>
          <a:xfrm>
            <a:off x="801765" y="278670"/>
            <a:ext cx="8496000" cy="468000"/>
          </a:xfrm>
        </p:spPr>
        <p:txBody>
          <a:bodyPr/>
          <a:lstStyle>
            <a:lvl1pPr>
              <a:lnSpc>
                <a:spcPct val="100000"/>
              </a:lnSpc>
              <a:buFont typeface="Arial" panose="020B0604020202020204" pitchFamily="34" charset="0"/>
              <a:buNone/>
              <a:defRPr sz="2200">
                <a:solidFill>
                  <a:schemeClr val="bg1"/>
                </a:solidFill>
              </a:defRPr>
            </a:lvl1pPr>
          </a:lstStyle>
          <a:p>
            <a:r>
              <a:rPr lang="en-US" dirty="0"/>
              <a:t>Click to add title</a:t>
            </a:r>
            <a:endParaRPr lang="en-GB" dirty="0"/>
          </a:p>
        </p:txBody>
      </p:sp>
      <p:sp>
        <p:nvSpPr>
          <p:cNvPr id="6" name="Body copy text">
            <a:extLst>
              <a:ext uri="{FF2B5EF4-FFF2-40B4-BE49-F238E27FC236}">
                <a16:creationId xmlns:a16="http://schemas.microsoft.com/office/drawing/2014/main" id="{BA9360C9-D6E6-46AC-8EF9-EEF25F267E14}"/>
              </a:ext>
            </a:extLst>
          </p:cNvPr>
          <p:cNvSpPr>
            <a:spLocks noGrp="1"/>
          </p:cNvSpPr>
          <p:nvPr>
            <p:ph sz="quarter" idx="12" hasCustomPrompt="1"/>
          </p:nvPr>
        </p:nvSpPr>
        <p:spPr>
          <a:xfrm>
            <a:off x="801765" y="1247320"/>
            <a:ext cx="9900000" cy="3974666"/>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300">
                <a:solidFill>
                  <a:schemeClr val="bg1"/>
                </a:solidFill>
              </a:defRPr>
            </a:lvl1pPr>
            <a:lvl2pPr>
              <a:defRPr>
                <a:solidFill>
                  <a:schemeClr val="bg1"/>
                </a:solidFill>
              </a:defRPr>
            </a:lvl2pPr>
            <a:lvl3pPr>
              <a:spcBef>
                <a:spcPts val="600"/>
              </a:spcBef>
              <a:defRPr>
                <a:solidFill>
                  <a:schemeClr val="bg1"/>
                </a:solidFill>
              </a:defRPr>
            </a:lvl3pPr>
            <a:lvl4pPr>
              <a:defRPr>
                <a:solidFill>
                  <a:schemeClr val="bg1"/>
                </a:solidFill>
              </a:defRPr>
            </a:lvl4pPr>
            <a:lvl5pPr>
              <a:defRPr>
                <a:solidFill>
                  <a:schemeClr val="bg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3" name="Header Graphic">
            <a:extLst>
              <a:ext uri="{FF2B5EF4-FFF2-40B4-BE49-F238E27FC236}">
                <a16:creationId xmlns:a16="http://schemas.microsoft.com/office/drawing/2014/main" id="{8515E671-E538-4CCB-8E7C-A93467ED956C}"/>
              </a:ext>
              <a:ext uri="{C183D7F6-B498-43B3-948B-1728B52AA6E4}">
                <adec:decorative xmlns:adec="http://schemas.microsoft.com/office/drawing/2017/decorative" val="1"/>
              </a:ext>
            </a:extLst>
          </p:cNvPr>
          <p:cNvSpPr>
            <a:spLocks/>
          </p:cNvSpPr>
          <p:nvPr userDrawn="1"/>
        </p:nvSpPr>
        <p:spPr bwMode="auto">
          <a:xfrm>
            <a:off x="3175" y="0"/>
            <a:ext cx="10177145" cy="901101"/>
          </a:xfrm>
          <a:custGeom>
            <a:avLst/>
            <a:gdLst>
              <a:gd name="T0" fmla="*/ 4275 w 4275"/>
              <a:gd name="T1" fmla="*/ 0 h 376"/>
              <a:gd name="T2" fmla="*/ 4275 w 4275"/>
              <a:gd name="T3" fmla="*/ 0 h 376"/>
              <a:gd name="T4" fmla="*/ 4259 w 4275"/>
              <a:gd name="T5" fmla="*/ 0 h 376"/>
              <a:gd name="T6" fmla="*/ 4259 w 4275"/>
              <a:gd name="T7" fmla="*/ 0 h 376"/>
              <a:gd name="T8" fmla="*/ 3899 w 4275"/>
              <a:gd name="T9" fmla="*/ 360 h 376"/>
              <a:gd name="T10" fmla="*/ 0 w 4275"/>
              <a:gd name="T11" fmla="*/ 360 h 376"/>
              <a:gd name="T12" fmla="*/ 0 w 4275"/>
              <a:gd name="T13" fmla="*/ 376 h 376"/>
              <a:gd name="T14" fmla="*/ 3899 w 4275"/>
              <a:gd name="T15" fmla="*/ 376 h 376"/>
              <a:gd name="T16" fmla="*/ 4275 w 4275"/>
              <a:gd name="T17" fmla="*/ 0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75" h="376">
                <a:moveTo>
                  <a:pt x="4275" y="0"/>
                </a:moveTo>
                <a:cubicBezTo>
                  <a:pt x="4275" y="0"/>
                  <a:pt x="4275" y="0"/>
                  <a:pt x="4275" y="0"/>
                </a:cubicBezTo>
                <a:cubicBezTo>
                  <a:pt x="4259" y="0"/>
                  <a:pt x="4259" y="0"/>
                  <a:pt x="4259" y="0"/>
                </a:cubicBezTo>
                <a:cubicBezTo>
                  <a:pt x="4259" y="0"/>
                  <a:pt x="4259" y="0"/>
                  <a:pt x="4259" y="0"/>
                </a:cubicBezTo>
                <a:cubicBezTo>
                  <a:pt x="4259" y="199"/>
                  <a:pt x="4098" y="360"/>
                  <a:pt x="3899" y="360"/>
                </a:cubicBezTo>
                <a:cubicBezTo>
                  <a:pt x="0" y="360"/>
                  <a:pt x="0" y="360"/>
                  <a:pt x="0" y="360"/>
                </a:cubicBezTo>
                <a:cubicBezTo>
                  <a:pt x="0" y="376"/>
                  <a:pt x="0" y="376"/>
                  <a:pt x="0" y="376"/>
                </a:cubicBezTo>
                <a:cubicBezTo>
                  <a:pt x="3899" y="376"/>
                  <a:pt x="3899" y="376"/>
                  <a:pt x="3899" y="376"/>
                </a:cubicBezTo>
                <a:cubicBezTo>
                  <a:pt x="4106" y="376"/>
                  <a:pt x="4275" y="207"/>
                  <a:pt x="4275" y="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AU"/>
          </a:p>
        </p:txBody>
      </p:sp>
      <p:sp>
        <p:nvSpPr>
          <p:cNvPr id="7" name="Slide Number">
            <a:extLst>
              <a:ext uri="{FF2B5EF4-FFF2-40B4-BE49-F238E27FC236}">
                <a16:creationId xmlns:a16="http://schemas.microsoft.com/office/drawing/2014/main" id="{0C0F968D-EDD8-4F6B-84B9-82CCA88FAEA7}"/>
              </a:ext>
            </a:extLst>
          </p:cNvPr>
          <p:cNvSpPr>
            <a:spLocks noGrp="1"/>
          </p:cNvSpPr>
          <p:nvPr>
            <p:ph type="sldNum" sz="quarter" idx="15"/>
          </p:nvPr>
        </p:nvSpPr>
        <p:spPr/>
        <p:txBody>
          <a:bodyPr/>
          <a:lstStyle>
            <a:lvl1pPr>
              <a:defRPr>
                <a:solidFill>
                  <a:schemeClr val="bg1"/>
                </a:solidFill>
              </a:defRPr>
            </a:lvl1pPr>
          </a:lstStyle>
          <a:p>
            <a:fld id="{F5AEA0E0-5CC6-4BD0-905C-A0021E419432}" type="slidenum">
              <a:rPr lang="en-GB" smtClean="0"/>
              <a:pPr/>
              <a:t>‹#›</a:t>
            </a:fld>
            <a:endParaRPr lang="en-GB" dirty="0"/>
          </a:p>
        </p:txBody>
      </p:sp>
      <p:sp>
        <p:nvSpPr>
          <p:cNvPr id="3" name="Date">
            <a:extLst>
              <a:ext uri="{FF2B5EF4-FFF2-40B4-BE49-F238E27FC236}">
                <a16:creationId xmlns:a16="http://schemas.microsoft.com/office/drawing/2014/main" id="{BE3CC924-D035-438F-8001-2843F4CBDD5A}"/>
              </a:ext>
            </a:extLst>
          </p:cNvPr>
          <p:cNvSpPr>
            <a:spLocks noGrp="1"/>
          </p:cNvSpPr>
          <p:nvPr>
            <p:ph type="dt" sz="half" idx="13"/>
          </p:nvPr>
        </p:nvSpPr>
        <p:spPr/>
        <p:txBody>
          <a:bodyPr/>
          <a:lstStyle>
            <a:lvl1pPr>
              <a:defRPr>
                <a:solidFill>
                  <a:schemeClr val="bg1"/>
                </a:solidFill>
              </a:defRPr>
            </a:lvl1pPr>
          </a:lstStyle>
          <a:p>
            <a:endParaRPr lang="en-GB" dirty="0">
              <a:solidFill>
                <a:schemeClr val="bg1"/>
              </a:solidFill>
            </a:endParaRPr>
          </a:p>
        </p:txBody>
      </p:sp>
      <p:sp>
        <p:nvSpPr>
          <p:cNvPr id="4" name="Footer/CRICOS">
            <a:extLst>
              <a:ext uri="{FF2B5EF4-FFF2-40B4-BE49-F238E27FC236}">
                <a16:creationId xmlns:a16="http://schemas.microsoft.com/office/drawing/2014/main" id="{EA94DFF9-D916-402B-9E90-5C63C3CFC8B9}"/>
              </a:ext>
            </a:extLst>
          </p:cNvPr>
          <p:cNvSpPr>
            <a:spLocks noGrp="1"/>
          </p:cNvSpPr>
          <p:nvPr>
            <p:ph type="ftr" sz="quarter" idx="14"/>
          </p:nvPr>
        </p:nvSpPr>
        <p:spPr/>
        <p:txBody>
          <a:bodyPr/>
          <a:lstStyle>
            <a:lvl1pPr>
              <a:defRPr>
                <a:solidFill>
                  <a:schemeClr val="bg1"/>
                </a:solidFill>
              </a:defRPr>
            </a:lvl1pPr>
          </a:lstStyle>
          <a:p>
            <a:r>
              <a:rPr lang="en-AU"/>
              <a:t>Deakin University CRICOS Provider Code: 00113B</a:t>
            </a:r>
            <a:endParaRPr lang="en-GB" dirty="0"/>
          </a:p>
        </p:txBody>
      </p:sp>
      <p:pic>
        <p:nvPicPr>
          <p:cNvPr id="16" name="Deakin Logo" descr="Deakin Logo">
            <a:extLst>
              <a:ext uri="{FF2B5EF4-FFF2-40B4-BE49-F238E27FC236}">
                <a16:creationId xmlns:a16="http://schemas.microsoft.com/office/drawing/2014/main" id="{7AC874EC-57B5-49C0-824E-DA7F5655684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38955" y="205550"/>
            <a:ext cx="651961" cy="651000"/>
          </a:xfrm>
          <a:prstGeom prst="rect">
            <a:avLst/>
          </a:prstGeom>
        </p:spPr>
      </p:pic>
    </p:spTree>
    <p:extLst>
      <p:ext uri="{BB962C8B-B14F-4D97-AF65-F5344CB8AC3E}">
        <p14:creationId xmlns:p14="http://schemas.microsoft.com/office/powerpoint/2010/main" val="423278954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le and Content with Background D">
    <p:spTree>
      <p:nvGrpSpPr>
        <p:cNvPr id="1" name=""/>
        <p:cNvGrpSpPr/>
        <p:nvPr/>
      </p:nvGrpSpPr>
      <p:grpSpPr>
        <a:xfrm>
          <a:off x="0" y="0"/>
          <a:ext cx="0" cy="0"/>
          <a:chOff x="0" y="0"/>
          <a:chExt cx="0" cy="0"/>
        </a:xfrm>
      </p:grpSpPr>
      <p:sp>
        <p:nvSpPr>
          <p:cNvPr id="10" name="Background">
            <a:extLst>
              <a:ext uri="{FF2B5EF4-FFF2-40B4-BE49-F238E27FC236}">
                <a16:creationId xmlns:a16="http://schemas.microsoft.com/office/drawing/2014/main" id="{19E9C816-6474-471F-AE0E-BE2E2A471D07}"/>
              </a:ext>
              <a:ext uri="{C183D7F6-B498-43B3-948B-1728B52AA6E4}">
                <adec:decorative xmlns:adec="http://schemas.microsoft.com/office/drawing/2017/decorative" val="1"/>
              </a:ext>
            </a:extLst>
          </p:cNvPr>
          <p:cNvSpPr/>
          <p:nvPr userDrawn="1"/>
        </p:nvSpPr>
        <p:spPr>
          <a:xfrm>
            <a:off x="0" y="0"/>
            <a:ext cx="12191999" cy="6858000"/>
          </a:xfrm>
          <a:prstGeom prst="rect">
            <a:avLst/>
          </a:prstGeom>
          <a:solidFill>
            <a:srgbClr val="3736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p:cNvSpPr>
            <a:spLocks noGrp="1"/>
          </p:cNvSpPr>
          <p:nvPr>
            <p:ph type="title" hasCustomPrompt="1"/>
          </p:nvPr>
        </p:nvSpPr>
        <p:spPr>
          <a:xfrm>
            <a:off x="801765" y="349790"/>
            <a:ext cx="5508000" cy="936000"/>
          </a:xfrm>
        </p:spPr>
        <p:txBody>
          <a:bodyPr/>
          <a:lstStyle>
            <a:lvl1pPr>
              <a:lnSpc>
                <a:spcPct val="100000"/>
              </a:lnSpc>
              <a:buFont typeface="Arial" panose="020B0604020202020204" pitchFamily="34" charset="0"/>
              <a:buNone/>
              <a:defRPr sz="2650">
                <a:solidFill>
                  <a:schemeClr val="bg1"/>
                </a:solidFill>
              </a:defRPr>
            </a:lvl1pPr>
          </a:lstStyle>
          <a:p>
            <a:r>
              <a:rPr lang="en-US" dirty="0"/>
              <a:t>Click to add title</a:t>
            </a:r>
            <a:endParaRPr lang="en-GB" dirty="0"/>
          </a:p>
        </p:txBody>
      </p:sp>
      <p:sp>
        <p:nvSpPr>
          <p:cNvPr id="6" name="Body copy text">
            <a:extLst>
              <a:ext uri="{FF2B5EF4-FFF2-40B4-BE49-F238E27FC236}">
                <a16:creationId xmlns:a16="http://schemas.microsoft.com/office/drawing/2014/main" id="{BA9360C9-D6E6-46AC-8EF9-EEF25F267E14}"/>
              </a:ext>
            </a:extLst>
          </p:cNvPr>
          <p:cNvSpPr>
            <a:spLocks noGrp="1"/>
          </p:cNvSpPr>
          <p:nvPr>
            <p:ph sz="quarter" idx="12" hasCustomPrompt="1"/>
          </p:nvPr>
        </p:nvSpPr>
        <p:spPr>
          <a:xfrm>
            <a:off x="801765" y="1521640"/>
            <a:ext cx="9887644" cy="3974666"/>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300">
                <a:solidFill>
                  <a:schemeClr val="bg1"/>
                </a:solidFill>
              </a:defRPr>
            </a:lvl1pPr>
            <a:lvl2pPr>
              <a:defRPr>
                <a:solidFill>
                  <a:schemeClr val="bg1"/>
                </a:solidFill>
              </a:defRPr>
            </a:lvl2pPr>
            <a:lvl3pPr>
              <a:spcBef>
                <a:spcPts val="600"/>
              </a:spcBef>
              <a:defRPr>
                <a:solidFill>
                  <a:schemeClr val="bg1"/>
                </a:solidFill>
              </a:defRPr>
            </a:lvl3pPr>
            <a:lvl4pPr>
              <a:defRPr>
                <a:solidFill>
                  <a:schemeClr val="bg1"/>
                </a:solidFill>
              </a:defRPr>
            </a:lvl4pPr>
            <a:lvl5pPr>
              <a:defRPr>
                <a:solidFill>
                  <a:schemeClr val="bg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grpSp>
        <p:nvGrpSpPr>
          <p:cNvPr id="11" name="Header Graphics">
            <a:extLst>
              <a:ext uri="{FF2B5EF4-FFF2-40B4-BE49-F238E27FC236}">
                <a16:creationId xmlns:a16="http://schemas.microsoft.com/office/drawing/2014/main" id="{9DB53C54-1940-40BA-A399-8A0B3D270EC7}"/>
              </a:ext>
              <a:ext uri="{C183D7F6-B498-43B3-948B-1728B52AA6E4}">
                <adec:decorative xmlns:adec="http://schemas.microsoft.com/office/drawing/2017/decorative" val="1"/>
              </a:ext>
            </a:extLst>
          </p:cNvPr>
          <p:cNvGrpSpPr>
            <a:grpSpLocks noChangeAspect="1"/>
          </p:cNvGrpSpPr>
          <p:nvPr userDrawn="1"/>
        </p:nvGrpSpPr>
        <p:grpSpPr bwMode="auto">
          <a:xfrm>
            <a:off x="1" y="0"/>
            <a:ext cx="795308" cy="936001"/>
            <a:chOff x="5663" y="1680"/>
            <a:chExt cx="814" cy="958"/>
          </a:xfrm>
        </p:grpSpPr>
        <p:sp>
          <p:nvSpPr>
            <p:cNvPr id="13" name="Shape">
              <a:extLst>
                <a:ext uri="{FF2B5EF4-FFF2-40B4-BE49-F238E27FC236}">
                  <a16:creationId xmlns:a16="http://schemas.microsoft.com/office/drawing/2014/main" id="{8181CB42-1B99-4556-9B91-6C4CD9095331}"/>
                </a:ext>
              </a:extLst>
            </p:cNvPr>
            <p:cNvSpPr>
              <a:spLocks/>
            </p:cNvSpPr>
            <p:nvPr userDrawn="1"/>
          </p:nvSpPr>
          <p:spPr bwMode="auto">
            <a:xfrm>
              <a:off x="5663" y="1680"/>
              <a:ext cx="669" cy="685"/>
            </a:xfrm>
            <a:custGeom>
              <a:avLst/>
              <a:gdLst>
                <a:gd name="T0" fmla="*/ 280 w 280"/>
                <a:gd name="T1" fmla="*/ 65 h 287"/>
                <a:gd name="T2" fmla="*/ 270 w 280"/>
                <a:gd name="T3" fmla="*/ 0 h 287"/>
                <a:gd name="T4" fmla="*/ 0 w 280"/>
                <a:gd name="T5" fmla="*/ 0 h 287"/>
                <a:gd name="T6" fmla="*/ 0 w 280"/>
                <a:gd name="T7" fmla="*/ 280 h 287"/>
                <a:gd name="T8" fmla="*/ 58 w 280"/>
                <a:gd name="T9" fmla="*/ 287 h 287"/>
                <a:gd name="T10" fmla="*/ 280 w 280"/>
                <a:gd name="T11" fmla="*/ 65 h 287"/>
              </a:gdLst>
              <a:ahLst/>
              <a:cxnLst>
                <a:cxn ang="0">
                  <a:pos x="T0" y="T1"/>
                </a:cxn>
                <a:cxn ang="0">
                  <a:pos x="T2" y="T3"/>
                </a:cxn>
                <a:cxn ang="0">
                  <a:pos x="T4" y="T5"/>
                </a:cxn>
                <a:cxn ang="0">
                  <a:pos x="T6" y="T7"/>
                </a:cxn>
                <a:cxn ang="0">
                  <a:pos x="T8" y="T9"/>
                </a:cxn>
                <a:cxn ang="0">
                  <a:pos x="T10" y="T11"/>
                </a:cxn>
              </a:cxnLst>
              <a:rect l="0" t="0" r="r" b="b"/>
              <a:pathLst>
                <a:path w="280" h="287">
                  <a:moveTo>
                    <a:pt x="280" y="65"/>
                  </a:moveTo>
                  <a:cubicBezTo>
                    <a:pt x="280" y="42"/>
                    <a:pt x="276" y="21"/>
                    <a:pt x="270" y="0"/>
                  </a:cubicBezTo>
                  <a:cubicBezTo>
                    <a:pt x="0" y="0"/>
                    <a:pt x="0" y="0"/>
                    <a:pt x="0" y="0"/>
                  </a:cubicBezTo>
                  <a:cubicBezTo>
                    <a:pt x="0" y="280"/>
                    <a:pt x="0" y="280"/>
                    <a:pt x="0" y="280"/>
                  </a:cubicBezTo>
                  <a:cubicBezTo>
                    <a:pt x="19" y="285"/>
                    <a:pt x="38" y="287"/>
                    <a:pt x="58" y="287"/>
                  </a:cubicBezTo>
                  <a:cubicBezTo>
                    <a:pt x="180" y="287"/>
                    <a:pt x="280" y="188"/>
                    <a:pt x="280" y="65"/>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4" name="Shape">
              <a:extLst>
                <a:ext uri="{FF2B5EF4-FFF2-40B4-BE49-F238E27FC236}">
                  <a16:creationId xmlns:a16="http://schemas.microsoft.com/office/drawing/2014/main" id="{CF7FB094-0935-4D60-BCAB-A72145C42599}"/>
                </a:ext>
              </a:extLst>
            </p:cNvPr>
            <p:cNvSpPr>
              <a:spLocks noEditPoints="1"/>
            </p:cNvSpPr>
            <p:nvPr userDrawn="1"/>
          </p:nvSpPr>
          <p:spPr bwMode="auto">
            <a:xfrm>
              <a:off x="5858" y="1924"/>
              <a:ext cx="619" cy="714"/>
            </a:xfrm>
            <a:custGeom>
              <a:avLst/>
              <a:gdLst>
                <a:gd name="T0" fmla="*/ 0 w 619"/>
                <a:gd name="T1" fmla="*/ 714 h 714"/>
                <a:gd name="T2" fmla="*/ 0 w 619"/>
                <a:gd name="T3" fmla="*/ 0 h 714"/>
                <a:gd name="T4" fmla="*/ 619 w 619"/>
                <a:gd name="T5" fmla="*/ 358 h 714"/>
                <a:gd name="T6" fmla="*/ 0 w 619"/>
                <a:gd name="T7" fmla="*/ 714 h 714"/>
                <a:gd name="T8" fmla="*/ 20 w 619"/>
                <a:gd name="T9" fmla="*/ 33 h 714"/>
                <a:gd name="T10" fmla="*/ 20 w 619"/>
                <a:gd name="T11" fmla="*/ 680 h 714"/>
                <a:gd name="T12" fmla="*/ 581 w 619"/>
                <a:gd name="T13" fmla="*/ 358 h 714"/>
                <a:gd name="T14" fmla="*/ 20 w 619"/>
                <a:gd name="T15" fmla="*/ 33 h 7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9" h="714">
                  <a:moveTo>
                    <a:pt x="0" y="714"/>
                  </a:moveTo>
                  <a:lnTo>
                    <a:pt x="0" y="0"/>
                  </a:lnTo>
                  <a:lnTo>
                    <a:pt x="619" y="358"/>
                  </a:lnTo>
                  <a:lnTo>
                    <a:pt x="0" y="714"/>
                  </a:lnTo>
                  <a:close/>
                  <a:moveTo>
                    <a:pt x="20" y="33"/>
                  </a:moveTo>
                  <a:lnTo>
                    <a:pt x="20" y="680"/>
                  </a:lnTo>
                  <a:lnTo>
                    <a:pt x="581" y="358"/>
                  </a:lnTo>
                  <a:lnTo>
                    <a:pt x="20" y="33"/>
                  </a:lnTo>
                  <a:close/>
                </a:path>
              </a:pathLst>
            </a:custGeom>
            <a:solidFill>
              <a:srgbClr val="C7429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sp>
        <p:nvSpPr>
          <p:cNvPr id="7" name="Slide Number">
            <a:extLst>
              <a:ext uri="{FF2B5EF4-FFF2-40B4-BE49-F238E27FC236}">
                <a16:creationId xmlns:a16="http://schemas.microsoft.com/office/drawing/2014/main" id="{491CA120-A3CC-4D51-908E-B32825A79F95}"/>
              </a:ext>
            </a:extLst>
          </p:cNvPr>
          <p:cNvSpPr>
            <a:spLocks noGrp="1"/>
          </p:cNvSpPr>
          <p:nvPr>
            <p:ph type="sldNum" sz="quarter" idx="15"/>
          </p:nvPr>
        </p:nvSpPr>
        <p:spPr/>
        <p:txBody>
          <a:bodyPr/>
          <a:lstStyle>
            <a:lvl1pPr>
              <a:defRPr>
                <a:solidFill>
                  <a:schemeClr val="bg1"/>
                </a:solidFill>
              </a:defRPr>
            </a:lvl1pPr>
          </a:lstStyle>
          <a:p>
            <a:fld id="{F5AEA0E0-5CC6-4BD0-905C-A0021E419432}" type="slidenum">
              <a:rPr lang="en-GB" smtClean="0"/>
              <a:pPr/>
              <a:t>‹#›</a:t>
            </a:fld>
            <a:endParaRPr lang="en-GB" dirty="0"/>
          </a:p>
        </p:txBody>
      </p:sp>
      <p:sp>
        <p:nvSpPr>
          <p:cNvPr id="3" name="Date">
            <a:extLst>
              <a:ext uri="{FF2B5EF4-FFF2-40B4-BE49-F238E27FC236}">
                <a16:creationId xmlns:a16="http://schemas.microsoft.com/office/drawing/2014/main" id="{F42FB864-99B6-4CFC-8C0E-16AC413A621A}"/>
              </a:ext>
            </a:extLst>
          </p:cNvPr>
          <p:cNvSpPr>
            <a:spLocks noGrp="1"/>
          </p:cNvSpPr>
          <p:nvPr>
            <p:ph type="dt" sz="half" idx="13"/>
          </p:nvPr>
        </p:nvSpPr>
        <p:spPr/>
        <p:txBody>
          <a:bodyPr/>
          <a:lstStyle>
            <a:lvl1pPr>
              <a:defRPr>
                <a:solidFill>
                  <a:schemeClr val="bg1"/>
                </a:solidFill>
              </a:defRPr>
            </a:lvl1pPr>
          </a:lstStyle>
          <a:p>
            <a:endParaRPr lang="en-GB" dirty="0">
              <a:solidFill>
                <a:schemeClr val="bg1"/>
              </a:solidFill>
            </a:endParaRPr>
          </a:p>
        </p:txBody>
      </p:sp>
      <p:sp>
        <p:nvSpPr>
          <p:cNvPr id="4" name="Footer/CRICOS">
            <a:extLst>
              <a:ext uri="{FF2B5EF4-FFF2-40B4-BE49-F238E27FC236}">
                <a16:creationId xmlns:a16="http://schemas.microsoft.com/office/drawing/2014/main" id="{E4B97F27-BBD0-4892-9F01-48CF1B733F20}"/>
              </a:ext>
            </a:extLst>
          </p:cNvPr>
          <p:cNvSpPr>
            <a:spLocks noGrp="1"/>
          </p:cNvSpPr>
          <p:nvPr>
            <p:ph type="ftr" sz="quarter" idx="14"/>
          </p:nvPr>
        </p:nvSpPr>
        <p:spPr/>
        <p:txBody>
          <a:bodyPr/>
          <a:lstStyle>
            <a:lvl1pPr>
              <a:defRPr>
                <a:solidFill>
                  <a:schemeClr val="bg1"/>
                </a:solidFill>
              </a:defRPr>
            </a:lvl1pPr>
          </a:lstStyle>
          <a:p>
            <a:r>
              <a:rPr lang="en-AU"/>
              <a:t>Deakin University CRICOS Provider Code: 00113B</a:t>
            </a:r>
            <a:endParaRPr lang="en-GB" dirty="0"/>
          </a:p>
        </p:txBody>
      </p:sp>
      <p:pic>
        <p:nvPicPr>
          <p:cNvPr id="17" name="Deakin Logo" descr="Deakin Logo">
            <a:extLst>
              <a:ext uri="{FF2B5EF4-FFF2-40B4-BE49-F238E27FC236}">
                <a16:creationId xmlns:a16="http://schemas.microsoft.com/office/drawing/2014/main" id="{27BBA998-D685-4B60-89ED-6011BC67AEE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38955" y="205550"/>
            <a:ext cx="651961" cy="651000"/>
          </a:xfrm>
          <a:prstGeom prst="rect">
            <a:avLst/>
          </a:prstGeom>
        </p:spPr>
      </p:pic>
    </p:spTree>
    <p:extLst>
      <p:ext uri="{BB962C8B-B14F-4D97-AF65-F5344CB8AC3E}">
        <p14:creationId xmlns:p14="http://schemas.microsoft.com/office/powerpoint/2010/main" val="28366816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800000"/>
                </a:solidFill>
              </a:defRPr>
            </a:lvl1pPr>
          </a:lstStyle>
          <a:p>
            <a:r>
              <a:rPr lang="en-US" dirty="0"/>
              <a:t>Click to edit Master title style</a:t>
            </a:r>
            <a:endParaRPr lang="en-AU" dirty="0"/>
          </a:p>
        </p:txBody>
      </p:sp>
      <p:sp>
        <p:nvSpPr>
          <p:cNvPr id="3" name="Text Placeholder 2"/>
          <p:cNvSpPr>
            <a:spLocks noGrp="1"/>
          </p:cNvSpPr>
          <p:nvPr>
            <p:ph idx="1"/>
          </p:nvPr>
        </p:nvSpPr>
        <p:spPr bwMode="auto">
          <a:xfrm>
            <a:off x="623392" y="1556794"/>
            <a:ext cx="10972800" cy="45259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lvl1pPr>
            <a:lvl2pPr>
              <a:defRPr sz="2400"/>
            </a:lvl2pPr>
          </a:lstStyle>
          <a:p>
            <a:pPr lvl="0"/>
            <a:r>
              <a:rPr lang="en-US" noProof="0" dirty="0"/>
              <a:t>Click to edit Master text styles</a:t>
            </a:r>
          </a:p>
          <a:p>
            <a:pPr lvl="1"/>
            <a:r>
              <a:rPr lang="en-US" noProof="0" dirty="0" err="1"/>
              <a:t>Asdlj;lfkflf;k;j;lk;j;lk;j</a:t>
            </a:r>
            <a:endParaRPr lang="en-US" noProof="0" dirty="0"/>
          </a:p>
          <a:p>
            <a:pPr lvl="1"/>
            <a:r>
              <a:rPr lang="en-US" noProof="0" dirty="0" err="1"/>
              <a:t>Skdj;ajf</a:t>
            </a:r>
            <a:endParaRPr lang="en-US" noProof="0" dirty="0"/>
          </a:p>
          <a:p>
            <a:pPr lvl="1"/>
            <a:endParaRPr lang="en-US" noProof="0" dirty="0"/>
          </a:p>
        </p:txBody>
      </p:sp>
    </p:spTree>
    <p:extLst>
      <p:ext uri="{BB962C8B-B14F-4D97-AF65-F5344CB8AC3E}">
        <p14:creationId xmlns:p14="http://schemas.microsoft.com/office/powerpoint/2010/main" val="249494262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A5B6F458-8B0B-0A2C-3736-AE3105E8F80D}"/>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ADD8CB2F-5F32-2C35-92E8-68F3C76B283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CCCFC147-44BA-AD47-3E99-8C4409062FC1}"/>
              </a:ext>
            </a:extLst>
          </p:cNvPr>
          <p:cNvSpPr>
            <a:spLocks noGrp="1" noChangeArrowheads="1"/>
          </p:cNvSpPr>
          <p:nvPr>
            <p:ph type="sldNum" sz="quarter" idx="12"/>
          </p:nvPr>
        </p:nvSpPr>
        <p:spPr>
          <a:ln/>
        </p:spPr>
        <p:txBody>
          <a:bodyPr/>
          <a:lstStyle>
            <a:lvl1pPr>
              <a:defRPr/>
            </a:lvl1pPr>
          </a:lstStyle>
          <a:p>
            <a:fld id="{A8A780CB-DD10-7E4D-9818-32FDD067B12E}" type="slidenum">
              <a:rPr lang="en-US" altLang="en-US"/>
              <a:pPr/>
              <a:t>‹#›</a:t>
            </a:fld>
            <a:endParaRPr lang="en-US" altLang="en-US"/>
          </a:p>
        </p:txBody>
      </p:sp>
    </p:spTree>
    <p:extLst>
      <p:ext uri="{BB962C8B-B14F-4D97-AF65-F5344CB8AC3E}">
        <p14:creationId xmlns:p14="http://schemas.microsoft.com/office/powerpoint/2010/main" val="24715031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D5AC2B-80FF-9364-7DFD-1002285A8788}"/>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679C1791-C7AC-4CF6-505B-7A504E0722D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6964D239-8377-C6AD-3BE7-C08444CF3248}"/>
              </a:ext>
            </a:extLst>
          </p:cNvPr>
          <p:cNvSpPr>
            <a:spLocks noGrp="1"/>
          </p:cNvSpPr>
          <p:nvPr>
            <p:ph type="dt" sz="half" idx="10"/>
          </p:nvPr>
        </p:nvSpPr>
        <p:spPr/>
        <p:txBody>
          <a:bodyPr/>
          <a:lstStyle/>
          <a:p>
            <a:fld id="{9F5AC1BF-745F-4EB6-BB6D-7C62B39169A7}" type="datetimeFigureOut">
              <a:rPr lang="en-AU" smtClean="0"/>
              <a:t>9/6/2026</a:t>
            </a:fld>
            <a:endParaRPr lang="en-AU"/>
          </a:p>
        </p:txBody>
      </p:sp>
      <p:sp>
        <p:nvSpPr>
          <p:cNvPr id="5" name="Footer Placeholder 4">
            <a:extLst>
              <a:ext uri="{FF2B5EF4-FFF2-40B4-BE49-F238E27FC236}">
                <a16:creationId xmlns:a16="http://schemas.microsoft.com/office/drawing/2014/main" id="{00204D7D-CA20-4D80-00DB-6AFF170EB4B1}"/>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D3D651F2-35BA-8592-B0AC-D6A2E3F83A58}"/>
              </a:ext>
            </a:extLst>
          </p:cNvPr>
          <p:cNvSpPr>
            <a:spLocks noGrp="1"/>
          </p:cNvSpPr>
          <p:nvPr>
            <p:ph type="sldNum" sz="quarter" idx="12"/>
          </p:nvPr>
        </p:nvSpPr>
        <p:spPr/>
        <p:txBody>
          <a:bodyPr/>
          <a:lstStyle/>
          <a:p>
            <a:fld id="{9363FF9B-14E4-414F-997E-66994BE406E0}" type="slidenum">
              <a:rPr lang="en-AU" smtClean="0"/>
              <a:t>‹#›</a:t>
            </a:fld>
            <a:endParaRPr lang="en-AU"/>
          </a:p>
        </p:txBody>
      </p:sp>
    </p:spTree>
    <p:extLst>
      <p:ext uri="{BB962C8B-B14F-4D97-AF65-F5344CB8AC3E}">
        <p14:creationId xmlns:p14="http://schemas.microsoft.com/office/powerpoint/2010/main" val="251182504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5_Layout 4">
    <p:bg>
      <p:bgRef idx="1001">
        <a:schemeClr val="bg1"/>
      </p:bgRef>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1E0ADE0A-0058-F840-B5C2-8007274D77F5}"/>
              </a:ext>
            </a:extLst>
          </p:cNvPr>
          <p:cNvSpPr>
            <a:spLocks noGrp="1"/>
          </p:cNvSpPr>
          <p:nvPr>
            <p:ph type="title" hasCustomPrompt="1"/>
          </p:nvPr>
        </p:nvSpPr>
        <p:spPr>
          <a:xfrm>
            <a:off x="627854" y="589218"/>
            <a:ext cx="10326658" cy="467226"/>
          </a:xfrm>
        </p:spPr>
        <p:txBody>
          <a:bodyPr anchor="b"/>
          <a:lstStyle>
            <a:lvl1pPr>
              <a:defRPr sz="2400" b="1">
                <a:solidFill>
                  <a:schemeClr val="accent1"/>
                </a:solidFill>
              </a:defRPr>
            </a:lvl1pPr>
          </a:lstStyle>
          <a:p>
            <a:r>
              <a:rPr lang="en-US" dirty="0"/>
              <a:t>Heading</a:t>
            </a:r>
          </a:p>
        </p:txBody>
      </p:sp>
      <p:sp>
        <p:nvSpPr>
          <p:cNvPr id="9" name="Text Placeholder 2">
            <a:extLst>
              <a:ext uri="{FF2B5EF4-FFF2-40B4-BE49-F238E27FC236}">
                <a16:creationId xmlns:a16="http://schemas.microsoft.com/office/drawing/2014/main" id="{1B0CD470-0980-9846-9280-4B88DEA185B2}"/>
              </a:ext>
            </a:extLst>
          </p:cNvPr>
          <p:cNvSpPr>
            <a:spLocks noGrp="1"/>
          </p:cNvSpPr>
          <p:nvPr>
            <p:ph type="body" idx="1" hasCustomPrompt="1"/>
          </p:nvPr>
        </p:nvSpPr>
        <p:spPr>
          <a:xfrm>
            <a:off x="636266" y="1137921"/>
            <a:ext cx="10326658" cy="589218"/>
          </a:xfrm>
        </p:spPr>
        <p:txBody>
          <a:bodyPr anchor="t"/>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Subheading</a:t>
            </a:r>
          </a:p>
        </p:txBody>
      </p:sp>
      <p:pic>
        <p:nvPicPr>
          <p:cNvPr id="6" name="Picture 5">
            <a:extLst>
              <a:ext uri="{FF2B5EF4-FFF2-40B4-BE49-F238E27FC236}">
                <a16:creationId xmlns:a16="http://schemas.microsoft.com/office/drawing/2014/main" id="{937501CE-2B8C-9147-A765-4D4D0CD0DB6A}"/>
              </a:ext>
            </a:extLst>
          </p:cNvPr>
          <p:cNvPicPr>
            <a:picLocks noChangeAspect="1"/>
          </p:cNvPicPr>
          <p:nvPr userDrawn="1"/>
        </p:nvPicPr>
        <p:blipFill>
          <a:blip r:embed="rId2"/>
          <a:stretch>
            <a:fillRect/>
          </a:stretch>
        </p:blipFill>
        <p:spPr>
          <a:xfrm>
            <a:off x="716479" y="6122499"/>
            <a:ext cx="10756142" cy="406659"/>
          </a:xfrm>
          <a:prstGeom prst="rect">
            <a:avLst/>
          </a:prstGeom>
        </p:spPr>
      </p:pic>
      <p:pic>
        <p:nvPicPr>
          <p:cNvPr id="14" name="Picture 13">
            <a:extLst>
              <a:ext uri="{FF2B5EF4-FFF2-40B4-BE49-F238E27FC236}">
                <a16:creationId xmlns:a16="http://schemas.microsoft.com/office/drawing/2014/main" id="{13DC2E27-8F05-C040-A05C-D8E2B79274C2}"/>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860286" y="6188125"/>
            <a:ext cx="663137" cy="282186"/>
          </a:xfrm>
          <a:prstGeom prst="rect">
            <a:avLst/>
          </a:prstGeom>
        </p:spPr>
      </p:pic>
    </p:spTree>
    <p:extLst>
      <p:ext uri="{BB962C8B-B14F-4D97-AF65-F5344CB8AC3E}">
        <p14:creationId xmlns:p14="http://schemas.microsoft.com/office/powerpoint/2010/main" val="1062133758"/>
      </p:ext>
    </p:extLst>
  </p:cSld>
  <p:clrMapOvr>
    <a:overrideClrMapping bg1="lt1" tx1="dk1" bg2="lt2" tx2="dk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Layout 4">
    <p:bg>
      <p:bgRef idx="1001">
        <a:schemeClr val="bg1"/>
      </p:bgRef>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1E0ADE0A-0058-F840-B5C2-8007274D77F5}"/>
              </a:ext>
            </a:extLst>
          </p:cNvPr>
          <p:cNvSpPr>
            <a:spLocks noGrp="1"/>
          </p:cNvSpPr>
          <p:nvPr>
            <p:ph type="title" hasCustomPrompt="1"/>
          </p:nvPr>
        </p:nvSpPr>
        <p:spPr>
          <a:xfrm>
            <a:off x="627854" y="589218"/>
            <a:ext cx="10326658" cy="467226"/>
          </a:xfrm>
        </p:spPr>
        <p:txBody>
          <a:bodyPr anchor="b"/>
          <a:lstStyle>
            <a:lvl1pPr>
              <a:defRPr sz="2400" b="1">
                <a:solidFill>
                  <a:schemeClr val="accent1"/>
                </a:solidFill>
              </a:defRPr>
            </a:lvl1pPr>
          </a:lstStyle>
          <a:p>
            <a:r>
              <a:rPr lang="en-US" dirty="0"/>
              <a:t>Heading</a:t>
            </a:r>
          </a:p>
        </p:txBody>
      </p:sp>
      <p:sp>
        <p:nvSpPr>
          <p:cNvPr id="13" name="Text Placeholder 2">
            <a:extLst>
              <a:ext uri="{FF2B5EF4-FFF2-40B4-BE49-F238E27FC236}">
                <a16:creationId xmlns:a16="http://schemas.microsoft.com/office/drawing/2014/main" id="{C88A8D42-146D-E24F-BAAC-E035BD58A1AC}"/>
              </a:ext>
            </a:extLst>
          </p:cNvPr>
          <p:cNvSpPr>
            <a:spLocks noGrp="1"/>
          </p:cNvSpPr>
          <p:nvPr>
            <p:ph type="body" idx="12" hasCustomPrompt="1"/>
          </p:nvPr>
        </p:nvSpPr>
        <p:spPr>
          <a:xfrm>
            <a:off x="627854" y="1771605"/>
            <a:ext cx="10957594" cy="4081404"/>
          </a:xfrm>
        </p:spPr>
        <p:txBody>
          <a:bodyPr/>
          <a:lstStyle>
            <a:lvl1pPr marL="0" indent="0">
              <a:lnSpc>
                <a:spcPct val="100000"/>
              </a:lnSpc>
              <a:spcBef>
                <a:spcPts val="0"/>
              </a:spcBef>
              <a:spcAft>
                <a:spcPts val="1500"/>
              </a:spcAft>
              <a:buFont typeface="Arial" panose="020B0604020202020204" pitchFamily="34" charset="0"/>
              <a:buNone/>
              <a:defRPr lang="en-AU" sz="1800" smtClean="0">
                <a:effectLs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en-US" dirty="0" err="1"/>
              <a:t>Pelignis</a:t>
            </a:r>
            <a:endParaRPr lang="en-AU" dirty="0">
              <a:effectLst/>
              <a:latin typeface="Helvetica" pitchFamily="2" charset="0"/>
            </a:endParaRPr>
          </a:p>
        </p:txBody>
      </p:sp>
      <p:sp>
        <p:nvSpPr>
          <p:cNvPr id="9" name="Text Placeholder 2">
            <a:extLst>
              <a:ext uri="{FF2B5EF4-FFF2-40B4-BE49-F238E27FC236}">
                <a16:creationId xmlns:a16="http://schemas.microsoft.com/office/drawing/2014/main" id="{1B0CD470-0980-9846-9280-4B88DEA185B2}"/>
              </a:ext>
            </a:extLst>
          </p:cNvPr>
          <p:cNvSpPr>
            <a:spLocks noGrp="1"/>
          </p:cNvSpPr>
          <p:nvPr>
            <p:ph type="body" idx="1" hasCustomPrompt="1"/>
          </p:nvPr>
        </p:nvSpPr>
        <p:spPr>
          <a:xfrm>
            <a:off x="636266" y="1137921"/>
            <a:ext cx="10326658" cy="589218"/>
          </a:xfrm>
        </p:spPr>
        <p:txBody>
          <a:bodyPr anchor="t"/>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Subheading</a:t>
            </a:r>
          </a:p>
        </p:txBody>
      </p:sp>
      <p:pic>
        <p:nvPicPr>
          <p:cNvPr id="6" name="Picture 5">
            <a:extLst>
              <a:ext uri="{FF2B5EF4-FFF2-40B4-BE49-F238E27FC236}">
                <a16:creationId xmlns:a16="http://schemas.microsoft.com/office/drawing/2014/main" id="{937501CE-2B8C-9147-A765-4D4D0CD0DB6A}"/>
              </a:ext>
            </a:extLst>
          </p:cNvPr>
          <p:cNvPicPr>
            <a:picLocks noChangeAspect="1"/>
          </p:cNvPicPr>
          <p:nvPr userDrawn="1"/>
        </p:nvPicPr>
        <p:blipFill>
          <a:blip r:embed="rId2"/>
          <a:stretch>
            <a:fillRect/>
          </a:stretch>
        </p:blipFill>
        <p:spPr>
          <a:xfrm>
            <a:off x="716479" y="6122499"/>
            <a:ext cx="10756142" cy="406659"/>
          </a:xfrm>
          <a:prstGeom prst="rect">
            <a:avLst/>
          </a:prstGeom>
        </p:spPr>
      </p:pic>
      <p:pic>
        <p:nvPicPr>
          <p:cNvPr id="14" name="Picture 13">
            <a:extLst>
              <a:ext uri="{FF2B5EF4-FFF2-40B4-BE49-F238E27FC236}">
                <a16:creationId xmlns:a16="http://schemas.microsoft.com/office/drawing/2014/main" id="{13DC2E27-8F05-C040-A05C-D8E2B79274C2}"/>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860286" y="6188125"/>
            <a:ext cx="663137" cy="282186"/>
          </a:xfrm>
          <a:prstGeom prst="rect">
            <a:avLst/>
          </a:prstGeom>
        </p:spPr>
      </p:pic>
    </p:spTree>
    <p:extLst>
      <p:ext uri="{BB962C8B-B14F-4D97-AF65-F5344CB8AC3E}">
        <p14:creationId xmlns:p14="http://schemas.microsoft.com/office/powerpoint/2010/main" val="2872622374"/>
      </p:ext>
    </p:extLst>
  </p:cSld>
  <p:clrMapOvr>
    <a:overrideClrMapping bg1="lt1" tx1="dk1" bg2="lt2" tx2="dk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4_Layout 4">
    <p:bg>
      <p:bgRef idx="1001">
        <a:schemeClr val="bg1"/>
      </p:bgRef>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1E0ADE0A-0058-F840-B5C2-8007274D77F5}"/>
              </a:ext>
            </a:extLst>
          </p:cNvPr>
          <p:cNvSpPr>
            <a:spLocks noGrp="1"/>
          </p:cNvSpPr>
          <p:nvPr>
            <p:ph type="title" hasCustomPrompt="1"/>
          </p:nvPr>
        </p:nvSpPr>
        <p:spPr>
          <a:xfrm>
            <a:off x="627854" y="589218"/>
            <a:ext cx="10326658" cy="467226"/>
          </a:xfrm>
        </p:spPr>
        <p:txBody>
          <a:bodyPr anchor="b"/>
          <a:lstStyle>
            <a:lvl1pPr>
              <a:defRPr sz="2400" b="1">
                <a:solidFill>
                  <a:schemeClr val="accent1"/>
                </a:solidFill>
              </a:defRPr>
            </a:lvl1pPr>
          </a:lstStyle>
          <a:p>
            <a:r>
              <a:rPr lang="en-US" dirty="0"/>
              <a:t>Heading</a:t>
            </a:r>
          </a:p>
        </p:txBody>
      </p:sp>
      <p:sp>
        <p:nvSpPr>
          <p:cNvPr id="13" name="Text Placeholder 2">
            <a:extLst>
              <a:ext uri="{FF2B5EF4-FFF2-40B4-BE49-F238E27FC236}">
                <a16:creationId xmlns:a16="http://schemas.microsoft.com/office/drawing/2014/main" id="{C88A8D42-146D-E24F-BAAC-E035BD58A1AC}"/>
              </a:ext>
            </a:extLst>
          </p:cNvPr>
          <p:cNvSpPr>
            <a:spLocks noGrp="1"/>
          </p:cNvSpPr>
          <p:nvPr>
            <p:ph type="body" idx="12" hasCustomPrompt="1"/>
          </p:nvPr>
        </p:nvSpPr>
        <p:spPr>
          <a:xfrm>
            <a:off x="1478598" y="2182197"/>
            <a:ext cx="4213990" cy="3359257"/>
          </a:xfrm>
        </p:spPr>
        <p:txBody>
          <a:bodyPr tIns="0"/>
          <a:lstStyle>
            <a:lvl1pPr marL="0" indent="0">
              <a:lnSpc>
                <a:spcPct val="100000"/>
              </a:lnSpc>
              <a:spcBef>
                <a:spcPts val="500"/>
              </a:spcBef>
              <a:spcAft>
                <a:spcPts val="1500"/>
              </a:spcAft>
              <a:buFont typeface="Arial" panose="020B0604020202020204" pitchFamily="34" charset="0"/>
              <a:buNone/>
              <a:defRPr lang="en-AU" sz="1500" smtClean="0">
                <a:effectLs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en-US" dirty="0"/>
              <a:t>Ro </a:t>
            </a:r>
            <a:r>
              <a:rPr lang="en-US" dirty="0" err="1"/>
              <a:t>consed</a:t>
            </a:r>
            <a:endParaRPr lang="en-AU" dirty="0">
              <a:effectLst/>
              <a:latin typeface="Helvetica" pitchFamily="2" charset="0"/>
            </a:endParaRPr>
          </a:p>
        </p:txBody>
      </p:sp>
      <p:sp>
        <p:nvSpPr>
          <p:cNvPr id="9" name="Text Placeholder 2">
            <a:extLst>
              <a:ext uri="{FF2B5EF4-FFF2-40B4-BE49-F238E27FC236}">
                <a16:creationId xmlns:a16="http://schemas.microsoft.com/office/drawing/2014/main" id="{1B0CD470-0980-9846-9280-4B88DEA185B2}"/>
              </a:ext>
            </a:extLst>
          </p:cNvPr>
          <p:cNvSpPr>
            <a:spLocks noGrp="1"/>
          </p:cNvSpPr>
          <p:nvPr>
            <p:ph type="body" idx="1" hasCustomPrompt="1"/>
          </p:nvPr>
        </p:nvSpPr>
        <p:spPr>
          <a:xfrm>
            <a:off x="636266" y="1137921"/>
            <a:ext cx="5101147" cy="589218"/>
          </a:xfrm>
        </p:spPr>
        <p:txBody>
          <a:bodyPr anchor="t"/>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Subheading</a:t>
            </a:r>
          </a:p>
        </p:txBody>
      </p:sp>
      <p:pic>
        <p:nvPicPr>
          <p:cNvPr id="6" name="Picture 5">
            <a:extLst>
              <a:ext uri="{FF2B5EF4-FFF2-40B4-BE49-F238E27FC236}">
                <a16:creationId xmlns:a16="http://schemas.microsoft.com/office/drawing/2014/main" id="{937501CE-2B8C-9147-A765-4D4D0CD0DB6A}"/>
              </a:ext>
            </a:extLst>
          </p:cNvPr>
          <p:cNvPicPr>
            <a:picLocks noChangeAspect="1"/>
          </p:cNvPicPr>
          <p:nvPr userDrawn="1"/>
        </p:nvPicPr>
        <p:blipFill>
          <a:blip r:embed="rId2"/>
          <a:stretch>
            <a:fillRect/>
          </a:stretch>
        </p:blipFill>
        <p:spPr>
          <a:xfrm>
            <a:off x="716479" y="6122499"/>
            <a:ext cx="10756142" cy="406659"/>
          </a:xfrm>
          <a:prstGeom prst="rect">
            <a:avLst/>
          </a:prstGeom>
        </p:spPr>
      </p:pic>
      <p:pic>
        <p:nvPicPr>
          <p:cNvPr id="14" name="Picture 13">
            <a:extLst>
              <a:ext uri="{FF2B5EF4-FFF2-40B4-BE49-F238E27FC236}">
                <a16:creationId xmlns:a16="http://schemas.microsoft.com/office/drawing/2014/main" id="{13DC2E27-8F05-C040-A05C-D8E2B79274C2}"/>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860286" y="6188125"/>
            <a:ext cx="663137" cy="282186"/>
          </a:xfrm>
          <a:prstGeom prst="rect">
            <a:avLst/>
          </a:prstGeom>
        </p:spPr>
      </p:pic>
      <p:sp>
        <p:nvSpPr>
          <p:cNvPr id="10" name="Content Placeholder 2">
            <a:extLst>
              <a:ext uri="{FF2B5EF4-FFF2-40B4-BE49-F238E27FC236}">
                <a16:creationId xmlns:a16="http://schemas.microsoft.com/office/drawing/2014/main" id="{680FFF11-A66E-3743-A5B6-B27679EAC2F4}"/>
              </a:ext>
            </a:extLst>
          </p:cNvPr>
          <p:cNvSpPr>
            <a:spLocks noGrp="1"/>
          </p:cNvSpPr>
          <p:nvPr>
            <p:ph idx="13" hasCustomPrompt="1"/>
          </p:nvPr>
        </p:nvSpPr>
        <p:spPr>
          <a:xfrm>
            <a:off x="6947646" y="2182197"/>
            <a:ext cx="4213990" cy="3515695"/>
          </a:xfrm>
          <a:noFill/>
        </p:spPr>
        <p:txBody>
          <a:bodyPr tIns="0" bIns="46800"/>
          <a:lstStyle>
            <a:lvl1pPr marL="0" marR="0" indent="0" algn="l" defTabSz="914400" rtl="0" eaLnBrk="1" fontAlgn="auto" latinLnBrk="0" hangingPunct="1">
              <a:lnSpc>
                <a:spcPct val="100000"/>
              </a:lnSpc>
              <a:spcBef>
                <a:spcPts val="500"/>
              </a:spcBef>
              <a:spcAft>
                <a:spcPts val="1500"/>
              </a:spcAft>
              <a:buClrTx/>
              <a:buSzTx/>
              <a:buFont typeface="Arial" panose="020B0604020202020204" pitchFamily="34" charset="0"/>
              <a:buNone/>
              <a:tabLst/>
              <a:defRPr lang="en-AU" sz="1500" smtClean="0">
                <a:effectLst/>
              </a:defRPr>
            </a:lvl1pPr>
            <a:lvl2pPr>
              <a:defRPr sz="1500"/>
            </a:lvl2pPr>
            <a:lvl3pPr>
              <a:defRPr sz="1500"/>
            </a:lvl3pPr>
            <a:lvl4pPr>
              <a:defRPr sz="1500"/>
            </a:lvl4pPr>
            <a:lvl5pPr>
              <a:defRPr sz="1500"/>
            </a:lvl5pPr>
          </a:lstStyle>
          <a:p>
            <a:pPr marL="0" marR="0" lvl="0" indent="0" algn="l"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r>
              <a:rPr lang="en-US" dirty="0"/>
              <a:t>Ro </a:t>
            </a:r>
            <a:r>
              <a:rPr lang="en-US" dirty="0" err="1"/>
              <a:t>consed</a:t>
            </a:r>
            <a:endParaRPr lang="en-AU" dirty="0">
              <a:effectLst/>
              <a:latin typeface="Helvetica" pitchFamily="2" charset="0"/>
            </a:endParaRPr>
          </a:p>
        </p:txBody>
      </p:sp>
      <p:sp>
        <p:nvSpPr>
          <p:cNvPr id="15" name="Text Placeholder 2">
            <a:extLst>
              <a:ext uri="{FF2B5EF4-FFF2-40B4-BE49-F238E27FC236}">
                <a16:creationId xmlns:a16="http://schemas.microsoft.com/office/drawing/2014/main" id="{6F96D124-1F00-DC4C-9384-D7CA80EA6C5A}"/>
              </a:ext>
            </a:extLst>
          </p:cNvPr>
          <p:cNvSpPr>
            <a:spLocks noGrp="1"/>
          </p:cNvSpPr>
          <p:nvPr>
            <p:ph type="body" idx="14" hasCustomPrompt="1"/>
          </p:nvPr>
        </p:nvSpPr>
        <p:spPr>
          <a:xfrm>
            <a:off x="5916478" y="1137921"/>
            <a:ext cx="5101147" cy="589218"/>
          </a:xfrm>
        </p:spPr>
        <p:txBody>
          <a:bodyPr anchor="t"/>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Subheading</a:t>
            </a:r>
          </a:p>
        </p:txBody>
      </p:sp>
    </p:spTree>
    <p:extLst>
      <p:ext uri="{BB962C8B-B14F-4D97-AF65-F5344CB8AC3E}">
        <p14:creationId xmlns:p14="http://schemas.microsoft.com/office/powerpoint/2010/main" val="357959270"/>
      </p:ext>
    </p:extLst>
  </p:cSld>
  <p:clrMapOvr>
    <a:overrideClrMapping bg1="lt1" tx1="dk1" bg2="lt2" tx2="dk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3_Layout 4">
    <p:bg>
      <p:bgRef idx="1001">
        <a:schemeClr val="bg1"/>
      </p:bgRef>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1E0ADE0A-0058-F840-B5C2-8007274D77F5}"/>
              </a:ext>
            </a:extLst>
          </p:cNvPr>
          <p:cNvSpPr>
            <a:spLocks noGrp="1"/>
          </p:cNvSpPr>
          <p:nvPr>
            <p:ph type="title" hasCustomPrompt="1"/>
          </p:nvPr>
        </p:nvSpPr>
        <p:spPr>
          <a:xfrm>
            <a:off x="627854" y="589218"/>
            <a:ext cx="10326658" cy="467226"/>
          </a:xfrm>
        </p:spPr>
        <p:txBody>
          <a:bodyPr anchor="b"/>
          <a:lstStyle>
            <a:lvl1pPr>
              <a:defRPr sz="2400" b="1">
                <a:solidFill>
                  <a:schemeClr val="accent1"/>
                </a:solidFill>
              </a:defRPr>
            </a:lvl1pPr>
          </a:lstStyle>
          <a:p>
            <a:r>
              <a:rPr lang="en-US" dirty="0"/>
              <a:t>Heading</a:t>
            </a:r>
          </a:p>
        </p:txBody>
      </p:sp>
      <p:sp>
        <p:nvSpPr>
          <p:cNvPr id="13" name="Text Placeholder 2">
            <a:extLst>
              <a:ext uri="{FF2B5EF4-FFF2-40B4-BE49-F238E27FC236}">
                <a16:creationId xmlns:a16="http://schemas.microsoft.com/office/drawing/2014/main" id="{C88A8D42-146D-E24F-BAAC-E035BD58A1AC}"/>
              </a:ext>
            </a:extLst>
          </p:cNvPr>
          <p:cNvSpPr>
            <a:spLocks noGrp="1"/>
          </p:cNvSpPr>
          <p:nvPr>
            <p:ph type="body" idx="12" hasCustomPrompt="1"/>
          </p:nvPr>
        </p:nvSpPr>
        <p:spPr>
          <a:xfrm>
            <a:off x="627854" y="1771605"/>
            <a:ext cx="10335070" cy="726268"/>
          </a:xfrm>
        </p:spPr>
        <p:txBody>
          <a:bodyPr/>
          <a:lstStyle>
            <a:lvl1pPr marL="0" indent="0">
              <a:lnSpc>
                <a:spcPct val="100000"/>
              </a:lnSpc>
              <a:spcBef>
                <a:spcPts val="0"/>
              </a:spcBef>
              <a:spcAft>
                <a:spcPts val="1500"/>
              </a:spcAft>
              <a:buFont typeface="Arial" panose="020B0604020202020204" pitchFamily="34" charset="0"/>
              <a:buNone/>
              <a:defRPr lang="en-AU" sz="1800" smtClean="0">
                <a:effectLs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en-US" dirty="0" err="1"/>
              <a:t>Pelignis</a:t>
            </a:r>
            <a:endParaRPr lang="en-AU" dirty="0">
              <a:effectLst/>
              <a:latin typeface="Helvetica" pitchFamily="2" charset="0"/>
            </a:endParaRPr>
          </a:p>
        </p:txBody>
      </p:sp>
      <p:sp>
        <p:nvSpPr>
          <p:cNvPr id="9" name="Text Placeholder 2">
            <a:extLst>
              <a:ext uri="{FF2B5EF4-FFF2-40B4-BE49-F238E27FC236}">
                <a16:creationId xmlns:a16="http://schemas.microsoft.com/office/drawing/2014/main" id="{1B0CD470-0980-9846-9280-4B88DEA185B2}"/>
              </a:ext>
            </a:extLst>
          </p:cNvPr>
          <p:cNvSpPr>
            <a:spLocks noGrp="1"/>
          </p:cNvSpPr>
          <p:nvPr>
            <p:ph type="body" idx="1" hasCustomPrompt="1"/>
          </p:nvPr>
        </p:nvSpPr>
        <p:spPr>
          <a:xfrm>
            <a:off x="636266" y="1137921"/>
            <a:ext cx="10326658" cy="589218"/>
          </a:xfrm>
        </p:spPr>
        <p:txBody>
          <a:bodyPr anchor="t"/>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Subheading</a:t>
            </a:r>
          </a:p>
        </p:txBody>
      </p:sp>
      <p:pic>
        <p:nvPicPr>
          <p:cNvPr id="6" name="Picture 5">
            <a:extLst>
              <a:ext uri="{FF2B5EF4-FFF2-40B4-BE49-F238E27FC236}">
                <a16:creationId xmlns:a16="http://schemas.microsoft.com/office/drawing/2014/main" id="{937501CE-2B8C-9147-A765-4D4D0CD0DB6A}"/>
              </a:ext>
            </a:extLst>
          </p:cNvPr>
          <p:cNvPicPr>
            <a:picLocks noChangeAspect="1"/>
          </p:cNvPicPr>
          <p:nvPr userDrawn="1"/>
        </p:nvPicPr>
        <p:blipFill>
          <a:blip r:embed="rId2"/>
          <a:stretch>
            <a:fillRect/>
          </a:stretch>
        </p:blipFill>
        <p:spPr>
          <a:xfrm>
            <a:off x="716479" y="6122499"/>
            <a:ext cx="10756142" cy="406659"/>
          </a:xfrm>
          <a:prstGeom prst="rect">
            <a:avLst/>
          </a:prstGeom>
        </p:spPr>
      </p:pic>
      <p:pic>
        <p:nvPicPr>
          <p:cNvPr id="14" name="Picture 13">
            <a:extLst>
              <a:ext uri="{FF2B5EF4-FFF2-40B4-BE49-F238E27FC236}">
                <a16:creationId xmlns:a16="http://schemas.microsoft.com/office/drawing/2014/main" id="{13DC2E27-8F05-C040-A05C-D8E2B79274C2}"/>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860286" y="6188125"/>
            <a:ext cx="663137" cy="282186"/>
          </a:xfrm>
          <a:prstGeom prst="rect">
            <a:avLst/>
          </a:prstGeom>
        </p:spPr>
      </p:pic>
      <p:sp>
        <p:nvSpPr>
          <p:cNvPr id="10" name="Content Placeholder 2">
            <a:extLst>
              <a:ext uri="{FF2B5EF4-FFF2-40B4-BE49-F238E27FC236}">
                <a16:creationId xmlns:a16="http://schemas.microsoft.com/office/drawing/2014/main" id="{680FFF11-A66E-3743-A5B6-B27679EAC2F4}"/>
              </a:ext>
            </a:extLst>
          </p:cNvPr>
          <p:cNvSpPr>
            <a:spLocks noGrp="1"/>
          </p:cNvSpPr>
          <p:nvPr>
            <p:ph idx="13" hasCustomPrompt="1"/>
          </p:nvPr>
        </p:nvSpPr>
        <p:spPr>
          <a:xfrm>
            <a:off x="716479" y="2507743"/>
            <a:ext cx="10756142" cy="3123623"/>
          </a:xfrm>
          <a:noFill/>
        </p:spPr>
        <p:txBody>
          <a:bodyPr tIns="90000" bIns="46800"/>
          <a:lstStyle>
            <a:lvl1pPr marL="0" indent="0">
              <a:lnSpc>
                <a:spcPct val="100000"/>
              </a:lnSpc>
              <a:spcBef>
                <a:spcPts val="0"/>
              </a:spcBef>
              <a:spcAft>
                <a:spcPts val="1600"/>
              </a:spcAft>
              <a:buFont typeface="Arial" panose="020B0604020202020204" pitchFamily="34" charset="0"/>
              <a:buNone/>
              <a:defRPr lang="en-AU" sz="1500" smtClean="0">
                <a:effectLst/>
              </a:defRPr>
            </a:lvl1pPr>
            <a:lvl2pPr>
              <a:defRPr sz="1500"/>
            </a:lvl2pPr>
            <a:lvl3pPr>
              <a:defRPr sz="1500"/>
            </a:lvl3pPr>
            <a:lvl4pPr>
              <a:defRPr sz="1500"/>
            </a:lvl4pPr>
            <a:lvl5pPr>
              <a:defRPr sz="1500"/>
            </a:lvl5pPr>
          </a:lstStyle>
          <a:p>
            <a:r>
              <a:rPr lang="en-US" dirty="0"/>
              <a:t>Click to insert table</a:t>
            </a:r>
            <a:endParaRPr lang="en-AU" dirty="0">
              <a:effectLst/>
              <a:latin typeface="Helvetica" pitchFamily="2" charset="0"/>
            </a:endParaRPr>
          </a:p>
        </p:txBody>
      </p:sp>
    </p:spTree>
    <p:extLst>
      <p:ext uri="{BB962C8B-B14F-4D97-AF65-F5344CB8AC3E}">
        <p14:creationId xmlns:p14="http://schemas.microsoft.com/office/powerpoint/2010/main" val="3376879170"/>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emf"/><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39.xml"/><Relationship Id="rId18" Type="http://schemas.openxmlformats.org/officeDocument/2006/relationships/slideLayout" Target="../slideLayouts/slideLayout44.xml"/><Relationship Id="rId26" Type="http://schemas.openxmlformats.org/officeDocument/2006/relationships/slideLayout" Target="../slideLayouts/slideLayout52.xml"/><Relationship Id="rId3" Type="http://schemas.openxmlformats.org/officeDocument/2006/relationships/slideLayout" Target="../slideLayouts/slideLayout29.xml"/><Relationship Id="rId21" Type="http://schemas.openxmlformats.org/officeDocument/2006/relationships/slideLayout" Target="../slideLayouts/slideLayout47.xml"/><Relationship Id="rId34" Type="http://schemas.openxmlformats.org/officeDocument/2006/relationships/slideLayout" Target="../slideLayouts/slideLayout60.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17" Type="http://schemas.openxmlformats.org/officeDocument/2006/relationships/slideLayout" Target="../slideLayouts/slideLayout43.xml"/><Relationship Id="rId25" Type="http://schemas.openxmlformats.org/officeDocument/2006/relationships/slideLayout" Target="../slideLayouts/slideLayout51.xml"/><Relationship Id="rId33" Type="http://schemas.openxmlformats.org/officeDocument/2006/relationships/slideLayout" Target="../slideLayouts/slideLayout59.xml"/><Relationship Id="rId2" Type="http://schemas.openxmlformats.org/officeDocument/2006/relationships/slideLayout" Target="../slideLayouts/slideLayout28.xml"/><Relationship Id="rId16" Type="http://schemas.openxmlformats.org/officeDocument/2006/relationships/slideLayout" Target="../slideLayouts/slideLayout42.xml"/><Relationship Id="rId20" Type="http://schemas.openxmlformats.org/officeDocument/2006/relationships/slideLayout" Target="../slideLayouts/slideLayout46.xml"/><Relationship Id="rId29" Type="http://schemas.openxmlformats.org/officeDocument/2006/relationships/slideLayout" Target="../slideLayouts/slideLayout55.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24" Type="http://schemas.openxmlformats.org/officeDocument/2006/relationships/slideLayout" Target="../slideLayouts/slideLayout50.xml"/><Relationship Id="rId32" Type="http://schemas.openxmlformats.org/officeDocument/2006/relationships/slideLayout" Target="../slideLayouts/slideLayout58.xml"/><Relationship Id="rId5" Type="http://schemas.openxmlformats.org/officeDocument/2006/relationships/slideLayout" Target="../slideLayouts/slideLayout31.xml"/><Relationship Id="rId15" Type="http://schemas.openxmlformats.org/officeDocument/2006/relationships/slideLayout" Target="../slideLayouts/slideLayout41.xml"/><Relationship Id="rId23" Type="http://schemas.openxmlformats.org/officeDocument/2006/relationships/slideLayout" Target="../slideLayouts/slideLayout49.xml"/><Relationship Id="rId28" Type="http://schemas.openxmlformats.org/officeDocument/2006/relationships/slideLayout" Target="../slideLayouts/slideLayout54.xml"/><Relationship Id="rId36" Type="http://schemas.openxmlformats.org/officeDocument/2006/relationships/image" Target="../media/image1.emf"/><Relationship Id="rId10" Type="http://schemas.openxmlformats.org/officeDocument/2006/relationships/slideLayout" Target="../slideLayouts/slideLayout36.xml"/><Relationship Id="rId19" Type="http://schemas.openxmlformats.org/officeDocument/2006/relationships/slideLayout" Target="../slideLayouts/slideLayout45.xml"/><Relationship Id="rId31" Type="http://schemas.openxmlformats.org/officeDocument/2006/relationships/slideLayout" Target="../slideLayouts/slideLayout57.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slideLayout" Target="../slideLayouts/slideLayout40.xml"/><Relationship Id="rId22" Type="http://schemas.openxmlformats.org/officeDocument/2006/relationships/slideLayout" Target="../slideLayouts/slideLayout48.xml"/><Relationship Id="rId27" Type="http://schemas.openxmlformats.org/officeDocument/2006/relationships/slideLayout" Target="../slideLayouts/slideLayout53.xml"/><Relationship Id="rId30" Type="http://schemas.openxmlformats.org/officeDocument/2006/relationships/slideLayout" Target="../slideLayouts/slideLayout56.xml"/><Relationship Id="rId35" Type="http://schemas.openxmlformats.org/officeDocument/2006/relationships/theme" Target="../theme/theme2.xml"/><Relationship Id="rId8"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cNvSpPr>
            <a:spLocks noGrp="1"/>
          </p:cNvSpPr>
          <p:nvPr>
            <p:ph type="title"/>
          </p:nvPr>
        </p:nvSpPr>
        <p:spPr>
          <a:xfrm>
            <a:off x="242456" y="416689"/>
            <a:ext cx="8526856" cy="813433"/>
          </a:xfrm>
          <a:prstGeom prst="rect">
            <a:avLst/>
          </a:prstGeom>
        </p:spPr>
        <p:txBody>
          <a:bodyPr vert="horz" lIns="91440" tIns="45720" rIns="91440" bIns="45720" rtlCol="0" anchor="t" anchorCtr="0">
            <a:noAutofit/>
          </a:bodyPr>
          <a:lstStyle/>
          <a:p>
            <a:r>
              <a:rPr lang="en-US" dirty="0"/>
              <a:t>Click to add title</a:t>
            </a:r>
            <a:endParaRPr lang="en-GB" dirty="0"/>
          </a:p>
        </p:txBody>
      </p:sp>
      <p:sp>
        <p:nvSpPr>
          <p:cNvPr id="3" name="Body copy text"/>
          <p:cNvSpPr>
            <a:spLocks noGrp="1"/>
          </p:cNvSpPr>
          <p:nvPr>
            <p:ph type="body" idx="1"/>
          </p:nvPr>
        </p:nvSpPr>
        <p:spPr>
          <a:xfrm>
            <a:off x="491187" y="1759351"/>
            <a:ext cx="10193141" cy="3974265"/>
          </a:xfrm>
          <a:prstGeom prst="rect">
            <a:avLst/>
          </a:prstGeom>
          <a:noFill/>
        </p:spPr>
        <p:txBody>
          <a:bodyPr vert="horz" lIns="91440" tIns="45720" rIns="91440" bIns="4572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24" name="Header Graphic">
            <a:extLst>
              <a:ext uri="{FF2B5EF4-FFF2-40B4-BE49-F238E27FC236}">
                <a16:creationId xmlns:a16="http://schemas.microsoft.com/office/drawing/2014/main" id="{C4ED600E-90B7-4D49-803F-18C3CB208852}"/>
              </a:ext>
              <a:ext uri="{C183D7F6-B498-43B3-948B-1728B52AA6E4}">
                <adec:decorative xmlns:adec="http://schemas.microsoft.com/office/drawing/2017/decorative" val="1"/>
              </a:ext>
            </a:extLst>
          </p:cNvPr>
          <p:cNvSpPr/>
          <p:nvPr userDrawn="1"/>
        </p:nvSpPr>
        <p:spPr>
          <a:xfrm flipV="1">
            <a:off x="0" y="-1"/>
            <a:ext cx="8769311" cy="1230123"/>
          </a:xfrm>
          <a:custGeom>
            <a:avLst/>
            <a:gdLst>
              <a:gd name="connsiteX0" fmla="*/ 741970 w 8769311"/>
              <a:gd name="connsiteY0" fmla="*/ 1230123 h 1230123"/>
              <a:gd name="connsiteX1" fmla="*/ 1254832 w 8769311"/>
              <a:gd name="connsiteY1" fmla="*/ 1230123 h 1230123"/>
              <a:gd name="connsiteX2" fmla="*/ 1254832 w 8769311"/>
              <a:gd name="connsiteY2" fmla="*/ 1230122 h 1230123"/>
              <a:gd name="connsiteX3" fmla="*/ 8769275 w 8769311"/>
              <a:gd name="connsiteY3" fmla="*/ 1230122 h 1230123"/>
              <a:gd name="connsiteX4" fmla="*/ 8769311 w 8769311"/>
              <a:gd name="connsiteY4" fmla="*/ 1229400 h 1230123"/>
              <a:gd name="connsiteX5" fmla="*/ 7560373 w 8769311"/>
              <a:gd name="connsiteY5" fmla="*/ 0 h 1230123"/>
              <a:gd name="connsiteX6" fmla="*/ 3733364 w 8769311"/>
              <a:gd name="connsiteY6" fmla="*/ 0 h 1230123"/>
              <a:gd name="connsiteX7" fmla="*/ 2463698 w 8769311"/>
              <a:gd name="connsiteY7" fmla="*/ 0 h 1230123"/>
              <a:gd name="connsiteX8" fmla="*/ 0 w 8769311"/>
              <a:gd name="connsiteY8" fmla="*/ 0 h 1230123"/>
              <a:gd name="connsiteX9" fmla="*/ 0 w 8769311"/>
              <a:gd name="connsiteY9" fmla="*/ 1230122 h 1230123"/>
              <a:gd name="connsiteX10" fmla="*/ 741970 w 8769311"/>
              <a:gd name="connsiteY10" fmla="*/ 1230122 h 1230123"/>
              <a:gd name="connsiteX11" fmla="*/ 741970 w 8769311"/>
              <a:gd name="connsiteY11" fmla="*/ 1230123 h 1230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769311" h="1230123">
                <a:moveTo>
                  <a:pt x="741970" y="1230123"/>
                </a:moveTo>
                <a:lnTo>
                  <a:pt x="1254832" y="1230123"/>
                </a:lnTo>
                <a:lnTo>
                  <a:pt x="1254832" y="1230122"/>
                </a:lnTo>
                <a:lnTo>
                  <a:pt x="8769275" y="1230122"/>
                </a:lnTo>
                <a:lnTo>
                  <a:pt x="8769311" y="1229400"/>
                </a:lnTo>
                <a:cubicBezTo>
                  <a:pt x="8769311" y="550384"/>
                  <a:pt x="8227985" y="0"/>
                  <a:pt x="7560373" y="0"/>
                </a:cubicBezTo>
                <a:lnTo>
                  <a:pt x="3733364" y="0"/>
                </a:lnTo>
                <a:lnTo>
                  <a:pt x="2463698" y="0"/>
                </a:lnTo>
                <a:lnTo>
                  <a:pt x="0" y="0"/>
                </a:lnTo>
                <a:lnTo>
                  <a:pt x="0" y="1230122"/>
                </a:lnTo>
                <a:lnTo>
                  <a:pt x="741970" y="1230122"/>
                </a:lnTo>
                <a:lnTo>
                  <a:pt x="741970" y="123012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grpSp>
        <p:nvGrpSpPr>
          <p:cNvPr id="13" name="Deakin Logo" descr="Deakin Logo">
            <a:extLst>
              <a:ext uri="{FF2B5EF4-FFF2-40B4-BE49-F238E27FC236}">
                <a16:creationId xmlns:a16="http://schemas.microsoft.com/office/drawing/2014/main" id="{17C6BFE0-2141-4DFB-B88F-322A608970BC}"/>
              </a:ext>
            </a:extLst>
          </p:cNvPr>
          <p:cNvGrpSpPr/>
          <p:nvPr userDrawn="1"/>
        </p:nvGrpSpPr>
        <p:grpSpPr>
          <a:xfrm>
            <a:off x="11339575" y="205549"/>
            <a:ext cx="651345" cy="652971"/>
            <a:chOff x="10928350" y="5591175"/>
            <a:chExt cx="1062560" cy="1065213"/>
          </a:xfrm>
        </p:grpSpPr>
        <p:sp>
          <p:nvSpPr>
            <p:cNvPr id="16" name="Logo">
              <a:extLst>
                <a:ext uri="{FF2B5EF4-FFF2-40B4-BE49-F238E27FC236}">
                  <a16:creationId xmlns:a16="http://schemas.microsoft.com/office/drawing/2014/main" id="{21F5FBCC-0772-4FBB-8C39-81FCE663081D}"/>
                </a:ext>
              </a:extLst>
            </p:cNvPr>
            <p:cNvSpPr txBox="1">
              <a:spLocks noChangeAspect="1"/>
            </p:cNvSpPr>
            <p:nvPr userDrawn="1"/>
          </p:nvSpPr>
          <p:spPr>
            <a:xfrm>
              <a:off x="10928911" y="5592757"/>
              <a:ext cx="1061999" cy="1061999"/>
            </a:xfrm>
            <a:prstGeom prst="rect">
              <a:avLst/>
            </a:prstGeom>
            <a:blipFill dpi="0" rotWithShape="1">
              <a:blip r:embed="rId28" cstate="screen">
                <a:alphaModFix/>
                <a:extLst>
                  <a:ext uri="{28A0092B-C50C-407E-A947-70E740481C1C}">
                    <a14:useLocalDpi xmlns:a14="http://schemas.microsoft.com/office/drawing/2010/main"/>
                  </a:ext>
                </a:extLst>
              </a:blip>
              <a:srcRect/>
              <a:stretch>
                <a:fillRect/>
              </a:stretch>
            </a:blipFill>
          </p:spPr>
          <p:txBody>
            <a:bodyPr/>
            <a:lstStyle>
              <a:lvl1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2pPr>
              <a:lvl3pPr marL="0" indent="0" algn="l" defTabSz="914400" rtl="0" eaLnBrk="1" latinLnBrk="0" hangingPunct="1">
                <a:lnSpc>
                  <a:spcPct val="100000"/>
                </a:lnSpc>
                <a:spcBef>
                  <a:spcPts val="0"/>
                </a:spcBef>
                <a:buSzPct val="110000"/>
                <a:buFont typeface="Arial" panose="020B0604020202020204" pitchFamily="34" charset="0"/>
                <a:buNone/>
                <a:defRPr sz="200" kern="1200">
                  <a:solidFill>
                    <a:schemeClr val="bg1"/>
                  </a:solidFill>
                  <a:latin typeface="+mn-lt"/>
                  <a:ea typeface="+mn-ea"/>
                  <a:cs typeface="+mn-cs"/>
                </a:defRPr>
              </a:lvl3pPr>
              <a:lvl4pPr marL="0" indent="0" algn="l" defTabSz="914400" rtl="0" eaLnBrk="1" latinLnBrk="0" hangingPunct="1">
                <a:lnSpc>
                  <a:spcPct val="100000"/>
                </a:lnSpc>
                <a:spcBef>
                  <a:spcPts val="0"/>
                </a:spcBef>
                <a:buFont typeface="Calibri" panose="020F0502020204030204" pitchFamily="34" charset="0"/>
                <a:buNone/>
                <a:defRPr sz="200" kern="1200">
                  <a:solidFill>
                    <a:schemeClr val="bg1"/>
                  </a:solidFill>
                  <a:latin typeface="+mn-lt"/>
                  <a:ea typeface="+mn-ea"/>
                  <a:cs typeface="+mn-cs"/>
                </a:defRPr>
              </a:lvl4pPr>
              <a:lvl5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5pPr>
              <a:lvl6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6pPr>
              <a:lvl7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7pPr>
              <a:lvl8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8pPr>
              <a:lvl9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9pPr>
            </a:lstStyle>
            <a:p>
              <a:r>
                <a:rPr lang="en-US"/>
                <a:t>   </a:t>
              </a:r>
              <a:endParaRPr lang="en-AU" dirty="0"/>
            </a:p>
          </p:txBody>
        </p:sp>
        <p:sp>
          <p:nvSpPr>
            <p:cNvPr id="17" name="Logo">
              <a:extLst>
                <a:ext uri="{FF2B5EF4-FFF2-40B4-BE49-F238E27FC236}">
                  <a16:creationId xmlns:a16="http://schemas.microsoft.com/office/drawing/2014/main" id="{85E5EDBC-1774-4865-9342-97823A151F8D}"/>
                </a:ext>
              </a:extLst>
            </p:cNvPr>
            <p:cNvSpPr>
              <a:spLocks noEditPoints="1"/>
            </p:cNvSpPr>
            <p:nvPr userDrawn="1"/>
          </p:nvSpPr>
          <p:spPr bwMode="auto">
            <a:xfrm>
              <a:off x="10928350" y="5591175"/>
              <a:ext cx="1062037" cy="1065213"/>
            </a:xfrm>
            <a:custGeom>
              <a:avLst/>
              <a:gdLst>
                <a:gd name="T0" fmla="*/ 3400 w 6806"/>
                <a:gd name="T1" fmla="*/ 85 h 6803"/>
                <a:gd name="T2" fmla="*/ 3400 w 6806"/>
                <a:gd name="T3" fmla="*/ 85 h 6803"/>
                <a:gd name="T4" fmla="*/ 6720 w 6806"/>
                <a:gd name="T5" fmla="*/ 3399 h 6803"/>
                <a:gd name="T6" fmla="*/ 3406 w 6806"/>
                <a:gd name="T7" fmla="*/ 6719 h 6803"/>
                <a:gd name="T8" fmla="*/ 3403 w 6806"/>
                <a:gd name="T9" fmla="*/ 6719 h 6803"/>
                <a:gd name="T10" fmla="*/ 86 w 6806"/>
                <a:gd name="T11" fmla="*/ 3405 h 6803"/>
                <a:gd name="T12" fmla="*/ 1055 w 6806"/>
                <a:gd name="T13" fmla="*/ 1058 h 6803"/>
                <a:gd name="T14" fmla="*/ 3400 w 6806"/>
                <a:gd name="T15" fmla="*/ 85 h 6803"/>
                <a:gd name="T16" fmla="*/ 3400 w 6806"/>
                <a:gd name="T17" fmla="*/ 0 h 6803"/>
                <a:gd name="T18" fmla="*/ 995 w 6806"/>
                <a:gd name="T19" fmla="*/ 999 h 6803"/>
                <a:gd name="T20" fmla="*/ 1 w 6806"/>
                <a:gd name="T21" fmla="*/ 3405 h 6803"/>
                <a:gd name="T22" fmla="*/ 3403 w 6806"/>
                <a:gd name="T23" fmla="*/ 6803 h 6803"/>
                <a:gd name="T24" fmla="*/ 3406 w 6806"/>
                <a:gd name="T25" fmla="*/ 6803 h 6803"/>
                <a:gd name="T26" fmla="*/ 6804 w 6806"/>
                <a:gd name="T27" fmla="*/ 3399 h 6803"/>
                <a:gd name="T28" fmla="*/ 3400 w 6806"/>
                <a:gd name="T29" fmla="*/ 0 h 68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806" h="6803">
                  <a:moveTo>
                    <a:pt x="3400" y="85"/>
                  </a:moveTo>
                  <a:cubicBezTo>
                    <a:pt x="3400" y="85"/>
                    <a:pt x="3400" y="85"/>
                    <a:pt x="3400" y="85"/>
                  </a:cubicBezTo>
                  <a:cubicBezTo>
                    <a:pt x="5229" y="85"/>
                    <a:pt x="6718" y="1571"/>
                    <a:pt x="6720" y="3399"/>
                  </a:cubicBezTo>
                  <a:cubicBezTo>
                    <a:pt x="6722" y="5228"/>
                    <a:pt x="5235" y="6717"/>
                    <a:pt x="3406" y="6719"/>
                  </a:cubicBezTo>
                  <a:cubicBezTo>
                    <a:pt x="3403" y="6719"/>
                    <a:pt x="3403" y="6719"/>
                    <a:pt x="3403" y="6719"/>
                  </a:cubicBezTo>
                  <a:cubicBezTo>
                    <a:pt x="1575" y="6719"/>
                    <a:pt x="87" y="5232"/>
                    <a:pt x="86" y="3405"/>
                  </a:cubicBezTo>
                  <a:cubicBezTo>
                    <a:pt x="85" y="2519"/>
                    <a:pt x="429" y="1685"/>
                    <a:pt x="1055" y="1058"/>
                  </a:cubicBezTo>
                  <a:cubicBezTo>
                    <a:pt x="1681" y="431"/>
                    <a:pt x="2514" y="85"/>
                    <a:pt x="3400" y="85"/>
                  </a:cubicBezTo>
                  <a:moveTo>
                    <a:pt x="3400" y="0"/>
                  </a:moveTo>
                  <a:cubicBezTo>
                    <a:pt x="2491" y="1"/>
                    <a:pt x="1637" y="355"/>
                    <a:pt x="995" y="999"/>
                  </a:cubicBezTo>
                  <a:cubicBezTo>
                    <a:pt x="354" y="1642"/>
                    <a:pt x="0" y="2496"/>
                    <a:pt x="1" y="3405"/>
                  </a:cubicBezTo>
                  <a:cubicBezTo>
                    <a:pt x="3" y="5279"/>
                    <a:pt x="1529" y="6803"/>
                    <a:pt x="3403" y="6803"/>
                  </a:cubicBezTo>
                  <a:cubicBezTo>
                    <a:pt x="3406" y="6803"/>
                    <a:pt x="3406" y="6803"/>
                    <a:pt x="3406" y="6803"/>
                  </a:cubicBezTo>
                  <a:cubicBezTo>
                    <a:pt x="5281" y="6802"/>
                    <a:pt x="6806" y="5274"/>
                    <a:pt x="6804" y="3399"/>
                  </a:cubicBezTo>
                  <a:cubicBezTo>
                    <a:pt x="6803" y="1525"/>
                    <a:pt x="5277" y="0"/>
                    <a:pt x="340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sp>
        <p:nvSpPr>
          <p:cNvPr id="6" name="Slide Number"/>
          <p:cNvSpPr>
            <a:spLocks noGrp="1"/>
          </p:cNvSpPr>
          <p:nvPr>
            <p:ph type="sldNum" sz="quarter" idx="4"/>
          </p:nvPr>
        </p:nvSpPr>
        <p:spPr>
          <a:xfrm>
            <a:off x="242456" y="6287423"/>
            <a:ext cx="576000" cy="247558"/>
          </a:xfrm>
          <a:prstGeom prst="rect">
            <a:avLst/>
          </a:prstGeom>
        </p:spPr>
        <p:txBody>
          <a:bodyPr vert="horz" lIns="0" tIns="45720" rIns="91440" bIns="45720" rtlCol="0" anchor="ctr"/>
          <a:lstStyle>
            <a:lvl1pPr algn="l">
              <a:defRPr sz="1200">
                <a:solidFill>
                  <a:schemeClr val="tx1"/>
                </a:solidFill>
              </a:defRPr>
            </a:lvl1pPr>
          </a:lstStyle>
          <a:p>
            <a:fld id="{F5AEA0E0-5CC6-4BD0-905C-A0021E419432}" type="slidenum">
              <a:rPr lang="en-GB" smtClean="0"/>
              <a:pPr/>
              <a:t>‹#›</a:t>
            </a:fld>
            <a:endParaRPr lang="en-GB" dirty="0"/>
          </a:p>
        </p:txBody>
      </p:sp>
      <p:sp>
        <p:nvSpPr>
          <p:cNvPr id="4" name="Date"/>
          <p:cNvSpPr>
            <a:spLocks noGrp="1"/>
          </p:cNvSpPr>
          <p:nvPr>
            <p:ph type="dt" sz="half" idx="2"/>
          </p:nvPr>
        </p:nvSpPr>
        <p:spPr>
          <a:xfrm>
            <a:off x="847552" y="6330733"/>
            <a:ext cx="1656000" cy="204248"/>
          </a:xfrm>
          <a:prstGeom prst="rect">
            <a:avLst/>
          </a:prstGeom>
        </p:spPr>
        <p:txBody>
          <a:bodyPr vert="horz" lIns="91440" tIns="45720" rIns="91440" bIns="45720" rtlCol="0" anchor="ctr"/>
          <a:lstStyle>
            <a:lvl1pPr algn="l">
              <a:defRPr sz="650">
                <a:solidFill>
                  <a:schemeClr val="tx1"/>
                </a:solidFill>
              </a:defRPr>
            </a:lvl1pPr>
          </a:lstStyle>
          <a:p>
            <a:endParaRPr lang="en-GB" dirty="0"/>
          </a:p>
        </p:txBody>
      </p:sp>
      <p:sp>
        <p:nvSpPr>
          <p:cNvPr id="11" name="Footer/CRICOS">
            <a:extLst>
              <a:ext uri="{FF2B5EF4-FFF2-40B4-BE49-F238E27FC236}">
                <a16:creationId xmlns:a16="http://schemas.microsoft.com/office/drawing/2014/main" id="{13D180E2-749A-4C76-8A73-C73865F5F0BA}"/>
              </a:ext>
            </a:extLst>
          </p:cNvPr>
          <p:cNvSpPr>
            <a:spLocks noGrp="1"/>
          </p:cNvSpPr>
          <p:nvPr>
            <p:ph type="ftr" sz="quarter" idx="3"/>
          </p:nvPr>
        </p:nvSpPr>
        <p:spPr>
          <a:xfrm>
            <a:off x="242456" y="6545788"/>
            <a:ext cx="6624000" cy="180000"/>
          </a:xfrm>
          <a:prstGeom prst="rect">
            <a:avLst/>
          </a:prstGeom>
        </p:spPr>
        <p:txBody>
          <a:bodyPr lIns="0" tIns="36000" rIns="0" bIns="36000"/>
          <a:lstStyle>
            <a:lvl1pPr algn="l">
              <a:defRPr sz="500">
                <a:solidFill>
                  <a:schemeClr val="tx1"/>
                </a:solidFill>
              </a:defRPr>
            </a:lvl1pPr>
          </a:lstStyle>
          <a:p>
            <a:r>
              <a:rPr lang="en-AU" dirty="0"/>
              <a:t>Deakin University </a:t>
            </a:r>
            <a:r>
              <a:rPr lang="en-AU" dirty="0" err="1"/>
              <a:t>CRICOS</a:t>
            </a:r>
            <a:r>
              <a:rPr lang="en-AU" dirty="0"/>
              <a:t> Provider Code: </a:t>
            </a:r>
            <a:r>
              <a:rPr lang="en-AU" dirty="0" err="1"/>
              <a:t>00113B</a:t>
            </a:r>
            <a:endParaRPr lang="en-GB" dirty="0"/>
          </a:p>
        </p:txBody>
      </p:sp>
    </p:spTree>
    <p:extLst>
      <p:ext uri="{BB962C8B-B14F-4D97-AF65-F5344CB8AC3E}">
        <p14:creationId xmlns:p14="http://schemas.microsoft.com/office/powerpoint/2010/main" val="2559479050"/>
      </p:ext>
    </p:extLst>
  </p:cSld>
  <p:clrMap bg1="lt1" tx1="dk1" bg2="lt2" tx2="dk2" accent1="accent1" accent2="accent2" accent3="accent3" accent4="accent4" accent5="accent5" accent6="accent6" hlink="hlink" folHlink="folHlink"/>
  <p:sldLayoutIdLst>
    <p:sldLayoutId id="2147483649" r:id="rId1"/>
    <p:sldLayoutId id="2147483659" r:id="rId2"/>
    <p:sldLayoutId id="2147483660" r:id="rId3"/>
    <p:sldLayoutId id="2147483651" r:id="rId4"/>
    <p:sldLayoutId id="2147483661" r:id="rId5"/>
    <p:sldLayoutId id="2147483662" r:id="rId6"/>
    <p:sldLayoutId id="2147483663" r:id="rId7"/>
    <p:sldLayoutId id="2147483650" r:id="rId8"/>
    <p:sldLayoutId id="2147483673" r:id="rId9"/>
    <p:sldLayoutId id="2147483664" r:id="rId10"/>
    <p:sldLayoutId id="2147483671" r:id="rId11"/>
    <p:sldLayoutId id="2147483665" r:id="rId12"/>
    <p:sldLayoutId id="2147483666" r:id="rId13"/>
    <p:sldLayoutId id="2147483667" r:id="rId14"/>
    <p:sldLayoutId id="2147483668" r:id="rId15"/>
    <p:sldLayoutId id="2147483669" r:id="rId16"/>
    <p:sldLayoutId id="2147483670" r:id="rId17"/>
    <p:sldLayoutId id="2147483716" r:id="rId18"/>
    <p:sldLayoutId id="2147483672" r:id="rId19"/>
    <p:sldLayoutId id="2147483675" r:id="rId20"/>
    <p:sldLayoutId id="2147483676" r:id="rId21"/>
    <p:sldLayoutId id="2147483677" r:id="rId22"/>
    <p:sldLayoutId id="2147483679" r:id="rId23"/>
    <p:sldLayoutId id="2147483678" r:id="rId24"/>
    <p:sldLayoutId id="2147483674" r:id="rId25"/>
    <p:sldLayoutId id="2147483717" r:id="rId26"/>
  </p:sldLayoutIdLst>
  <p:hf hdr="0" dt="0"/>
  <p:txStyles>
    <p:titleStyle>
      <a:lvl1pPr algn="l" defTabSz="914400" rtl="0" eaLnBrk="1" latinLnBrk="0" hangingPunct="1">
        <a:lnSpc>
          <a:spcPct val="90000"/>
        </a:lnSpc>
        <a:spcBef>
          <a:spcPct val="0"/>
        </a:spcBef>
        <a:buNone/>
        <a:defRPr sz="2400" b="1" kern="1200">
          <a:solidFill>
            <a:schemeClr val="bg1"/>
          </a:solidFill>
          <a:latin typeface="+mj-lt"/>
          <a:ea typeface="+mj-ea"/>
          <a:cs typeface="+mj-cs"/>
        </a:defRPr>
      </a:lvl1pPr>
    </p:titleStyle>
    <p:bodyStyle>
      <a:lvl1pPr marL="0" indent="0" algn="l" defTabSz="914400" rtl="0" eaLnBrk="1" latinLnBrk="0" hangingPunct="1">
        <a:lnSpc>
          <a:spcPct val="90000"/>
        </a:lnSpc>
        <a:spcBef>
          <a:spcPts val="1000"/>
        </a:spcBef>
        <a:spcAft>
          <a:spcPts val="2400"/>
        </a:spcAft>
        <a:buFont typeface="Arial" panose="020B0604020202020204" pitchFamily="34" charset="0"/>
        <a:buNone/>
        <a:defRPr sz="3700" kern="1200">
          <a:solidFill>
            <a:schemeClr val="tx1"/>
          </a:solidFill>
          <a:latin typeface="+mn-lt"/>
          <a:ea typeface="+mn-ea"/>
          <a:cs typeface="+mn-cs"/>
        </a:defRPr>
      </a:lvl1pPr>
      <a:lvl2pPr marL="0" indent="0" algn="l" defTabSz="914400" rtl="0" eaLnBrk="1" latinLnBrk="0" hangingPunct="1">
        <a:lnSpc>
          <a:spcPct val="100000"/>
        </a:lnSpc>
        <a:spcBef>
          <a:spcPts val="500"/>
        </a:spcBef>
        <a:spcAft>
          <a:spcPts val="0"/>
        </a:spcAft>
        <a:buFont typeface="Arial" panose="020B0604020202020204" pitchFamily="34" charset="0"/>
        <a:buNone/>
        <a:defRPr sz="1800" kern="1200">
          <a:solidFill>
            <a:schemeClr val="tx1"/>
          </a:solidFill>
          <a:latin typeface="+mn-lt"/>
          <a:ea typeface="+mn-ea"/>
          <a:cs typeface="+mn-cs"/>
        </a:defRPr>
      </a:lvl2pPr>
      <a:lvl3pPr marL="180000" indent="-180000" algn="l" defTabSz="914400" rtl="0" eaLnBrk="1" latinLnBrk="0" hangingPunct="1">
        <a:lnSpc>
          <a:spcPct val="100000"/>
        </a:lnSpc>
        <a:spcBef>
          <a:spcPts val="500"/>
        </a:spcBef>
        <a:buSzPct val="110000"/>
        <a:buFont typeface="Arial" panose="020B0604020202020204" pitchFamily="34" charset="0"/>
        <a:buChar char="•"/>
        <a:defRPr sz="1800" kern="1200">
          <a:solidFill>
            <a:schemeClr val="tx1"/>
          </a:solidFill>
          <a:latin typeface="+mn-lt"/>
          <a:ea typeface="+mn-ea"/>
          <a:cs typeface="+mn-cs"/>
        </a:defRPr>
      </a:lvl3pPr>
      <a:lvl4pPr marL="360000" indent="-180000" algn="l" defTabSz="914400" rtl="0" eaLnBrk="1" latinLnBrk="0" hangingPunct="1">
        <a:lnSpc>
          <a:spcPct val="100000"/>
        </a:lnSpc>
        <a:spcBef>
          <a:spcPts val="500"/>
        </a:spcBef>
        <a:buFont typeface="Calibri" panose="020F0502020204030204" pitchFamily="34" charset="0"/>
        <a:buChar char="–"/>
        <a:defRPr sz="1800" kern="1200">
          <a:solidFill>
            <a:schemeClr val="tx1"/>
          </a:solidFill>
          <a:latin typeface="+mn-lt"/>
          <a:ea typeface="+mn-ea"/>
          <a:cs typeface="+mn-cs"/>
        </a:defRPr>
      </a:lvl4pPr>
      <a:lvl5pPr marL="180000" indent="0" algn="l" defTabSz="914400" rtl="0" eaLnBrk="1" latinLnBrk="0" hangingPunct="1">
        <a:lnSpc>
          <a:spcPct val="100000"/>
        </a:lnSpc>
        <a:spcBef>
          <a:spcPts val="500"/>
        </a:spcBef>
        <a:buFont typeface="Arial" panose="020B0604020202020204" pitchFamily="34" charset="0"/>
        <a:buNone/>
        <a:defRPr sz="1800" kern="1200">
          <a:solidFill>
            <a:schemeClr val="tx1"/>
          </a:solidFill>
          <a:latin typeface="+mn-lt"/>
          <a:ea typeface="+mn-ea"/>
          <a:cs typeface="+mn-cs"/>
        </a:defRPr>
      </a:lvl5pPr>
      <a:lvl6pPr marL="0" indent="0" algn="l" defTabSz="914400" rtl="0" eaLnBrk="1" latinLnBrk="0" hangingPunct="1">
        <a:lnSpc>
          <a:spcPct val="100000"/>
        </a:lnSpc>
        <a:spcBef>
          <a:spcPts val="500"/>
        </a:spcBef>
        <a:buFont typeface="Arial" panose="020B0604020202020204" pitchFamily="34" charset="0"/>
        <a:buNone/>
        <a:defRPr sz="1800" kern="1200">
          <a:solidFill>
            <a:schemeClr val="tx1"/>
          </a:solidFill>
          <a:latin typeface="+mn-lt"/>
          <a:ea typeface="+mn-ea"/>
          <a:cs typeface="+mn-cs"/>
        </a:defRPr>
      </a:lvl6pPr>
      <a:lvl7pPr marL="0" indent="0" algn="l" defTabSz="914400" rtl="0" eaLnBrk="1" latinLnBrk="0" hangingPunct="1">
        <a:lnSpc>
          <a:spcPct val="100000"/>
        </a:lnSpc>
        <a:spcBef>
          <a:spcPts val="500"/>
        </a:spcBef>
        <a:buFont typeface="Arial" panose="020B0604020202020204" pitchFamily="34" charset="0"/>
        <a:buNone/>
        <a:defRPr sz="1800" kern="1200">
          <a:solidFill>
            <a:schemeClr val="tx1"/>
          </a:solidFill>
          <a:latin typeface="+mn-lt"/>
          <a:ea typeface="+mn-ea"/>
          <a:cs typeface="+mn-cs"/>
        </a:defRPr>
      </a:lvl7pPr>
      <a:lvl8pPr marL="0" indent="0" algn="l" defTabSz="914400" rtl="0" eaLnBrk="1" latinLnBrk="0" hangingPunct="1">
        <a:lnSpc>
          <a:spcPct val="100000"/>
        </a:lnSpc>
        <a:spcBef>
          <a:spcPts val="500"/>
        </a:spcBef>
        <a:buFont typeface="Arial" panose="020B0604020202020204" pitchFamily="34" charset="0"/>
        <a:buNone/>
        <a:defRPr sz="1800" kern="1200">
          <a:solidFill>
            <a:schemeClr val="tx1"/>
          </a:solidFill>
          <a:latin typeface="+mn-lt"/>
          <a:ea typeface="+mn-ea"/>
          <a:cs typeface="+mn-cs"/>
        </a:defRPr>
      </a:lvl8pPr>
      <a:lvl9pPr marL="0" indent="0" algn="l" defTabSz="914400" rtl="0" eaLnBrk="1" latinLnBrk="0" hangingPunct="1">
        <a:lnSpc>
          <a:spcPct val="100000"/>
        </a:lnSpc>
        <a:spcBef>
          <a:spcPts val="500"/>
        </a:spcBef>
        <a:buFont typeface="Arial" panose="020B0604020202020204" pitchFamily="34" charset="0"/>
        <a:buNone/>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cNvSpPr>
            <a:spLocks noGrp="1"/>
          </p:cNvSpPr>
          <p:nvPr>
            <p:ph type="title"/>
          </p:nvPr>
        </p:nvSpPr>
        <p:spPr>
          <a:xfrm>
            <a:off x="242456" y="270165"/>
            <a:ext cx="8526856" cy="959957"/>
          </a:xfrm>
          <a:prstGeom prst="rect">
            <a:avLst/>
          </a:prstGeom>
        </p:spPr>
        <p:txBody>
          <a:bodyPr vert="horz" lIns="91440" tIns="45720" rIns="91440" bIns="45720" rtlCol="0" anchor="t" anchorCtr="0">
            <a:noAutofit/>
          </a:bodyPr>
          <a:lstStyle/>
          <a:p>
            <a:r>
              <a:rPr lang="en-US" dirty="0"/>
              <a:t>Click to add title</a:t>
            </a:r>
            <a:endParaRPr lang="en-GB" dirty="0"/>
          </a:p>
        </p:txBody>
      </p:sp>
      <p:sp>
        <p:nvSpPr>
          <p:cNvPr id="3" name="Body copy text"/>
          <p:cNvSpPr>
            <a:spLocks noGrp="1"/>
          </p:cNvSpPr>
          <p:nvPr>
            <p:ph type="body" idx="1"/>
          </p:nvPr>
        </p:nvSpPr>
        <p:spPr>
          <a:xfrm>
            <a:off x="491187" y="1759351"/>
            <a:ext cx="10193141" cy="3974265"/>
          </a:xfrm>
          <a:prstGeom prst="rect">
            <a:avLst/>
          </a:prstGeom>
          <a:noFill/>
        </p:spPr>
        <p:txBody>
          <a:bodyPr vert="horz" lIns="91440" tIns="45720" rIns="91440" bIns="45720" rtlCol="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grpSp>
        <p:nvGrpSpPr>
          <p:cNvPr id="12" name="Deakin Logo" descr="Deakin Logo">
            <a:extLst>
              <a:ext uri="{FF2B5EF4-FFF2-40B4-BE49-F238E27FC236}">
                <a16:creationId xmlns:a16="http://schemas.microsoft.com/office/drawing/2014/main" id="{F0C1E104-23DB-455F-9F8B-3367332FFCD4}"/>
              </a:ext>
            </a:extLst>
          </p:cNvPr>
          <p:cNvGrpSpPr/>
          <p:nvPr userDrawn="1"/>
        </p:nvGrpSpPr>
        <p:grpSpPr>
          <a:xfrm>
            <a:off x="11339575" y="205549"/>
            <a:ext cx="651345" cy="652971"/>
            <a:chOff x="10928350" y="5591175"/>
            <a:chExt cx="1062560" cy="1065213"/>
          </a:xfrm>
        </p:grpSpPr>
        <p:sp>
          <p:nvSpPr>
            <p:cNvPr id="14" name="Logo">
              <a:extLst>
                <a:ext uri="{FF2B5EF4-FFF2-40B4-BE49-F238E27FC236}">
                  <a16:creationId xmlns:a16="http://schemas.microsoft.com/office/drawing/2014/main" id="{0148C7AF-0E90-42A6-97EB-C6DC7F7C9AE7}"/>
                </a:ext>
              </a:extLst>
            </p:cNvPr>
            <p:cNvSpPr txBox="1">
              <a:spLocks noChangeAspect="1"/>
            </p:cNvSpPr>
            <p:nvPr userDrawn="1"/>
          </p:nvSpPr>
          <p:spPr>
            <a:xfrm>
              <a:off x="10928911" y="5592757"/>
              <a:ext cx="1061999" cy="1061999"/>
            </a:xfrm>
            <a:prstGeom prst="rect">
              <a:avLst/>
            </a:prstGeom>
            <a:blipFill dpi="0" rotWithShape="1">
              <a:blip r:embed="rId36" cstate="screen">
                <a:alphaModFix/>
                <a:extLst>
                  <a:ext uri="{28A0092B-C50C-407E-A947-70E740481C1C}">
                    <a14:useLocalDpi xmlns:a14="http://schemas.microsoft.com/office/drawing/2010/main"/>
                  </a:ext>
                </a:extLst>
              </a:blip>
              <a:srcRect/>
              <a:stretch>
                <a:fillRect/>
              </a:stretch>
            </a:blipFill>
          </p:spPr>
          <p:txBody>
            <a:bodyPr/>
            <a:lstStyle>
              <a:lvl1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0"/>
                </a:spcAft>
                <a:buFont typeface="Arial" panose="020B0604020202020204" pitchFamily="34" charset="0"/>
                <a:buNone/>
                <a:defRPr sz="200" kern="1200">
                  <a:solidFill>
                    <a:schemeClr val="bg1"/>
                  </a:solidFill>
                  <a:latin typeface="+mn-lt"/>
                  <a:ea typeface="+mn-ea"/>
                  <a:cs typeface="+mn-cs"/>
                </a:defRPr>
              </a:lvl2pPr>
              <a:lvl3pPr marL="0" indent="0" algn="l" defTabSz="914400" rtl="0" eaLnBrk="1" latinLnBrk="0" hangingPunct="1">
                <a:lnSpc>
                  <a:spcPct val="100000"/>
                </a:lnSpc>
                <a:spcBef>
                  <a:spcPts val="0"/>
                </a:spcBef>
                <a:buSzPct val="110000"/>
                <a:buFont typeface="Arial" panose="020B0604020202020204" pitchFamily="34" charset="0"/>
                <a:buNone/>
                <a:defRPr sz="200" kern="1200">
                  <a:solidFill>
                    <a:schemeClr val="bg1"/>
                  </a:solidFill>
                  <a:latin typeface="+mn-lt"/>
                  <a:ea typeface="+mn-ea"/>
                  <a:cs typeface="+mn-cs"/>
                </a:defRPr>
              </a:lvl3pPr>
              <a:lvl4pPr marL="0" indent="0" algn="l" defTabSz="914400" rtl="0" eaLnBrk="1" latinLnBrk="0" hangingPunct="1">
                <a:lnSpc>
                  <a:spcPct val="100000"/>
                </a:lnSpc>
                <a:spcBef>
                  <a:spcPts val="0"/>
                </a:spcBef>
                <a:buFont typeface="Calibri" panose="020F0502020204030204" pitchFamily="34" charset="0"/>
                <a:buNone/>
                <a:defRPr sz="200" kern="1200">
                  <a:solidFill>
                    <a:schemeClr val="bg1"/>
                  </a:solidFill>
                  <a:latin typeface="+mn-lt"/>
                  <a:ea typeface="+mn-ea"/>
                  <a:cs typeface="+mn-cs"/>
                </a:defRPr>
              </a:lvl4pPr>
              <a:lvl5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5pPr>
              <a:lvl6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6pPr>
              <a:lvl7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7pPr>
              <a:lvl8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8pPr>
              <a:lvl9pPr marL="0" indent="0" algn="l" defTabSz="914400" rtl="0" eaLnBrk="1" latinLnBrk="0" hangingPunct="1">
                <a:lnSpc>
                  <a:spcPct val="100000"/>
                </a:lnSpc>
                <a:spcBef>
                  <a:spcPts val="0"/>
                </a:spcBef>
                <a:buFont typeface="Arial" panose="020B0604020202020204" pitchFamily="34" charset="0"/>
                <a:buNone/>
                <a:defRPr sz="200" kern="1200">
                  <a:solidFill>
                    <a:schemeClr val="bg1"/>
                  </a:solidFill>
                  <a:latin typeface="+mn-lt"/>
                  <a:ea typeface="+mn-ea"/>
                  <a:cs typeface="+mn-cs"/>
                </a:defRPr>
              </a:lvl9pPr>
            </a:lstStyle>
            <a:p>
              <a:r>
                <a:rPr lang="en-US"/>
                <a:t>   </a:t>
              </a:r>
              <a:endParaRPr lang="en-AU" dirty="0"/>
            </a:p>
          </p:txBody>
        </p:sp>
        <p:sp>
          <p:nvSpPr>
            <p:cNvPr id="15" name="Logo">
              <a:extLst>
                <a:ext uri="{FF2B5EF4-FFF2-40B4-BE49-F238E27FC236}">
                  <a16:creationId xmlns:a16="http://schemas.microsoft.com/office/drawing/2014/main" id="{79E5D329-A4F0-4077-93A7-8FAA3ADDA54F}"/>
                </a:ext>
              </a:extLst>
            </p:cNvPr>
            <p:cNvSpPr>
              <a:spLocks noEditPoints="1"/>
            </p:cNvSpPr>
            <p:nvPr userDrawn="1"/>
          </p:nvSpPr>
          <p:spPr bwMode="auto">
            <a:xfrm>
              <a:off x="10928350" y="5591175"/>
              <a:ext cx="1062037" cy="1065213"/>
            </a:xfrm>
            <a:custGeom>
              <a:avLst/>
              <a:gdLst>
                <a:gd name="T0" fmla="*/ 3400 w 6806"/>
                <a:gd name="T1" fmla="*/ 85 h 6803"/>
                <a:gd name="T2" fmla="*/ 3400 w 6806"/>
                <a:gd name="T3" fmla="*/ 85 h 6803"/>
                <a:gd name="T4" fmla="*/ 6720 w 6806"/>
                <a:gd name="T5" fmla="*/ 3399 h 6803"/>
                <a:gd name="T6" fmla="*/ 3406 w 6806"/>
                <a:gd name="T7" fmla="*/ 6719 h 6803"/>
                <a:gd name="T8" fmla="*/ 3403 w 6806"/>
                <a:gd name="T9" fmla="*/ 6719 h 6803"/>
                <a:gd name="T10" fmla="*/ 86 w 6806"/>
                <a:gd name="T11" fmla="*/ 3405 h 6803"/>
                <a:gd name="T12" fmla="*/ 1055 w 6806"/>
                <a:gd name="T13" fmla="*/ 1058 h 6803"/>
                <a:gd name="T14" fmla="*/ 3400 w 6806"/>
                <a:gd name="T15" fmla="*/ 85 h 6803"/>
                <a:gd name="T16" fmla="*/ 3400 w 6806"/>
                <a:gd name="T17" fmla="*/ 0 h 6803"/>
                <a:gd name="T18" fmla="*/ 995 w 6806"/>
                <a:gd name="T19" fmla="*/ 999 h 6803"/>
                <a:gd name="T20" fmla="*/ 1 w 6806"/>
                <a:gd name="T21" fmla="*/ 3405 h 6803"/>
                <a:gd name="T22" fmla="*/ 3403 w 6806"/>
                <a:gd name="T23" fmla="*/ 6803 h 6803"/>
                <a:gd name="T24" fmla="*/ 3406 w 6806"/>
                <a:gd name="T25" fmla="*/ 6803 h 6803"/>
                <a:gd name="T26" fmla="*/ 6804 w 6806"/>
                <a:gd name="T27" fmla="*/ 3399 h 6803"/>
                <a:gd name="T28" fmla="*/ 3400 w 6806"/>
                <a:gd name="T29" fmla="*/ 0 h 68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806" h="6803">
                  <a:moveTo>
                    <a:pt x="3400" y="85"/>
                  </a:moveTo>
                  <a:cubicBezTo>
                    <a:pt x="3400" y="85"/>
                    <a:pt x="3400" y="85"/>
                    <a:pt x="3400" y="85"/>
                  </a:cubicBezTo>
                  <a:cubicBezTo>
                    <a:pt x="5229" y="85"/>
                    <a:pt x="6718" y="1571"/>
                    <a:pt x="6720" y="3399"/>
                  </a:cubicBezTo>
                  <a:cubicBezTo>
                    <a:pt x="6722" y="5228"/>
                    <a:pt x="5235" y="6717"/>
                    <a:pt x="3406" y="6719"/>
                  </a:cubicBezTo>
                  <a:cubicBezTo>
                    <a:pt x="3403" y="6719"/>
                    <a:pt x="3403" y="6719"/>
                    <a:pt x="3403" y="6719"/>
                  </a:cubicBezTo>
                  <a:cubicBezTo>
                    <a:pt x="1575" y="6719"/>
                    <a:pt x="87" y="5232"/>
                    <a:pt x="86" y="3405"/>
                  </a:cubicBezTo>
                  <a:cubicBezTo>
                    <a:pt x="85" y="2519"/>
                    <a:pt x="429" y="1685"/>
                    <a:pt x="1055" y="1058"/>
                  </a:cubicBezTo>
                  <a:cubicBezTo>
                    <a:pt x="1681" y="431"/>
                    <a:pt x="2514" y="85"/>
                    <a:pt x="3400" y="85"/>
                  </a:cubicBezTo>
                  <a:moveTo>
                    <a:pt x="3400" y="0"/>
                  </a:moveTo>
                  <a:cubicBezTo>
                    <a:pt x="2491" y="1"/>
                    <a:pt x="1637" y="355"/>
                    <a:pt x="995" y="999"/>
                  </a:cubicBezTo>
                  <a:cubicBezTo>
                    <a:pt x="354" y="1642"/>
                    <a:pt x="0" y="2496"/>
                    <a:pt x="1" y="3405"/>
                  </a:cubicBezTo>
                  <a:cubicBezTo>
                    <a:pt x="3" y="5279"/>
                    <a:pt x="1529" y="6803"/>
                    <a:pt x="3403" y="6803"/>
                  </a:cubicBezTo>
                  <a:cubicBezTo>
                    <a:pt x="3406" y="6803"/>
                    <a:pt x="3406" y="6803"/>
                    <a:pt x="3406" y="6803"/>
                  </a:cubicBezTo>
                  <a:cubicBezTo>
                    <a:pt x="5281" y="6802"/>
                    <a:pt x="6806" y="5274"/>
                    <a:pt x="6804" y="3399"/>
                  </a:cubicBezTo>
                  <a:cubicBezTo>
                    <a:pt x="6803" y="1525"/>
                    <a:pt x="5277" y="0"/>
                    <a:pt x="340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sp>
        <p:nvSpPr>
          <p:cNvPr id="16" name="Slide Number">
            <a:extLst>
              <a:ext uri="{FF2B5EF4-FFF2-40B4-BE49-F238E27FC236}">
                <a16:creationId xmlns:a16="http://schemas.microsoft.com/office/drawing/2014/main" id="{AACE52C0-4B08-45CF-BEAF-859F2F45B60B}"/>
              </a:ext>
            </a:extLst>
          </p:cNvPr>
          <p:cNvSpPr>
            <a:spLocks noGrp="1"/>
          </p:cNvSpPr>
          <p:nvPr>
            <p:ph type="sldNum" sz="quarter" idx="4"/>
          </p:nvPr>
        </p:nvSpPr>
        <p:spPr>
          <a:xfrm>
            <a:off x="242456" y="6287423"/>
            <a:ext cx="576000" cy="247558"/>
          </a:xfrm>
          <a:prstGeom prst="rect">
            <a:avLst/>
          </a:prstGeom>
        </p:spPr>
        <p:txBody>
          <a:bodyPr vert="horz" lIns="0" tIns="45720" rIns="91440" bIns="45720" rtlCol="0" anchor="ctr"/>
          <a:lstStyle>
            <a:lvl1pPr algn="l">
              <a:defRPr sz="1200">
                <a:solidFill>
                  <a:schemeClr val="tx1"/>
                </a:solidFill>
              </a:defRPr>
            </a:lvl1pPr>
          </a:lstStyle>
          <a:p>
            <a:fld id="{F5AEA0E0-5CC6-4BD0-905C-A0021E419432}" type="slidenum">
              <a:rPr lang="en-GB" smtClean="0"/>
              <a:pPr/>
              <a:t>‹#›</a:t>
            </a:fld>
            <a:endParaRPr lang="en-GB" dirty="0"/>
          </a:p>
        </p:txBody>
      </p:sp>
      <p:sp>
        <p:nvSpPr>
          <p:cNvPr id="13" name="Date">
            <a:extLst>
              <a:ext uri="{FF2B5EF4-FFF2-40B4-BE49-F238E27FC236}">
                <a16:creationId xmlns:a16="http://schemas.microsoft.com/office/drawing/2014/main" id="{9E98F004-A52C-4AA9-BDA8-6A4DA78BF9CB}"/>
              </a:ext>
            </a:extLst>
          </p:cNvPr>
          <p:cNvSpPr>
            <a:spLocks noGrp="1"/>
          </p:cNvSpPr>
          <p:nvPr>
            <p:ph type="dt" sz="half" idx="2"/>
          </p:nvPr>
        </p:nvSpPr>
        <p:spPr>
          <a:xfrm>
            <a:off x="847552" y="6330733"/>
            <a:ext cx="1656000" cy="204248"/>
          </a:xfrm>
          <a:prstGeom prst="rect">
            <a:avLst/>
          </a:prstGeom>
        </p:spPr>
        <p:txBody>
          <a:bodyPr vert="horz" lIns="91440" tIns="45720" rIns="91440" bIns="45720" rtlCol="0" anchor="ctr"/>
          <a:lstStyle>
            <a:lvl1pPr algn="l">
              <a:defRPr sz="650">
                <a:solidFill>
                  <a:schemeClr val="tx1"/>
                </a:solidFill>
              </a:defRPr>
            </a:lvl1pPr>
          </a:lstStyle>
          <a:p>
            <a:endParaRPr lang="en-GB" dirty="0"/>
          </a:p>
        </p:txBody>
      </p:sp>
      <p:sp>
        <p:nvSpPr>
          <p:cNvPr id="18" name="Footer/CRICOS">
            <a:extLst>
              <a:ext uri="{FF2B5EF4-FFF2-40B4-BE49-F238E27FC236}">
                <a16:creationId xmlns:a16="http://schemas.microsoft.com/office/drawing/2014/main" id="{03A50017-3B1D-4EEE-B5F1-4FDD65A99ECA}"/>
              </a:ext>
            </a:extLst>
          </p:cNvPr>
          <p:cNvSpPr>
            <a:spLocks noGrp="1"/>
          </p:cNvSpPr>
          <p:nvPr>
            <p:ph type="ftr" sz="quarter" idx="3"/>
          </p:nvPr>
        </p:nvSpPr>
        <p:spPr>
          <a:xfrm>
            <a:off x="242456" y="6545788"/>
            <a:ext cx="6624000" cy="180000"/>
          </a:xfrm>
          <a:prstGeom prst="rect">
            <a:avLst/>
          </a:prstGeom>
        </p:spPr>
        <p:txBody>
          <a:bodyPr lIns="0" tIns="36000" rIns="0" bIns="36000"/>
          <a:lstStyle>
            <a:lvl1pPr algn="l">
              <a:defRPr sz="500">
                <a:solidFill>
                  <a:schemeClr val="tx1"/>
                </a:solidFill>
              </a:defRPr>
            </a:lvl1pPr>
          </a:lstStyle>
          <a:p>
            <a:r>
              <a:rPr lang="en-AU" dirty="0"/>
              <a:t>Deakin University </a:t>
            </a:r>
            <a:r>
              <a:rPr lang="en-AU" dirty="0" err="1"/>
              <a:t>CRICOS</a:t>
            </a:r>
            <a:r>
              <a:rPr lang="en-AU" dirty="0"/>
              <a:t> Provider Code: </a:t>
            </a:r>
            <a:r>
              <a:rPr lang="en-AU" dirty="0" err="1"/>
              <a:t>00113B</a:t>
            </a:r>
            <a:endParaRPr lang="en-GB" dirty="0"/>
          </a:p>
        </p:txBody>
      </p:sp>
    </p:spTree>
    <p:extLst>
      <p:ext uri="{BB962C8B-B14F-4D97-AF65-F5344CB8AC3E}">
        <p14:creationId xmlns:p14="http://schemas.microsoft.com/office/powerpoint/2010/main" val="4196011947"/>
      </p:ext>
    </p:extLst>
  </p:cSld>
  <p:clrMap bg1="lt1" tx1="dk1" bg2="lt2" tx2="dk2" accent1="accent1" accent2="accent2" accent3="accent3" accent4="accent4" accent5="accent5" accent6="accent6" hlink="hlink" folHlink="folHlink"/>
  <p:sldLayoutIdLst>
    <p:sldLayoutId id="2147483682"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690" r:id="rId13"/>
    <p:sldLayoutId id="2147483702" r:id="rId14"/>
    <p:sldLayoutId id="2147483703" r:id="rId15"/>
    <p:sldLayoutId id="2147483704" r:id="rId16"/>
    <p:sldLayoutId id="2147483705" r:id="rId17"/>
    <p:sldLayoutId id="2147483706" r:id="rId18"/>
    <p:sldLayoutId id="2147483707" r:id="rId19"/>
    <p:sldLayoutId id="2147483708" r:id="rId20"/>
    <p:sldLayoutId id="2147483709" r:id="rId21"/>
    <p:sldLayoutId id="2147483710" r:id="rId22"/>
    <p:sldLayoutId id="2147483711" r:id="rId23"/>
    <p:sldLayoutId id="2147483712" r:id="rId24"/>
    <p:sldLayoutId id="2147483713" r:id="rId25"/>
    <p:sldLayoutId id="2147483714" r:id="rId26"/>
    <p:sldLayoutId id="2147483715" r:id="rId27"/>
    <p:sldLayoutId id="2147483718" r:id="rId28"/>
    <p:sldLayoutId id="2147483720" r:id="rId29"/>
    <p:sldLayoutId id="2147483721" r:id="rId30"/>
    <p:sldLayoutId id="2147483722" r:id="rId31"/>
    <p:sldLayoutId id="2147483723" r:id="rId32"/>
    <p:sldLayoutId id="2147483724" r:id="rId33"/>
    <p:sldLayoutId id="2147483725" r:id="rId34"/>
  </p:sldLayoutIdLst>
  <p:hf hdr="0" dt="0"/>
  <p:txStyles>
    <p:title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spcAft>
          <a:spcPts val="2400"/>
        </a:spcAft>
        <a:buFont typeface="Arial" panose="020B0604020202020204" pitchFamily="34" charset="0"/>
        <a:buNone/>
        <a:defRPr sz="3700" kern="1200">
          <a:solidFill>
            <a:schemeClr val="tx1"/>
          </a:solidFill>
          <a:latin typeface="+mn-lt"/>
          <a:ea typeface="+mn-ea"/>
          <a:cs typeface="+mn-cs"/>
        </a:defRPr>
      </a:lvl1pPr>
      <a:lvl2pPr marL="0" indent="0" algn="l" defTabSz="914400" rtl="0" eaLnBrk="1" latinLnBrk="0" hangingPunct="1">
        <a:lnSpc>
          <a:spcPct val="100000"/>
        </a:lnSpc>
        <a:spcBef>
          <a:spcPts val="500"/>
        </a:spcBef>
        <a:spcAft>
          <a:spcPts val="0"/>
        </a:spcAft>
        <a:buFont typeface="Arial" panose="020B0604020202020204" pitchFamily="34" charset="0"/>
        <a:buNone/>
        <a:defRPr sz="1800" kern="1200">
          <a:solidFill>
            <a:schemeClr val="tx1"/>
          </a:solidFill>
          <a:latin typeface="+mn-lt"/>
          <a:ea typeface="+mn-ea"/>
          <a:cs typeface="+mn-cs"/>
        </a:defRPr>
      </a:lvl2pPr>
      <a:lvl3pPr marL="180000" indent="-180000" algn="l" defTabSz="914400" rtl="0" eaLnBrk="1" latinLnBrk="0" hangingPunct="1">
        <a:lnSpc>
          <a:spcPct val="100000"/>
        </a:lnSpc>
        <a:spcBef>
          <a:spcPts val="500"/>
        </a:spcBef>
        <a:buSzPct val="110000"/>
        <a:buFont typeface="Arial" panose="020B0604020202020204" pitchFamily="34" charset="0"/>
        <a:buChar char="•"/>
        <a:defRPr sz="1800" kern="1200">
          <a:solidFill>
            <a:schemeClr val="tx1"/>
          </a:solidFill>
          <a:latin typeface="+mn-lt"/>
          <a:ea typeface="+mn-ea"/>
          <a:cs typeface="+mn-cs"/>
        </a:defRPr>
      </a:lvl3pPr>
      <a:lvl4pPr marL="360000" indent="-180000" algn="l" defTabSz="914400" rtl="0" eaLnBrk="1" latinLnBrk="0" hangingPunct="1">
        <a:lnSpc>
          <a:spcPct val="100000"/>
        </a:lnSpc>
        <a:spcBef>
          <a:spcPts val="500"/>
        </a:spcBef>
        <a:buFont typeface="Calibri" panose="020F0502020204030204" pitchFamily="34" charset="0"/>
        <a:buChar char="–"/>
        <a:defRPr sz="1800" kern="1200">
          <a:solidFill>
            <a:schemeClr val="tx1"/>
          </a:solidFill>
          <a:latin typeface="+mn-lt"/>
          <a:ea typeface="+mn-ea"/>
          <a:cs typeface="+mn-cs"/>
        </a:defRPr>
      </a:lvl4pPr>
      <a:lvl5pPr marL="180000" indent="0" algn="l" defTabSz="914400" rtl="0" eaLnBrk="1" latinLnBrk="0" hangingPunct="1">
        <a:lnSpc>
          <a:spcPct val="100000"/>
        </a:lnSpc>
        <a:spcBef>
          <a:spcPts val="500"/>
        </a:spcBef>
        <a:buFont typeface="Arial" panose="020B0604020202020204" pitchFamily="34" charset="0"/>
        <a:buNone/>
        <a:defRPr sz="1800" kern="1200">
          <a:solidFill>
            <a:schemeClr val="tx1"/>
          </a:solidFill>
          <a:latin typeface="+mn-lt"/>
          <a:ea typeface="+mn-ea"/>
          <a:cs typeface="+mn-cs"/>
        </a:defRPr>
      </a:lvl5pPr>
      <a:lvl6pPr marL="0" indent="0" algn="l" defTabSz="914400" rtl="0" eaLnBrk="1" latinLnBrk="0" hangingPunct="1">
        <a:lnSpc>
          <a:spcPct val="100000"/>
        </a:lnSpc>
        <a:spcBef>
          <a:spcPts val="500"/>
        </a:spcBef>
        <a:buFont typeface="Arial" panose="020B0604020202020204" pitchFamily="34" charset="0"/>
        <a:buNone/>
        <a:defRPr sz="1800" kern="1200">
          <a:solidFill>
            <a:schemeClr val="tx1"/>
          </a:solidFill>
          <a:latin typeface="+mn-lt"/>
          <a:ea typeface="+mn-ea"/>
          <a:cs typeface="+mn-cs"/>
        </a:defRPr>
      </a:lvl6pPr>
      <a:lvl7pPr marL="0" indent="0" algn="l" defTabSz="914400" rtl="0" eaLnBrk="1" latinLnBrk="0" hangingPunct="1">
        <a:lnSpc>
          <a:spcPct val="100000"/>
        </a:lnSpc>
        <a:spcBef>
          <a:spcPts val="500"/>
        </a:spcBef>
        <a:buFont typeface="Arial" panose="020B0604020202020204" pitchFamily="34" charset="0"/>
        <a:buNone/>
        <a:defRPr sz="1800" kern="1200">
          <a:solidFill>
            <a:schemeClr val="tx1"/>
          </a:solidFill>
          <a:latin typeface="+mn-lt"/>
          <a:ea typeface="+mn-ea"/>
          <a:cs typeface="+mn-cs"/>
        </a:defRPr>
      </a:lvl7pPr>
      <a:lvl8pPr marL="0" indent="0" algn="l" defTabSz="914400" rtl="0" eaLnBrk="1" latinLnBrk="0" hangingPunct="1">
        <a:lnSpc>
          <a:spcPct val="100000"/>
        </a:lnSpc>
        <a:spcBef>
          <a:spcPts val="500"/>
        </a:spcBef>
        <a:buFont typeface="Arial" panose="020B0604020202020204" pitchFamily="34" charset="0"/>
        <a:buNone/>
        <a:defRPr sz="1800" kern="1200">
          <a:solidFill>
            <a:schemeClr val="tx1"/>
          </a:solidFill>
          <a:latin typeface="+mn-lt"/>
          <a:ea typeface="+mn-ea"/>
          <a:cs typeface="+mn-cs"/>
        </a:defRPr>
      </a:lvl8pPr>
      <a:lvl9pPr marL="0" indent="0" algn="l" defTabSz="914400" rtl="0" eaLnBrk="1" latinLnBrk="0" hangingPunct="1">
        <a:lnSpc>
          <a:spcPct val="100000"/>
        </a:lnSpc>
        <a:spcBef>
          <a:spcPts val="500"/>
        </a:spcBef>
        <a:buFont typeface="Arial" panose="020B0604020202020204" pitchFamily="34" charset="0"/>
        <a:buNone/>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2.xml"/><Relationship Id="rId1" Type="http://schemas.openxmlformats.org/officeDocument/2006/relationships/slideLayout" Target="../slideLayouts/slideLayout56.xml"/><Relationship Id="rId5" Type="http://schemas.openxmlformats.org/officeDocument/2006/relationships/image" Target="../media/image10.jpg"/><Relationship Id="rId4" Type="http://schemas.openxmlformats.org/officeDocument/2006/relationships/image" Target="../media/image9.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8.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6.xml"/><Relationship Id="rId1" Type="http://schemas.openxmlformats.org/officeDocument/2006/relationships/slideLayout" Target="../slideLayouts/slideLayout59.xml"/><Relationship Id="rId4" Type="http://schemas.openxmlformats.org/officeDocument/2006/relationships/image" Target="../media/image12.jp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8.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xml"/><Relationship Id="rId1" Type="http://schemas.openxmlformats.org/officeDocument/2006/relationships/slideLayout" Target="../slideLayouts/slideLayout60.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22.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jpg"/><Relationship Id="rId1" Type="http://schemas.openxmlformats.org/officeDocument/2006/relationships/slideLayout" Target="../slideLayouts/slideLayout39.xml"/><Relationship Id="rId4" Type="http://schemas.openxmlformats.org/officeDocument/2006/relationships/image" Target="../media/image15.jpg"/></Relationships>
</file>

<file path=ppt/slides/_rels/slide23.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jpg"/><Relationship Id="rId1" Type="http://schemas.openxmlformats.org/officeDocument/2006/relationships/slideLayout" Target="../slideLayouts/slideLayout39.xml"/><Relationship Id="rId4" Type="http://schemas.openxmlformats.org/officeDocument/2006/relationships/image" Target="../media/image18.jpg"/></Relationships>
</file>

<file path=ppt/slides/_rels/slide24.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19.jpg"/><Relationship Id="rId1" Type="http://schemas.openxmlformats.org/officeDocument/2006/relationships/slideLayout" Target="../slideLayouts/slideLayout39.xml"/><Relationship Id="rId5" Type="http://schemas.openxmlformats.org/officeDocument/2006/relationships/image" Target="../media/image22.jpg"/><Relationship Id="rId4" Type="http://schemas.openxmlformats.org/officeDocument/2006/relationships/image" Target="../media/image21.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26.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CFFA1BAF-0148-4509-A5AC-56C34D62B92B}"/>
              </a:ext>
            </a:extLst>
          </p:cNvPr>
          <p:cNvSpPr>
            <a:spLocks noGrp="1"/>
          </p:cNvSpPr>
          <p:nvPr>
            <p:ph type="ctrTitle"/>
          </p:nvPr>
        </p:nvSpPr>
        <p:spPr>
          <a:xfrm>
            <a:off x="6362257" y="1096723"/>
            <a:ext cx="4751999" cy="1835208"/>
          </a:xfrm>
        </p:spPr>
        <p:txBody>
          <a:bodyPr/>
          <a:lstStyle/>
          <a:p>
            <a:r>
              <a:rPr lang="en-AU" dirty="0"/>
              <a:t>STEM skills for teachers</a:t>
            </a:r>
            <a:br>
              <a:rPr lang="en-AU" dirty="0"/>
            </a:br>
            <a:endParaRPr lang="en-AU" dirty="0"/>
          </a:p>
        </p:txBody>
      </p:sp>
      <p:sp>
        <p:nvSpPr>
          <p:cNvPr id="7" name="Subtitle">
            <a:extLst>
              <a:ext uri="{FF2B5EF4-FFF2-40B4-BE49-F238E27FC236}">
                <a16:creationId xmlns:a16="http://schemas.microsoft.com/office/drawing/2014/main" id="{79171F5E-BEF8-402D-A884-1BB1B6838097}"/>
              </a:ext>
            </a:extLst>
          </p:cNvPr>
          <p:cNvSpPr>
            <a:spLocks noGrp="1"/>
          </p:cNvSpPr>
          <p:nvPr>
            <p:ph type="subTitle" idx="1"/>
          </p:nvPr>
        </p:nvSpPr>
        <p:spPr>
          <a:xfrm>
            <a:off x="6362258" y="3429000"/>
            <a:ext cx="4751999" cy="1980000"/>
          </a:xfrm>
        </p:spPr>
        <p:txBody>
          <a:bodyPr/>
          <a:lstStyle/>
          <a:p>
            <a:r>
              <a:rPr lang="en-AU" dirty="0"/>
              <a:t>Russell Tytler</a:t>
            </a:r>
            <a:br>
              <a:rPr lang="en-AU" dirty="0"/>
            </a:br>
            <a:r>
              <a:rPr lang="en-AU" dirty="0"/>
              <a:t>Professor of Science Education</a:t>
            </a:r>
            <a:br>
              <a:rPr lang="en-AU" dirty="0"/>
            </a:br>
            <a:r>
              <a:rPr lang="en-AU" dirty="0"/>
              <a:t>Deakin University</a:t>
            </a:r>
          </a:p>
        </p:txBody>
      </p:sp>
      <p:sp>
        <p:nvSpPr>
          <p:cNvPr id="2" name="Footer/CRICOS">
            <a:extLst>
              <a:ext uri="{FF2B5EF4-FFF2-40B4-BE49-F238E27FC236}">
                <a16:creationId xmlns:a16="http://schemas.microsoft.com/office/drawing/2014/main" id="{AA814EF9-62CF-437E-AE6E-7E2F16B881F6}"/>
              </a:ext>
            </a:extLst>
          </p:cNvPr>
          <p:cNvSpPr>
            <a:spLocks noGrp="1"/>
          </p:cNvSpPr>
          <p:nvPr>
            <p:ph type="ftr" sz="quarter" idx="11"/>
          </p:nvPr>
        </p:nvSpPr>
        <p:spPr>
          <a:xfrm>
            <a:off x="5302171" y="6579113"/>
            <a:ext cx="6624000" cy="144000"/>
          </a:xfrm>
        </p:spPr>
        <p:txBody>
          <a:bodyPr/>
          <a:lstStyle/>
          <a:p>
            <a:pPr algn="r"/>
            <a:r>
              <a:rPr lang="en-AU" dirty="0"/>
              <a:t>Deakin University </a:t>
            </a:r>
            <a:r>
              <a:rPr lang="en-AU" dirty="0" err="1"/>
              <a:t>CRICOS</a:t>
            </a:r>
            <a:r>
              <a:rPr lang="en-AU" dirty="0"/>
              <a:t> Provider Code: </a:t>
            </a:r>
            <a:r>
              <a:rPr lang="en-AU" dirty="0" err="1"/>
              <a:t>00113B</a:t>
            </a:r>
            <a:endParaRPr lang="en-GB" dirty="0"/>
          </a:p>
        </p:txBody>
      </p:sp>
    </p:spTree>
    <p:extLst>
      <p:ext uri="{BB962C8B-B14F-4D97-AF65-F5344CB8AC3E}">
        <p14:creationId xmlns:p14="http://schemas.microsoft.com/office/powerpoint/2010/main" val="15388438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77F5B-066F-B6DD-3B50-54776745AD97}"/>
              </a:ext>
            </a:extLst>
          </p:cNvPr>
          <p:cNvSpPr>
            <a:spLocks noGrp="1"/>
          </p:cNvSpPr>
          <p:nvPr>
            <p:ph type="title"/>
          </p:nvPr>
        </p:nvSpPr>
        <p:spPr/>
        <p:txBody>
          <a:bodyPr/>
          <a:lstStyle/>
          <a:p>
            <a:r>
              <a:rPr lang="en-US" dirty="0"/>
              <a:t>The STEM skills I will focus on</a:t>
            </a:r>
          </a:p>
        </p:txBody>
      </p:sp>
      <p:sp>
        <p:nvSpPr>
          <p:cNvPr id="4" name="Slide Number Placeholder 3">
            <a:extLst>
              <a:ext uri="{FF2B5EF4-FFF2-40B4-BE49-F238E27FC236}">
                <a16:creationId xmlns:a16="http://schemas.microsoft.com/office/drawing/2014/main" id="{319E092B-3714-295B-7AB9-D906608F3E4C}"/>
              </a:ext>
            </a:extLst>
          </p:cNvPr>
          <p:cNvSpPr>
            <a:spLocks noGrp="1"/>
          </p:cNvSpPr>
          <p:nvPr>
            <p:ph type="sldNum" sz="quarter" idx="15"/>
          </p:nvPr>
        </p:nvSpPr>
        <p:spPr/>
        <p:txBody>
          <a:bodyPr/>
          <a:lstStyle/>
          <a:p>
            <a:fld id="{F5AEA0E0-5CC6-4BD0-905C-A0021E419432}" type="slidenum">
              <a:rPr lang="en-GB" smtClean="0"/>
              <a:pPr/>
              <a:t>2</a:t>
            </a:fld>
            <a:endParaRPr lang="en-GB" dirty="0"/>
          </a:p>
        </p:txBody>
      </p:sp>
      <p:sp>
        <p:nvSpPr>
          <p:cNvPr id="5" name="Footer Placeholder 4">
            <a:extLst>
              <a:ext uri="{FF2B5EF4-FFF2-40B4-BE49-F238E27FC236}">
                <a16:creationId xmlns:a16="http://schemas.microsoft.com/office/drawing/2014/main" id="{D9227507-4056-1E45-BF80-D73D74DA93A3}"/>
              </a:ext>
            </a:extLst>
          </p:cNvPr>
          <p:cNvSpPr>
            <a:spLocks noGrp="1"/>
          </p:cNvSpPr>
          <p:nvPr>
            <p:ph type="ftr" sz="quarter" idx="14"/>
          </p:nvPr>
        </p:nvSpPr>
        <p:spPr/>
        <p:txBody>
          <a:bodyPr/>
          <a:lstStyle/>
          <a:p>
            <a:r>
              <a:rPr lang="en-AU"/>
              <a:t>Deakin University CRICOS Provider Code: 00113B</a:t>
            </a:r>
            <a:endParaRPr lang="en-GB" dirty="0"/>
          </a:p>
        </p:txBody>
      </p:sp>
      <p:sp>
        <p:nvSpPr>
          <p:cNvPr id="6" name="Rectangle 1">
            <a:extLst>
              <a:ext uri="{FF2B5EF4-FFF2-40B4-BE49-F238E27FC236}">
                <a16:creationId xmlns:a16="http://schemas.microsoft.com/office/drawing/2014/main" id="{446DB669-B740-E18B-DCED-F2071E1B95F5}"/>
              </a:ext>
            </a:extLst>
          </p:cNvPr>
          <p:cNvSpPr>
            <a:spLocks noGrp="1" noChangeArrowheads="1"/>
          </p:cNvSpPr>
          <p:nvPr>
            <p:ph sz="quarter" idx="12"/>
          </p:nvPr>
        </p:nvSpPr>
        <p:spPr bwMode="auto">
          <a:xfrm>
            <a:off x="801765" y="1970091"/>
            <a:ext cx="10129471" cy="3077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R="0" lvl="0" algn="l" defTabSz="914400" rtl="0" eaLnBrk="0" fontAlgn="base" latinLnBrk="0" hangingPunct="0">
              <a:lnSpc>
                <a:spcPct val="100000"/>
              </a:lnSpc>
              <a:spcBef>
                <a:spcPts val="1200"/>
              </a:spcBef>
              <a:spcAft>
                <a:spcPct val="0"/>
              </a:spcAft>
              <a:buClrTx/>
              <a:buSzTx/>
              <a:tabLst/>
            </a:pPr>
            <a:r>
              <a:rPr kumimoji="0" lang="en-US" altLang="en-US" sz="2400" b="1" i="0" u="none" strike="noStrike" cap="none" normalizeH="0" baseline="0" dirty="0">
                <a:ln>
                  <a:noFill/>
                </a:ln>
                <a:solidFill>
                  <a:srgbClr val="000000"/>
                </a:solidFill>
                <a:effectLst/>
                <a:latin typeface="+mn-lt"/>
              </a:rPr>
              <a:t>The main skills: </a:t>
            </a:r>
          </a:p>
          <a:p>
            <a:pPr marL="285750" marR="0" lvl="0" indent="-285750" algn="l" defTabSz="914400" rtl="0" eaLnBrk="0" fontAlgn="base" latinLnBrk="0" hangingPunct="0">
              <a:lnSpc>
                <a:spcPct val="100000"/>
              </a:lnSpc>
              <a:spcBef>
                <a:spcPts val="120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rgbClr val="000000"/>
                </a:solidFill>
                <a:effectLst/>
                <a:latin typeface="+mn-lt"/>
              </a:rPr>
              <a:t>Self-directed learning and lifelong learning; </a:t>
            </a:r>
            <a:endParaRPr kumimoji="0" lang="en-US" altLang="en-US" sz="2400" b="0" i="0" u="none" strike="noStrike" cap="none" normalizeH="0" baseline="0" dirty="0">
              <a:ln>
                <a:noFill/>
              </a:ln>
              <a:solidFill>
                <a:schemeClr val="tx1"/>
              </a:solidFill>
              <a:effectLst/>
              <a:latin typeface="+mn-lt"/>
            </a:endParaRPr>
          </a:p>
          <a:p>
            <a:pPr marL="285750" marR="0" lvl="0" indent="-285750" algn="l" defTabSz="914400" rtl="0" eaLnBrk="0" fontAlgn="base" latinLnBrk="0" hangingPunct="0">
              <a:lnSpc>
                <a:spcPct val="100000"/>
              </a:lnSpc>
              <a:spcBef>
                <a:spcPts val="120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rgbClr val="000000"/>
                </a:solidFill>
                <a:effectLst/>
                <a:latin typeface="+mn-lt"/>
              </a:rPr>
              <a:t>Teamwork, cooperation/collaboration and interpersonal communication;        </a:t>
            </a:r>
            <a:endParaRPr kumimoji="0" lang="en-US" altLang="en-US" sz="2400" b="0" i="0" u="none" strike="noStrike" cap="none" normalizeH="0" baseline="0" dirty="0">
              <a:ln>
                <a:noFill/>
              </a:ln>
              <a:solidFill>
                <a:schemeClr val="tx1"/>
              </a:solidFill>
              <a:effectLst/>
              <a:latin typeface="+mn-lt"/>
            </a:endParaRPr>
          </a:p>
          <a:p>
            <a:pPr marL="285750" marR="0" lvl="0" indent="-285750" algn="l" defTabSz="914400" rtl="0" eaLnBrk="0" fontAlgn="base" latinLnBrk="0" hangingPunct="0">
              <a:lnSpc>
                <a:spcPct val="100000"/>
              </a:lnSpc>
              <a:spcBef>
                <a:spcPts val="120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rgbClr val="000000"/>
                </a:solidFill>
                <a:effectLst/>
                <a:latin typeface="+mn-lt"/>
              </a:rPr>
              <a:t>Complex problem solving and critical thinking.</a:t>
            </a:r>
            <a:endParaRPr kumimoji="0" lang="en-US" altLang="en-US" sz="24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ts val="1200"/>
              </a:spcBef>
              <a:spcAft>
                <a:spcPct val="0"/>
              </a:spcAft>
              <a:buClrTx/>
              <a:buSzTx/>
              <a:buFontTx/>
              <a:buNone/>
              <a:tabLst/>
            </a:pPr>
            <a:r>
              <a:rPr kumimoji="0" lang="en-US" altLang="en-US" sz="2400" b="1" u="none" strike="noStrike" cap="none" normalizeH="0" baseline="0" dirty="0">
                <a:ln>
                  <a:noFill/>
                </a:ln>
                <a:solidFill>
                  <a:srgbClr val="000000"/>
                </a:solidFill>
                <a:effectLst/>
                <a:latin typeface="+mn-lt"/>
              </a:rPr>
              <a:t>Other core generic competencies: </a:t>
            </a:r>
            <a:endParaRPr kumimoji="0" lang="en-US" altLang="en-US" sz="2400" b="1" u="none" strike="noStrike" cap="none" normalizeH="0" baseline="0" dirty="0">
              <a:ln>
                <a:noFill/>
              </a:ln>
              <a:solidFill>
                <a:schemeClr val="tx1"/>
              </a:solidFill>
              <a:effectLst/>
              <a:latin typeface="+mn-lt"/>
            </a:endParaRPr>
          </a:p>
          <a:p>
            <a:pPr marL="285750" marR="0" lvl="0" indent="-285750" algn="l" defTabSz="914400" rtl="0" eaLnBrk="0" fontAlgn="base" latinLnBrk="0" hangingPunct="0">
              <a:lnSpc>
                <a:spcPct val="100000"/>
              </a:lnSpc>
              <a:spcBef>
                <a:spcPts val="120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rgbClr val="000000"/>
                </a:solidFill>
                <a:effectLst/>
                <a:latin typeface="+mn-lt"/>
              </a:rPr>
              <a:t>Innovation, creativity and entrepreneurship;</a:t>
            </a:r>
            <a:endParaRPr kumimoji="0" lang="en-US" altLang="en-US" sz="2400" b="0" i="0" u="none" strike="noStrike" cap="none" normalizeH="0" baseline="0" dirty="0">
              <a:ln>
                <a:noFill/>
              </a:ln>
              <a:solidFill>
                <a:schemeClr val="tx1"/>
              </a:solidFill>
              <a:effectLst/>
              <a:latin typeface="+mn-lt"/>
            </a:endParaRPr>
          </a:p>
        </p:txBody>
      </p:sp>
    </p:spTree>
    <p:extLst>
      <p:ext uri="{BB962C8B-B14F-4D97-AF65-F5344CB8AC3E}">
        <p14:creationId xmlns:p14="http://schemas.microsoft.com/office/powerpoint/2010/main" val="4510925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622CB-77A7-840A-D8AC-1556C76C6720}"/>
            </a:ext>
          </a:extLst>
        </p:cNvPr>
        <p:cNvGrpSpPr/>
        <p:nvPr/>
      </p:nvGrpSpPr>
      <p:grpSpPr>
        <a:xfrm>
          <a:off x="0" y="0"/>
          <a:ext cx="0" cy="0"/>
          <a:chOff x="0" y="0"/>
          <a:chExt cx="0" cy="0"/>
        </a:xfrm>
      </p:grpSpPr>
      <p:sp>
        <p:nvSpPr>
          <p:cNvPr id="6" name="Title">
            <a:extLst>
              <a:ext uri="{FF2B5EF4-FFF2-40B4-BE49-F238E27FC236}">
                <a16:creationId xmlns:a16="http://schemas.microsoft.com/office/drawing/2014/main" id="{DBC5C059-3C85-CD72-B032-92EC8D11D027}"/>
              </a:ext>
            </a:extLst>
          </p:cNvPr>
          <p:cNvSpPr>
            <a:spLocks noGrp="1"/>
          </p:cNvSpPr>
          <p:nvPr>
            <p:ph type="title"/>
          </p:nvPr>
        </p:nvSpPr>
        <p:spPr/>
        <p:txBody>
          <a:bodyPr/>
          <a:lstStyle/>
          <a:p>
            <a:r>
              <a:rPr lang="en-AU" dirty="0"/>
              <a:t>The argument</a:t>
            </a:r>
          </a:p>
        </p:txBody>
      </p:sp>
      <p:sp>
        <p:nvSpPr>
          <p:cNvPr id="7" name="Body copy text">
            <a:extLst>
              <a:ext uri="{FF2B5EF4-FFF2-40B4-BE49-F238E27FC236}">
                <a16:creationId xmlns:a16="http://schemas.microsoft.com/office/drawing/2014/main" id="{62D55271-1BDA-A410-F039-3AC8B93AE789}"/>
              </a:ext>
            </a:extLst>
          </p:cNvPr>
          <p:cNvSpPr>
            <a:spLocks noGrp="1"/>
          </p:cNvSpPr>
          <p:nvPr>
            <p:ph sz="quarter" idx="12"/>
          </p:nvPr>
        </p:nvSpPr>
        <p:spPr/>
        <p:txBody>
          <a:bodyPr/>
          <a:lstStyle/>
          <a:p>
            <a:pPr marL="457200" indent="-457200">
              <a:spcBef>
                <a:spcPts val="1600"/>
              </a:spcBef>
              <a:buFont typeface="+mj-lt"/>
              <a:buAutoNum type="arabicPeriod"/>
            </a:pPr>
            <a:r>
              <a:rPr lang="en-AU" sz="2400" dirty="0"/>
              <a:t>The question of teachers’ STEM skills is very different for primary vs. secondary teachers.</a:t>
            </a:r>
          </a:p>
          <a:p>
            <a:pPr marL="457200" indent="-457200">
              <a:spcBef>
                <a:spcPts val="1600"/>
              </a:spcBef>
              <a:buFont typeface="+mj-lt"/>
              <a:buAutoNum type="arabicPeriod"/>
            </a:pPr>
            <a:r>
              <a:rPr lang="en-AU" sz="2400" dirty="0"/>
              <a:t>Secondary teachers’ STEM commitments and skills are developed through prior experience and through their STEM degrees and subsequent careers.</a:t>
            </a:r>
          </a:p>
          <a:p>
            <a:pPr marL="457200" indent="-457200">
              <a:spcBef>
                <a:spcPts val="1600"/>
              </a:spcBef>
              <a:buFont typeface="+mj-lt"/>
              <a:buAutoNum type="arabicPeriod"/>
            </a:pPr>
            <a:r>
              <a:rPr lang="en-AU" sz="2400" dirty="0"/>
              <a:t>In teacher education the main focus is on translating these skills and dispositions into classroom practice – on pedagogical content knowledge and unpacking the nature of these skills. </a:t>
            </a:r>
          </a:p>
          <a:p>
            <a:pPr marL="457200" indent="-457200">
              <a:spcBef>
                <a:spcPts val="1600"/>
              </a:spcBef>
              <a:buFont typeface="+mj-lt"/>
              <a:buAutoNum type="arabicPeriod"/>
            </a:pPr>
            <a:r>
              <a:rPr lang="en-AU" sz="2400" dirty="0"/>
              <a:t>This is particularly important given the ‘practice turn’ in STEM curricula</a:t>
            </a:r>
          </a:p>
          <a:p>
            <a:pPr marL="457200" indent="-457200">
              <a:spcBef>
                <a:spcPts val="1600"/>
              </a:spcBef>
              <a:buFont typeface="+mj-lt"/>
              <a:buAutoNum type="arabicPeriod"/>
            </a:pPr>
            <a:r>
              <a:rPr lang="en-AU" sz="2400" dirty="0"/>
              <a:t>Doing this effectively involves having high level skills, dispositions and PCK </a:t>
            </a:r>
          </a:p>
          <a:p>
            <a:endParaRPr lang="en-AU" sz="1800" dirty="0"/>
          </a:p>
        </p:txBody>
      </p:sp>
      <p:sp>
        <p:nvSpPr>
          <p:cNvPr id="5" name="Slide Number">
            <a:extLst>
              <a:ext uri="{FF2B5EF4-FFF2-40B4-BE49-F238E27FC236}">
                <a16:creationId xmlns:a16="http://schemas.microsoft.com/office/drawing/2014/main" id="{5A06F0F6-9FA7-5054-C1D0-3C1A7B5E1B1B}"/>
              </a:ext>
            </a:extLst>
          </p:cNvPr>
          <p:cNvSpPr>
            <a:spLocks noGrp="1"/>
          </p:cNvSpPr>
          <p:nvPr>
            <p:ph type="sldNum" sz="quarter" idx="15"/>
          </p:nvPr>
        </p:nvSpPr>
        <p:spPr>
          <a:xfrm>
            <a:off x="242456" y="6287423"/>
            <a:ext cx="576000" cy="247558"/>
          </a:xfrm>
        </p:spPr>
        <p:txBody>
          <a:bodyPr/>
          <a:lstStyle/>
          <a:p>
            <a:fld id="{F5AEA0E0-5CC6-4BD0-905C-A0021E419432}" type="slidenum">
              <a:rPr lang="en-GB" smtClean="0"/>
              <a:pPr/>
              <a:t>3</a:t>
            </a:fld>
            <a:endParaRPr lang="en-GB" dirty="0"/>
          </a:p>
        </p:txBody>
      </p:sp>
      <p:sp>
        <p:nvSpPr>
          <p:cNvPr id="2" name="Footer/CRICOS">
            <a:extLst>
              <a:ext uri="{FF2B5EF4-FFF2-40B4-BE49-F238E27FC236}">
                <a16:creationId xmlns:a16="http://schemas.microsoft.com/office/drawing/2014/main" id="{082E2E12-D897-37F0-5A3B-70A0595D8273}"/>
              </a:ext>
            </a:extLst>
          </p:cNvPr>
          <p:cNvSpPr>
            <a:spLocks noGrp="1"/>
          </p:cNvSpPr>
          <p:nvPr>
            <p:ph type="ftr" sz="quarter" idx="14"/>
          </p:nvPr>
        </p:nvSpPr>
        <p:spPr>
          <a:xfrm>
            <a:off x="242456" y="6545788"/>
            <a:ext cx="6624000" cy="180000"/>
          </a:xfrm>
        </p:spPr>
        <p:txBody>
          <a:bodyPr/>
          <a:lstStyle/>
          <a:p>
            <a:r>
              <a:rPr lang="en-AU"/>
              <a:t>Deakin University CRICOS Provider Code: 00113B</a:t>
            </a:r>
            <a:endParaRPr lang="en-GB"/>
          </a:p>
        </p:txBody>
      </p:sp>
    </p:spTree>
    <p:extLst>
      <p:ext uri="{BB962C8B-B14F-4D97-AF65-F5344CB8AC3E}">
        <p14:creationId xmlns:p14="http://schemas.microsoft.com/office/powerpoint/2010/main" val="35319965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08FA8-422D-BCD8-2553-C96880C8EB29}"/>
              </a:ext>
            </a:extLst>
          </p:cNvPr>
          <p:cNvSpPr>
            <a:spLocks noGrp="1"/>
          </p:cNvSpPr>
          <p:nvPr>
            <p:ph type="ctrTitle"/>
          </p:nvPr>
        </p:nvSpPr>
        <p:spPr/>
        <p:txBody>
          <a:bodyPr/>
          <a:lstStyle/>
          <a:p>
            <a:r>
              <a:rPr lang="en-US" dirty="0" err="1"/>
              <a:t>Characterising</a:t>
            </a:r>
            <a:r>
              <a:rPr lang="en-US" dirty="0"/>
              <a:t> and developing teachers’ STEM skills</a:t>
            </a:r>
          </a:p>
        </p:txBody>
      </p:sp>
      <p:sp>
        <p:nvSpPr>
          <p:cNvPr id="3" name="Footer Placeholder 2">
            <a:extLst>
              <a:ext uri="{FF2B5EF4-FFF2-40B4-BE49-F238E27FC236}">
                <a16:creationId xmlns:a16="http://schemas.microsoft.com/office/drawing/2014/main" id="{752884BD-1C79-F158-703E-1860F7FA35D6}"/>
              </a:ext>
            </a:extLst>
          </p:cNvPr>
          <p:cNvSpPr>
            <a:spLocks noGrp="1"/>
          </p:cNvSpPr>
          <p:nvPr>
            <p:ph type="ftr" sz="quarter" idx="11"/>
          </p:nvPr>
        </p:nvSpPr>
        <p:spPr/>
        <p:txBody>
          <a:bodyPr/>
          <a:lstStyle/>
          <a:p>
            <a:pPr algn="r"/>
            <a:r>
              <a:rPr lang="en-AU"/>
              <a:t>Deakin University CRICOS Provider Code: 00113B</a:t>
            </a:r>
            <a:endParaRPr lang="en-GB" dirty="0"/>
          </a:p>
        </p:txBody>
      </p:sp>
    </p:spTree>
    <p:extLst>
      <p:ext uri="{BB962C8B-B14F-4D97-AF65-F5344CB8AC3E}">
        <p14:creationId xmlns:p14="http://schemas.microsoft.com/office/powerpoint/2010/main" val="32607381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23CAD-C061-1908-C344-21B02DF3AD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45719F-3F2D-5500-CB88-D1CA8D61B395}"/>
              </a:ext>
            </a:extLst>
          </p:cNvPr>
          <p:cNvSpPr>
            <a:spLocks noGrp="1"/>
          </p:cNvSpPr>
          <p:nvPr>
            <p:ph type="title"/>
          </p:nvPr>
        </p:nvSpPr>
        <p:spPr/>
        <p:txBody>
          <a:bodyPr/>
          <a:lstStyle/>
          <a:p>
            <a:r>
              <a:rPr lang="en-AU" dirty="0">
                <a:solidFill>
                  <a:srgbClr val="156082"/>
                </a:solidFill>
              </a:rPr>
              <a:t>Dimensions of STEM Teacher Identity</a:t>
            </a:r>
          </a:p>
        </p:txBody>
      </p:sp>
      <p:sp>
        <p:nvSpPr>
          <p:cNvPr id="3" name="Content Placeholder 2">
            <a:extLst>
              <a:ext uri="{FF2B5EF4-FFF2-40B4-BE49-F238E27FC236}">
                <a16:creationId xmlns:a16="http://schemas.microsoft.com/office/drawing/2014/main" id="{670E5219-4221-6381-2E69-DA885BD69227}"/>
              </a:ext>
            </a:extLst>
          </p:cNvPr>
          <p:cNvSpPr>
            <a:spLocks noGrp="1"/>
          </p:cNvSpPr>
          <p:nvPr>
            <p:ph idx="1"/>
          </p:nvPr>
        </p:nvSpPr>
        <p:spPr>
          <a:xfrm>
            <a:off x="638080" y="1993199"/>
            <a:ext cx="2556656" cy="4351338"/>
          </a:xfrm>
        </p:spPr>
        <p:txBody>
          <a:bodyPr/>
          <a:lstStyle/>
          <a:p>
            <a:pPr marL="0" indent="0">
              <a:buNone/>
            </a:pPr>
            <a:r>
              <a:rPr lang="en-AU" sz="2800" dirty="0"/>
              <a:t>Personal</a:t>
            </a:r>
            <a:br>
              <a:rPr lang="en-AU" sz="2800" dirty="0"/>
            </a:br>
            <a:endParaRPr lang="en-AU" sz="2800" dirty="0"/>
          </a:p>
          <a:p>
            <a:pPr marL="0" indent="0">
              <a:buNone/>
            </a:pPr>
            <a:r>
              <a:rPr lang="en-AU" sz="2800" dirty="0"/>
              <a:t>Teacher</a:t>
            </a:r>
            <a:br>
              <a:rPr lang="en-AU" sz="2800" dirty="0"/>
            </a:br>
            <a:endParaRPr lang="en-AU" sz="2800" dirty="0"/>
          </a:p>
          <a:p>
            <a:pPr marL="0" indent="0">
              <a:buNone/>
            </a:pPr>
            <a:r>
              <a:rPr lang="en-AU" sz="2800" dirty="0"/>
              <a:t>Disciplinary</a:t>
            </a:r>
            <a:br>
              <a:rPr lang="en-AU" sz="2800" dirty="0"/>
            </a:br>
            <a:endParaRPr lang="en-AU" sz="2800" dirty="0"/>
          </a:p>
          <a:p>
            <a:pPr marL="0" indent="0">
              <a:buNone/>
            </a:pPr>
            <a:r>
              <a:rPr lang="en-AU" sz="2800" dirty="0"/>
              <a:t>STEM</a:t>
            </a:r>
          </a:p>
        </p:txBody>
      </p:sp>
      <p:sp>
        <p:nvSpPr>
          <p:cNvPr id="9" name="TextBox 8">
            <a:extLst>
              <a:ext uri="{FF2B5EF4-FFF2-40B4-BE49-F238E27FC236}">
                <a16:creationId xmlns:a16="http://schemas.microsoft.com/office/drawing/2014/main" id="{270D9393-0A74-0AAC-D4B4-166EFF4D6831}"/>
              </a:ext>
            </a:extLst>
          </p:cNvPr>
          <p:cNvSpPr txBox="1"/>
          <p:nvPr/>
        </p:nvSpPr>
        <p:spPr>
          <a:xfrm>
            <a:off x="4758267" y="1825625"/>
            <a:ext cx="2556657" cy="101566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2000" b="0" i="0" u="none" strike="noStrike" kern="1200" cap="none" spc="0" normalizeH="0" baseline="0" noProof="0" dirty="0">
                <a:ln>
                  <a:noFill/>
                </a:ln>
                <a:solidFill>
                  <a:prstClr val="black"/>
                </a:solidFill>
                <a:effectLst/>
                <a:uLnTx/>
                <a:uFillTx/>
                <a:latin typeface="Aptos" panose="02110004020202020204"/>
                <a:ea typeface="+mn-ea"/>
                <a:cs typeface="+mn-cs"/>
              </a:rPr>
              <a:t>Values and beliefs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2000" b="0" i="0" u="none" strike="noStrike" kern="1200" cap="none" spc="0" normalizeH="0" baseline="0" noProof="0" dirty="0">
                <a:ln>
                  <a:noFill/>
                </a:ln>
                <a:solidFill>
                  <a:prstClr val="black"/>
                </a:solidFill>
                <a:effectLst/>
                <a:uLnTx/>
                <a:uFillTx/>
                <a:latin typeface="Aptos" panose="02110004020202020204"/>
                <a:ea typeface="+mn-ea"/>
                <a:cs typeface="+mn-cs"/>
              </a:rPr>
              <a:t>Mindsets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2000" b="0" i="0" u="none" strike="noStrike" kern="1200" cap="none" spc="0" normalizeH="0" baseline="0" noProof="0" dirty="0">
                <a:ln>
                  <a:noFill/>
                </a:ln>
                <a:solidFill>
                  <a:prstClr val="black"/>
                </a:solidFill>
                <a:effectLst/>
                <a:uLnTx/>
                <a:uFillTx/>
                <a:latin typeface="Aptos" panose="02110004020202020204"/>
                <a:ea typeface="+mn-ea"/>
                <a:cs typeface="+mn-cs"/>
              </a:rPr>
              <a:t> </a:t>
            </a:r>
          </a:p>
        </p:txBody>
      </p:sp>
      <p:sp>
        <p:nvSpPr>
          <p:cNvPr id="10" name="TextBox 9">
            <a:extLst>
              <a:ext uri="{FF2B5EF4-FFF2-40B4-BE49-F238E27FC236}">
                <a16:creationId xmlns:a16="http://schemas.microsoft.com/office/drawing/2014/main" id="{54FB78C5-4D25-5077-0493-48550681D8FF}"/>
              </a:ext>
            </a:extLst>
          </p:cNvPr>
          <p:cNvSpPr txBox="1"/>
          <p:nvPr/>
        </p:nvSpPr>
        <p:spPr>
          <a:xfrm>
            <a:off x="4758266" y="2967335"/>
            <a:ext cx="7020291" cy="101566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2000" b="0" i="0" u="none" strike="noStrike" kern="1200" cap="none" spc="0" normalizeH="0" baseline="0" noProof="0" dirty="0">
                <a:ln>
                  <a:noFill/>
                </a:ln>
                <a:solidFill>
                  <a:prstClr val="black"/>
                </a:solidFill>
                <a:effectLst/>
                <a:uLnTx/>
                <a:uFillTx/>
                <a:latin typeface="Aptos" panose="02110004020202020204"/>
                <a:ea typeface="+mn-ea"/>
                <a:cs typeface="+mn-cs"/>
              </a:rPr>
              <a:t>Educational views</a:t>
            </a:r>
            <a:br>
              <a:rPr kumimoji="0" lang="en-AU" sz="2000" b="0" i="0" u="none" strike="noStrike" kern="1200" cap="none" spc="0" normalizeH="0" baseline="0" noProof="0" dirty="0">
                <a:ln>
                  <a:noFill/>
                </a:ln>
                <a:solidFill>
                  <a:prstClr val="black"/>
                </a:solidFill>
                <a:effectLst/>
                <a:uLnTx/>
                <a:uFillTx/>
                <a:latin typeface="Aptos" panose="02110004020202020204"/>
                <a:ea typeface="+mn-ea"/>
                <a:cs typeface="+mn-cs"/>
              </a:rPr>
            </a:br>
            <a:r>
              <a:rPr kumimoji="0" lang="en-AU" sz="2000" b="0" i="0" u="none" strike="noStrike" kern="1200" cap="none" spc="0" normalizeH="0" baseline="0" noProof="0" dirty="0">
                <a:ln>
                  <a:noFill/>
                </a:ln>
                <a:solidFill>
                  <a:prstClr val="black"/>
                </a:solidFill>
                <a:effectLst/>
                <a:uLnTx/>
                <a:uFillTx/>
                <a:latin typeface="Aptos" panose="02110004020202020204"/>
                <a:ea typeface="+mn-ea"/>
                <a:cs typeface="+mn-cs"/>
              </a:rPr>
              <a:t>Commitment to pedagogy</a:t>
            </a:r>
            <a:br>
              <a:rPr kumimoji="0" lang="en-AU" sz="2000" b="0" i="0" u="none" strike="noStrike" kern="1200" cap="none" spc="0" normalizeH="0" baseline="0" noProof="0" dirty="0">
                <a:ln>
                  <a:noFill/>
                </a:ln>
                <a:solidFill>
                  <a:prstClr val="black"/>
                </a:solidFill>
                <a:effectLst/>
                <a:uLnTx/>
                <a:uFillTx/>
                <a:latin typeface="Aptos" panose="02110004020202020204"/>
                <a:ea typeface="+mn-ea"/>
                <a:cs typeface="+mn-cs"/>
              </a:rPr>
            </a:br>
            <a:r>
              <a:rPr kumimoji="0" lang="en-AU" sz="2000" b="0" i="0" u="none" strike="noStrike" kern="1200" cap="none" spc="0" normalizeH="0" baseline="0" noProof="0" dirty="0">
                <a:ln>
                  <a:noFill/>
                </a:ln>
                <a:solidFill>
                  <a:prstClr val="black"/>
                </a:solidFill>
                <a:effectLst/>
                <a:uLnTx/>
                <a:uFillTx/>
                <a:latin typeface="Aptos" panose="02110004020202020204"/>
                <a:ea typeface="+mn-ea"/>
                <a:cs typeface="+mn-cs"/>
              </a:rPr>
              <a:t>What they deem important in young people’s development </a:t>
            </a:r>
          </a:p>
        </p:txBody>
      </p:sp>
      <p:sp>
        <p:nvSpPr>
          <p:cNvPr id="11" name="TextBox 10">
            <a:extLst>
              <a:ext uri="{FF2B5EF4-FFF2-40B4-BE49-F238E27FC236}">
                <a16:creationId xmlns:a16="http://schemas.microsoft.com/office/drawing/2014/main" id="{B291FE91-B13E-7938-A768-11180A41C4C5}"/>
              </a:ext>
            </a:extLst>
          </p:cNvPr>
          <p:cNvSpPr txBox="1"/>
          <p:nvPr/>
        </p:nvSpPr>
        <p:spPr>
          <a:xfrm>
            <a:off x="4737105" y="4285736"/>
            <a:ext cx="7361491" cy="101566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2000" b="0" i="0" u="none" strike="noStrike" kern="1200" cap="none" spc="0" normalizeH="0" baseline="0" noProof="0" dirty="0">
                <a:ln>
                  <a:noFill/>
                </a:ln>
                <a:solidFill>
                  <a:prstClr val="black"/>
                </a:solidFill>
                <a:effectLst/>
                <a:uLnTx/>
                <a:uFillTx/>
                <a:latin typeface="Aptos" panose="02110004020202020204"/>
                <a:ea typeface="+mn-ea"/>
                <a:cs typeface="+mn-cs"/>
              </a:rPr>
              <a:t>Sense of knowledge and epistemic practices of the discipline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2000" b="0" i="0" u="none" strike="noStrike" kern="1200" cap="none" spc="0" normalizeH="0" baseline="0" noProof="0" dirty="0">
                <a:ln>
                  <a:noFill/>
                </a:ln>
                <a:solidFill>
                  <a:prstClr val="black"/>
                </a:solidFill>
                <a:effectLst/>
                <a:uLnTx/>
                <a:uFillTx/>
                <a:latin typeface="Aptos" panose="02110004020202020204"/>
                <a:ea typeface="+mn-ea"/>
                <a:cs typeface="+mn-cs"/>
              </a:rPr>
              <a:t>Sense of self-efficacy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2000" b="0" i="0" u="none" strike="noStrike" kern="1200" cap="none" spc="0" normalizeH="0" baseline="0" noProof="0" dirty="0">
                <a:ln>
                  <a:noFill/>
                </a:ln>
                <a:solidFill>
                  <a:prstClr val="black"/>
                </a:solidFill>
                <a:effectLst/>
                <a:uLnTx/>
                <a:uFillTx/>
                <a:latin typeface="Aptos" panose="02110004020202020204"/>
                <a:ea typeface="+mn-ea"/>
                <a:cs typeface="+mn-cs"/>
              </a:rPr>
              <a:t>Commitment to discipline and student’s learning of the discipline </a:t>
            </a:r>
          </a:p>
        </p:txBody>
      </p:sp>
      <p:pic>
        <p:nvPicPr>
          <p:cNvPr id="22" name="Graphic 21" descr="Question Mark with solid fill">
            <a:extLst>
              <a:ext uri="{FF2B5EF4-FFF2-40B4-BE49-F238E27FC236}">
                <a16:creationId xmlns:a16="http://schemas.microsoft.com/office/drawing/2014/main" id="{07F2CA09-B31D-24BF-8C8B-F95DB9E3554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737106" y="5488030"/>
            <a:ext cx="914400" cy="914400"/>
          </a:xfrm>
          <a:prstGeom prst="rect">
            <a:avLst/>
          </a:prstGeom>
        </p:spPr>
      </p:pic>
      <p:pic>
        <p:nvPicPr>
          <p:cNvPr id="23" name="Graphic 22" descr="Arrow: Slight curve with solid fill">
            <a:extLst>
              <a:ext uri="{FF2B5EF4-FFF2-40B4-BE49-F238E27FC236}">
                <a16:creationId xmlns:a16="http://schemas.microsoft.com/office/drawing/2014/main" id="{B4065521-F006-D24F-5FDE-4AF642D5B0B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18898" y="1564050"/>
            <a:ext cx="1290125" cy="1125083"/>
          </a:xfrm>
          <a:prstGeom prst="rect">
            <a:avLst/>
          </a:prstGeom>
        </p:spPr>
      </p:pic>
      <p:pic>
        <p:nvPicPr>
          <p:cNvPr id="24" name="Graphic 23" descr="Arrow: Slight curve with solid fill">
            <a:extLst>
              <a:ext uri="{FF2B5EF4-FFF2-40B4-BE49-F238E27FC236}">
                <a16:creationId xmlns:a16="http://schemas.microsoft.com/office/drawing/2014/main" id="{6631DC1A-FA69-2E96-DE19-FB78E193A83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18898" y="2799025"/>
            <a:ext cx="1290125" cy="1125083"/>
          </a:xfrm>
          <a:prstGeom prst="rect">
            <a:avLst/>
          </a:prstGeom>
        </p:spPr>
      </p:pic>
      <p:pic>
        <p:nvPicPr>
          <p:cNvPr id="25" name="Graphic 24" descr="Arrow: Slight curve with solid fill">
            <a:extLst>
              <a:ext uri="{FF2B5EF4-FFF2-40B4-BE49-F238E27FC236}">
                <a16:creationId xmlns:a16="http://schemas.microsoft.com/office/drawing/2014/main" id="{399E60DE-8C2A-D255-46E1-674A81E5D17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18898" y="4129487"/>
            <a:ext cx="1290125" cy="1125083"/>
          </a:xfrm>
          <a:prstGeom prst="rect">
            <a:avLst/>
          </a:prstGeom>
        </p:spPr>
      </p:pic>
      <p:pic>
        <p:nvPicPr>
          <p:cNvPr id="26" name="Graphic 25" descr="Arrow: Slight curve with solid fill">
            <a:extLst>
              <a:ext uri="{FF2B5EF4-FFF2-40B4-BE49-F238E27FC236}">
                <a16:creationId xmlns:a16="http://schemas.microsoft.com/office/drawing/2014/main" id="{21898553-352C-3339-17BD-76CAF1704DC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18898" y="5358825"/>
            <a:ext cx="1290125" cy="1125083"/>
          </a:xfrm>
          <a:prstGeom prst="rect">
            <a:avLst/>
          </a:prstGeom>
        </p:spPr>
      </p:pic>
      <p:pic>
        <p:nvPicPr>
          <p:cNvPr id="5" name="Picture 4" descr="Graphical user interface, application&#10;&#10;Description automatically generated">
            <a:extLst>
              <a:ext uri="{FF2B5EF4-FFF2-40B4-BE49-F238E27FC236}">
                <a16:creationId xmlns:a16="http://schemas.microsoft.com/office/drawing/2014/main" id="{8D3002C4-0E92-FE7B-9EE6-DE950AB96159}"/>
              </a:ext>
            </a:extLst>
          </p:cNvPr>
          <p:cNvPicPr>
            <a:picLocks noChangeAspect="1"/>
          </p:cNvPicPr>
          <p:nvPr/>
        </p:nvPicPr>
        <p:blipFill rotWithShape="1">
          <a:blip r:embed="rId5">
            <a:extLst>
              <a:ext uri="{28A0092B-C50C-407E-A947-70E740481C1C}">
                <a14:useLocalDpi xmlns:a14="http://schemas.microsoft.com/office/drawing/2010/main" val="0"/>
              </a:ext>
            </a:extLst>
          </a:blip>
          <a:srcRect t="12678" r="22230" b="29306"/>
          <a:stretch>
            <a:fillRect/>
          </a:stretch>
        </p:blipFill>
        <p:spPr>
          <a:xfrm>
            <a:off x="8769312" y="262828"/>
            <a:ext cx="1994345" cy="2646219"/>
          </a:xfrm>
          <a:prstGeom prst="rect">
            <a:avLst/>
          </a:prstGeom>
        </p:spPr>
      </p:pic>
    </p:spTree>
    <p:extLst>
      <p:ext uri="{BB962C8B-B14F-4D97-AF65-F5344CB8AC3E}">
        <p14:creationId xmlns:p14="http://schemas.microsoft.com/office/powerpoint/2010/main" val="28602411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43E7C-0E95-87EB-FFD7-09AD7527156C}"/>
              </a:ext>
            </a:extLst>
          </p:cNvPr>
          <p:cNvSpPr>
            <a:spLocks noGrp="1"/>
          </p:cNvSpPr>
          <p:nvPr>
            <p:ph type="title"/>
          </p:nvPr>
        </p:nvSpPr>
        <p:spPr>
          <a:xfrm>
            <a:off x="801764" y="349790"/>
            <a:ext cx="7067617" cy="936000"/>
          </a:xfrm>
        </p:spPr>
        <p:txBody>
          <a:bodyPr/>
          <a:lstStyle/>
          <a:p>
            <a:r>
              <a:rPr lang="en-US" dirty="0"/>
              <a:t>Teachers teaching integrated STEM subjects</a:t>
            </a:r>
          </a:p>
        </p:txBody>
      </p:sp>
      <p:sp>
        <p:nvSpPr>
          <p:cNvPr id="3" name="Content Placeholder 2">
            <a:extLst>
              <a:ext uri="{FF2B5EF4-FFF2-40B4-BE49-F238E27FC236}">
                <a16:creationId xmlns:a16="http://schemas.microsoft.com/office/drawing/2014/main" id="{E77E8998-381E-65A2-368A-56F343FCD85F}"/>
              </a:ext>
            </a:extLst>
          </p:cNvPr>
          <p:cNvSpPr>
            <a:spLocks noGrp="1"/>
          </p:cNvSpPr>
          <p:nvPr>
            <p:ph sz="quarter" idx="12"/>
          </p:nvPr>
        </p:nvSpPr>
        <p:spPr>
          <a:xfrm>
            <a:off x="801765" y="1521640"/>
            <a:ext cx="9887644" cy="1457087"/>
          </a:xfrm>
        </p:spPr>
        <p:txBody>
          <a:bodyPr/>
          <a:lstStyle/>
          <a:p>
            <a:r>
              <a:rPr lang="en-US" dirty="0"/>
              <a:t>Teachers were committed to teaching this curriculum because it freed them from the constraints of the mono- disciplinary subjects and focused on the competencies they themselves valued and felt they could effectively impart. </a:t>
            </a:r>
          </a:p>
          <a:p>
            <a:endParaRPr lang="en-US" dirty="0"/>
          </a:p>
          <a:p>
            <a:r>
              <a:rPr lang="en-US" b="1" dirty="0"/>
              <a:t>For example: Amelia - </a:t>
            </a:r>
          </a:p>
          <a:p>
            <a:endParaRPr lang="en-US" dirty="0"/>
          </a:p>
        </p:txBody>
      </p:sp>
      <p:sp>
        <p:nvSpPr>
          <p:cNvPr id="4" name="Slide Number Placeholder 3">
            <a:extLst>
              <a:ext uri="{FF2B5EF4-FFF2-40B4-BE49-F238E27FC236}">
                <a16:creationId xmlns:a16="http://schemas.microsoft.com/office/drawing/2014/main" id="{1FE15D7A-A556-63A5-16F4-052C3536936B}"/>
              </a:ext>
            </a:extLst>
          </p:cNvPr>
          <p:cNvSpPr>
            <a:spLocks noGrp="1"/>
          </p:cNvSpPr>
          <p:nvPr>
            <p:ph type="sldNum" sz="quarter" idx="15"/>
          </p:nvPr>
        </p:nvSpPr>
        <p:spPr/>
        <p:txBody>
          <a:bodyPr/>
          <a:lstStyle/>
          <a:p>
            <a:fld id="{F5AEA0E0-5CC6-4BD0-905C-A0021E419432}" type="slidenum">
              <a:rPr lang="en-GB" smtClean="0"/>
              <a:pPr/>
              <a:t>6</a:t>
            </a:fld>
            <a:endParaRPr lang="en-GB" dirty="0"/>
          </a:p>
        </p:txBody>
      </p:sp>
      <p:sp>
        <p:nvSpPr>
          <p:cNvPr id="5" name="Footer Placeholder 4">
            <a:extLst>
              <a:ext uri="{FF2B5EF4-FFF2-40B4-BE49-F238E27FC236}">
                <a16:creationId xmlns:a16="http://schemas.microsoft.com/office/drawing/2014/main" id="{195590F5-235A-5B97-96FC-E9149F33AF8E}"/>
              </a:ext>
            </a:extLst>
          </p:cNvPr>
          <p:cNvSpPr>
            <a:spLocks noGrp="1"/>
          </p:cNvSpPr>
          <p:nvPr>
            <p:ph type="ftr" sz="quarter" idx="14"/>
          </p:nvPr>
        </p:nvSpPr>
        <p:spPr/>
        <p:txBody>
          <a:bodyPr/>
          <a:lstStyle/>
          <a:p>
            <a:r>
              <a:rPr lang="en-AU"/>
              <a:t>Deakin University CRICOS Provider Code: 00113B</a:t>
            </a:r>
            <a:endParaRPr lang="en-GB" dirty="0"/>
          </a:p>
        </p:txBody>
      </p:sp>
      <p:sp>
        <p:nvSpPr>
          <p:cNvPr id="6" name="TextBox 5">
            <a:extLst>
              <a:ext uri="{FF2B5EF4-FFF2-40B4-BE49-F238E27FC236}">
                <a16:creationId xmlns:a16="http://schemas.microsoft.com/office/drawing/2014/main" id="{793C9A12-0F01-E7D1-4D15-CB321B358605}"/>
              </a:ext>
            </a:extLst>
          </p:cNvPr>
          <p:cNvSpPr txBox="1"/>
          <p:nvPr/>
        </p:nvSpPr>
        <p:spPr>
          <a:xfrm>
            <a:off x="954164" y="3821799"/>
            <a:ext cx="9117770" cy="206210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2000" b="0" i="0" u="none" strike="noStrike" kern="1200" cap="none" spc="0" normalizeH="0" baseline="0" noProof="0" dirty="0">
                <a:ln>
                  <a:noFill/>
                </a:ln>
                <a:solidFill>
                  <a:prstClr val="black"/>
                </a:solidFill>
                <a:effectLst/>
                <a:uLnTx/>
                <a:uFillTx/>
                <a:latin typeface="Aptos" panose="02110004020202020204"/>
                <a:ea typeface="+mn-ea"/>
                <a:cs typeface="+mn-cs"/>
              </a:rPr>
              <a:t>“…but I’m really interested in </a:t>
            </a:r>
            <a:r>
              <a:rPr kumimoji="0" lang="en-AU" sz="2000" b="1" i="0" u="none" strike="noStrike" kern="1200" cap="none" spc="0" normalizeH="0" baseline="0" noProof="0" dirty="0">
                <a:ln>
                  <a:noFill/>
                </a:ln>
                <a:solidFill>
                  <a:prstClr val="black"/>
                </a:solidFill>
                <a:effectLst/>
                <a:uLnTx/>
                <a:uFillTx/>
                <a:latin typeface="Aptos" panose="02110004020202020204"/>
                <a:ea typeface="+mn-ea"/>
                <a:cs typeface="+mn-cs"/>
              </a:rPr>
              <a:t>learning about new things</a:t>
            </a:r>
            <a:r>
              <a:rPr kumimoji="0" lang="en-AU" sz="2000" b="0" i="0" u="none" strike="noStrike" kern="1200" cap="none" spc="0" normalizeH="0" baseline="0" noProof="0" dirty="0">
                <a:ln>
                  <a:noFill/>
                </a:ln>
                <a:solidFill>
                  <a:prstClr val="black"/>
                </a:solidFill>
                <a:effectLst/>
                <a:uLnTx/>
                <a:uFillTx/>
                <a:latin typeface="Aptos" panose="02110004020202020204"/>
                <a:ea typeface="+mn-ea"/>
                <a:cs typeface="+mn-cs"/>
              </a:rPr>
              <a:t>, and it’s what excites me about STEM or other ways of education- it’s about how we can do things differently and look at what is of interest to students and what can.. you know, what </a:t>
            </a:r>
            <a:r>
              <a:rPr kumimoji="0" lang="en-AU" sz="2000" b="1" i="0" u="none" strike="noStrike" kern="1200" cap="none" spc="0" normalizeH="0" baseline="0" noProof="0" dirty="0">
                <a:ln>
                  <a:noFill/>
                </a:ln>
                <a:solidFill>
                  <a:prstClr val="black"/>
                </a:solidFill>
                <a:effectLst/>
                <a:uLnTx/>
                <a:uFillTx/>
                <a:latin typeface="Aptos" panose="02110004020202020204"/>
                <a:ea typeface="+mn-ea"/>
                <a:cs typeface="+mn-cs"/>
              </a:rPr>
              <a:t>skills</a:t>
            </a:r>
            <a:r>
              <a:rPr kumimoji="0" lang="en-AU" sz="2000" b="0" i="0" u="none" strike="noStrike" kern="1200" cap="none" spc="0" normalizeH="0" baseline="0" noProof="0" dirty="0">
                <a:ln>
                  <a:noFill/>
                </a:ln>
                <a:solidFill>
                  <a:prstClr val="black"/>
                </a:solidFill>
                <a:effectLst/>
                <a:uLnTx/>
                <a:uFillTx/>
                <a:latin typeface="Aptos" panose="02110004020202020204"/>
                <a:ea typeface="+mn-ea"/>
                <a:cs typeface="+mn-cs"/>
              </a:rPr>
              <a:t> they can develop, and </a:t>
            </a:r>
            <a:r>
              <a:rPr kumimoji="0" lang="en-AU" sz="2000" b="1" i="0" u="none" strike="noStrike" kern="1200" cap="none" spc="0" normalizeH="0" baseline="0" noProof="0" dirty="0">
                <a:ln>
                  <a:noFill/>
                </a:ln>
                <a:solidFill>
                  <a:prstClr val="black"/>
                </a:solidFill>
                <a:effectLst/>
                <a:uLnTx/>
                <a:uFillTx/>
                <a:latin typeface="Aptos" panose="02110004020202020204"/>
                <a:ea typeface="+mn-ea"/>
                <a:cs typeface="+mn-cs"/>
              </a:rPr>
              <a:t>capabilities</a:t>
            </a:r>
            <a:r>
              <a:rPr kumimoji="0" lang="en-AU" sz="2000" b="0" i="0" u="none" strike="noStrike" kern="1200" cap="none" spc="0" normalizeH="0" baseline="0" noProof="0" dirty="0">
                <a:ln>
                  <a:noFill/>
                </a:ln>
                <a:solidFill>
                  <a:prstClr val="black"/>
                </a:solidFill>
                <a:effectLst/>
                <a:uLnTx/>
                <a:uFillTx/>
                <a:latin typeface="Aptos" panose="02110004020202020204"/>
                <a:ea typeface="+mn-ea"/>
                <a:cs typeface="+mn-cs"/>
              </a:rPr>
              <a:t> they can develop, to </a:t>
            </a:r>
            <a:r>
              <a:rPr kumimoji="0" lang="en-AU" sz="2000" b="1" i="0" u="none" strike="noStrike" kern="1200" cap="none" spc="0" normalizeH="0" baseline="0" noProof="0" dirty="0">
                <a:ln>
                  <a:noFill/>
                </a:ln>
                <a:solidFill>
                  <a:prstClr val="black"/>
                </a:solidFill>
                <a:effectLst/>
                <a:uLnTx/>
                <a:uFillTx/>
                <a:latin typeface="Aptos" panose="02110004020202020204"/>
                <a:ea typeface="+mn-ea"/>
                <a:cs typeface="+mn-cs"/>
              </a:rPr>
              <a:t>take them into their future</a:t>
            </a:r>
            <a:r>
              <a:rPr kumimoji="0" lang="en-AU" sz="2000" b="0" i="0" u="none" strike="noStrike" kern="1200" cap="none" spc="0" normalizeH="0" baseline="0" noProof="0" dirty="0">
                <a:ln>
                  <a:noFill/>
                </a:ln>
                <a:solidFill>
                  <a:prstClr val="black"/>
                </a:solidFill>
                <a:effectLst/>
                <a:uLnTx/>
                <a:uFillTx/>
                <a:latin typeface="Aptos" panose="0211000402020202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469454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5324A-D3E2-29F3-BFB7-7119EF2CE8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927ACC-1CCD-4160-1BC1-CBFAE2F3A725}"/>
              </a:ext>
            </a:extLst>
          </p:cNvPr>
          <p:cNvSpPr>
            <a:spLocks noGrp="1"/>
          </p:cNvSpPr>
          <p:nvPr>
            <p:ph type="title"/>
          </p:nvPr>
        </p:nvSpPr>
        <p:spPr/>
        <p:txBody>
          <a:bodyPr/>
          <a:lstStyle/>
          <a:p>
            <a:r>
              <a:rPr lang="en-AU" dirty="0">
                <a:solidFill>
                  <a:schemeClr val="accent1"/>
                </a:solidFill>
              </a:rPr>
              <a:t>Amelia</a:t>
            </a:r>
          </a:p>
        </p:txBody>
      </p:sp>
      <p:sp>
        <p:nvSpPr>
          <p:cNvPr id="6" name="TextBox 5">
            <a:extLst>
              <a:ext uri="{FF2B5EF4-FFF2-40B4-BE49-F238E27FC236}">
                <a16:creationId xmlns:a16="http://schemas.microsoft.com/office/drawing/2014/main" id="{20F9C8CD-7D01-0473-B653-2E53F5283729}"/>
              </a:ext>
            </a:extLst>
          </p:cNvPr>
          <p:cNvSpPr txBox="1"/>
          <p:nvPr/>
        </p:nvSpPr>
        <p:spPr>
          <a:xfrm>
            <a:off x="7796015" y="1027906"/>
            <a:ext cx="2048256"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2000" b="1" i="0" u="none" strike="noStrike" kern="1200" cap="none" spc="0" normalizeH="0" baseline="0" noProof="0" dirty="0">
                <a:ln>
                  <a:noFill/>
                </a:ln>
                <a:solidFill>
                  <a:srgbClr val="C74298"/>
                </a:solidFill>
                <a:effectLst/>
                <a:uLnTx/>
                <a:uFillTx/>
                <a:latin typeface="Aptos" panose="02110004020202020204"/>
                <a:ea typeface="+mn-ea"/>
                <a:cs typeface="+mn-cs"/>
              </a:rPr>
              <a:t>STEM</a:t>
            </a:r>
          </a:p>
        </p:txBody>
      </p:sp>
      <p:sp>
        <p:nvSpPr>
          <p:cNvPr id="7" name="TextBox 6">
            <a:extLst>
              <a:ext uri="{FF2B5EF4-FFF2-40B4-BE49-F238E27FC236}">
                <a16:creationId xmlns:a16="http://schemas.microsoft.com/office/drawing/2014/main" id="{8E34D492-A097-8630-DE4E-F3761D418564}"/>
              </a:ext>
            </a:extLst>
          </p:cNvPr>
          <p:cNvSpPr txBox="1"/>
          <p:nvPr/>
        </p:nvSpPr>
        <p:spPr>
          <a:xfrm>
            <a:off x="4944862" y="1450944"/>
            <a:ext cx="7123589" cy="5078313"/>
          </a:xfrm>
          <a:custGeom>
            <a:avLst/>
            <a:gdLst>
              <a:gd name="csX0" fmla="*/ 0 w 7123589"/>
              <a:gd name="csY0" fmla="*/ 0 h 5078313"/>
              <a:gd name="csX1" fmla="*/ 790071 w 7123589"/>
              <a:gd name="csY1" fmla="*/ 0 h 5078313"/>
              <a:gd name="csX2" fmla="*/ 1437670 w 7123589"/>
              <a:gd name="csY2" fmla="*/ 0 h 5078313"/>
              <a:gd name="csX3" fmla="*/ 2014033 w 7123589"/>
              <a:gd name="csY3" fmla="*/ 0 h 5078313"/>
              <a:gd name="csX4" fmla="*/ 2661632 w 7123589"/>
              <a:gd name="csY4" fmla="*/ 0 h 5078313"/>
              <a:gd name="csX5" fmla="*/ 3095523 w 7123589"/>
              <a:gd name="csY5" fmla="*/ 0 h 5078313"/>
              <a:gd name="csX6" fmla="*/ 3885594 w 7123589"/>
              <a:gd name="csY6" fmla="*/ 0 h 5078313"/>
              <a:gd name="csX7" fmla="*/ 4675665 w 7123589"/>
              <a:gd name="csY7" fmla="*/ 0 h 5078313"/>
              <a:gd name="csX8" fmla="*/ 5465736 w 7123589"/>
              <a:gd name="csY8" fmla="*/ 0 h 5078313"/>
              <a:gd name="csX9" fmla="*/ 6255806 w 7123589"/>
              <a:gd name="csY9" fmla="*/ 0 h 5078313"/>
              <a:gd name="csX10" fmla="*/ 7123589 w 7123589"/>
              <a:gd name="csY10" fmla="*/ 0 h 5078313"/>
              <a:gd name="csX11" fmla="*/ 7123589 w 7123589"/>
              <a:gd name="csY11" fmla="*/ 736355 h 5078313"/>
              <a:gd name="csX12" fmla="*/ 7123589 w 7123589"/>
              <a:gd name="csY12" fmla="*/ 1472711 h 5078313"/>
              <a:gd name="csX13" fmla="*/ 7123589 w 7123589"/>
              <a:gd name="csY13" fmla="*/ 2209066 h 5078313"/>
              <a:gd name="csX14" fmla="*/ 7123589 w 7123589"/>
              <a:gd name="csY14" fmla="*/ 2691506 h 5078313"/>
              <a:gd name="csX15" fmla="*/ 7123589 w 7123589"/>
              <a:gd name="csY15" fmla="*/ 3427861 h 5078313"/>
              <a:gd name="csX16" fmla="*/ 7123589 w 7123589"/>
              <a:gd name="csY16" fmla="*/ 4011867 h 5078313"/>
              <a:gd name="csX17" fmla="*/ 7123589 w 7123589"/>
              <a:gd name="csY17" fmla="*/ 5078313 h 5078313"/>
              <a:gd name="csX18" fmla="*/ 6333518 w 7123589"/>
              <a:gd name="csY18" fmla="*/ 5078313 h 5078313"/>
              <a:gd name="csX19" fmla="*/ 5899627 w 7123589"/>
              <a:gd name="csY19" fmla="*/ 5078313 h 5078313"/>
              <a:gd name="csX20" fmla="*/ 5109556 w 7123589"/>
              <a:gd name="csY20" fmla="*/ 5078313 h 5078313"/>
              <a:gd name="csX21" fmla="*/ 4604429 w 7123589"/>
              <a:gd name="csY21" fmla="*/ 5078313 h 5078313"/>
              <a:gd name="csX22" fmla="*/ 4028066 w 7123589"/>
              <a:gd name="csY22" fmla="*/ 5078313 h 5078313"/>
              <a:gd name="csX23" fmla="*/ 3380467 w 7123589"/>
              <a:gd name="csY23" fmla="*/ 5078313 h 5078313"/>
              <a:gd name="csX24" fmla="*/ 2590396 w 7123589"/>
              <a:gd name="csY24" fmla="*/ 5078313 h 5078313"/>
              <a:gd name="csX25" fmla="*/ 1800325 w 7123589"/>
              <a:gd name="csY25" fmla="*/ 5078313 h 5078313"/>
              <a:gd name="csX26" fmla="*/ 1081490 w 7123589"/>
              <a:gd name="csY26" fmla="*/ 5078313 h 5078313"/>
              <a:gd name="csX27" fmla="*/ 0 w 7123589"/>
              <a:gd name="csY27" fmla="*/ 5078313 h 5078313"/>
              <a:gd name="csX28" fmla="*/ 0 w 7123589"/>
              <a:gd name="csY28" fmla="*/ 4341958 h 5078313"/>
              <a:gd name="csX29" fmla="*/ 0 w 7123589"/>
              <a:gd name="csY29" fmla="*/ 3859518 h 5078313"/>
              <a:gd name="csX30" fmla="*/ 0 w 7123589"/>
              <a:gd name="csY30" fmla="*/ 3173946 h 5078313"/>
              <a:gd name="csX31" fmla="*/ 0 w 7123589"/>
              <a:gd name="csY31" fmla="*/ 2488373 h 5078313"/>
              <a:gd name="csX32" fmla="*/ 0 w 7123589"/>
              <a:gd name="csY32" fmla="*/ 1955151 h 5078313"/>
              <a:gd name="csX33" fmla="*/ 0 w 7123589"/>
              <a:gd name="csY33" fmla="*/ 1371145 h 5078313"/>
              <a:gd name="csX34" fmla="*/ 0 w 7123589"/>
              <a:gd name="csY34" fmla="*/ 736355 h 5078313"/>
              <a:gd name="csX35" fmla="*/ 0 w 7123589"/>
              <a:gd name="csY35" fmla="*/ 0 h 507831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7123589" h="5078313" extrusionOk="0">
                <a:moveTo>
                  <a:pt x="0" y="0"/>
                </a:moveTo>
                <a:cubicBezTo>
                  <a:pt x="295091" y="28239"/>
                  <a:pt x="561540" y="34075"/>
                  <a:pt x="790071" y="0"/>
                </a:cubicBezTo>
                <a:cubicBezTo>
                  <a:pt x="1018602" y="-34075"/>
                  <a:pt x="1192828" y="411"/>
                  <a:pt x="1437670" y="0"/>
                </a:cubicBezTo>
                <a:cubicBezTo>
                  <a:pt x="1682512" y="-411"/>
                  <a:pt x="1865960" y="-11647"/>
                  <a:pt x="2014033" y="0"/>
                </a:cubicBezTo>
                <a:cubicBezTo>
                  <a:pt x="2162106" y="11647"/>
                  <a:pt x="2502049" y="-19511"/>
                  <a:pt x="2661632" y="0"/>
                </a:cubicBezTo>
                <a:cubicBezTo>
                  <a:pt x="2821215" y="19511"/>
                  <a:pt x="2882033" y="4977"/>
                  <a:pt x="3095523" y="0"/>
                </a:cubicBezTo>
                <a:cubicBezTo>
                  <a:pt x="3309013" y="-4977"/>
                  <a:pt x="3546270" y="-23884"/>
                  <a:pt x="3885594" y="0"/>
                </a:cubicBezTo>
                <a:cubicBezTo>
                  <a:pt x="4224918" y="23884"/>
                  <a:pt x="4305023" y="27041"/>
                  <a:pt x="4675665" y="0"/>
                </a:cubicBezTo>
                <a:cubicBezTo>
                  <a:pt x="5046307" y="-27041"/>
                  <a:pt x="5110396" y="-1847"/>
                  <a:pt x="5465736" y="0"/>
                </a:cubicBezTo>
                <a:cubicBezTo>
                  <a:pt x="5821076" y="1847"/>
                  <a:pt x="5863315" y="21841"/>
                  <a:pt x="6255806" y="0"/>
                </a:cubicBezTo>
                <a:cubicBezTo>
                  <a:pt x="6648297" y="-21841"/>
                  <a:pt x="6813638" y="-35881"/>
                  <a:pt x="7123589" y="0"/>
                </a:cubicBezTo>
                <a:cubicBezTo>
                  <a:pt x="7156918" y="198443"/>
                  <a:pt x="7153657" y="515053"/>
                  <a:pt x="7123589" y="736355"/>
                </a:cubicBezTo>
                <a:cubicBezTo>
                  <a:pt x="7093521" y="957657"/>
                  <a:pt x="7133666" y="1318781"/>
                  <a:pt x="7123589" y="1472711"/>
                </a:cubicBezTo>
                <a:cubicBezTo>
                  <a:pt x="7113512" y="1626641"/>
                  <a:pt x="7112153" y="2014753"/>
                  <a:pt x="7123589" y="2209066"/>
                </a:cubicBezTo>
                <a:cubicBezTo>
                  <a:pt x="7135025" y="2403379"/>
                  <a:pt x="7105066" y="2484378"/>
                  <a:pt x="7123589" y="2691506"/>
                </a:cubicBezTo>
                <a:cubicBezTo>
                  <a:pt x="7142112" y="2898634"/>
                  <a:pt x="7095664" y="3249584"/>
                  <a:pt x="7123589" y="3427861"/>
                </a:cubicBezTo>
                <a:cubicBezTo>
                  <a:pt x="7151514" y="3606138"/>
                  <a:pt x="7123416" y="3808600"/>
                  <a:pt x="7123589" y="4011867"/>
                </a:cubicBezTo>
                <a:cubicBezTo>
                  <a:pt x="7123762" y="4215134"/>
                  <a:pt x="7172040" y="4805396"/>
                  <a:pt x="7123589" y="5078313"/>
                </a:cubicBezTo>
                <a:cubicBezTo>
                  <a:pt x="6907387" y="5098536"/>
                  <a:pt x="6653172" y="5058693"/>
                  <a:pt x="6333518" y="5078313"/>
                </a:cubicBezTo>
                <a:cubicBezTo>
                  <a:pt x="6013864" y="5097933"/>
                  <a:pt x="6014748" y="5057515"/>
                  <a:pt x="5899627" y="5078313"/>
                </a:cubicBezTo>
                <a:cubicBezTo>
                  <a:pt x="5784506" y="5099111"/>
                  <a:pt x="5398064" y="5088926"/>
                  <a:pt x="5109556" y="5078313"/>
                </a:cubicBezTo>
                <a:cubicBezTo>
                  <a:pt x="4821048" y="5067700"/>
                  <a:pt x="4855771" y="5072266"/>
                  <a:pt x="4604429" y="5078313"/>
                </a:cubicBezTo>
                <a:cubicBezTo>
                  <a:pt x="4353087" y="5084360"/>
                  <a:pt x="4259265" y="5088854"/>
                  <a:pt x="4028066" y="5078313"/>
                </a:cubicBezTo>
                <a:cubicBezTo>
                  <a:pt x="3796867" y="5067772"/>
                  <a:pt x="3555464" y="5064285"/>
                  <a:pt x="3380467" y="5078313"/>
                </a:cubicBezTo>
                <a:cubicBezTo>
                  <a:pt x="3205470" y="5092341"/>
                  <a:pt x="2899725" y="5081794"/>
                  <a:pt x="2590396" y="5078313"/>
                </a:cubicBezTo>
                <a:cubicBezTo>
                  <a:pt x="2281067" y="5074832"/>
                  <a:pt x="2150396" y="5081676"/>
                  <a:pt x="1800325" y="5078313"/>
                </a:cubicBezTo>
                <a:cubicBezTo>
                  <a:pt x="1450254" y="5074950"/>
                  <a:pt x="1229205" y="5046431"/>
                  <a:pt x="1081490" y="5078313"/>
                </a:cubicBezTo>
                <a:cubicBezTo>
                  <a:pt x="933776" y="5110195"/>
                  <a:pt x="443808" y="5055305"/>
                  <a:pt x="0" y="5078313"/>
                </a:cubicBezTo>
                <a:cubicBezTo>
                  <a:pt x="-32366" y="4781591"/>
                  <a:pt x="34680" y="4518190"/>
                  <a:pt x="0" y="4341958"/>
                </a:cubicBezTo>
                <a:cubicBezTo>
                  <a:pt x="-34680" y="4165726"/>
                  <a:pt x="4460" y="4029199"/>
                  <a:pt x="0" y="3859518"/>
                </a:cubicBezTo>
                <a:cubicBezTo>
                  <a:pt x="-4460" y="3689837"/>
                  <a:pt x="-27170" y="3435912"/>
                  <a:pt x="0" y="3173946"/>
                </a:cubicBezTo>
                <a:cubicBezTo>
                  <a:pt x="27170" y="2911980"/>
                  <a:pt x="941" y="2766584"/>
                  <a:pt x="0" y="2488373"/>
                </a:cubicBezTo>
                <a:cubicBezTo>
                  <a:pt x="-941" y="2210162"/>
                  <a:pt x="637" y="2153617"/>
                  <a:pt x="0" y="1955151"/>
                </a:cubicBezTo>
                <a:cubicBezTo>
                  <a:pt x="-637" y="1756685"/>
                  <a:pt x="676" y="1553757"/>
                  <a:pt x="0" y="1371145"/>
                </a:cubicBezTo>
                <a:cubicBezTo>
                  <a:pt x="-676" y="1188533"/>
                  <a:pt x="16308" y="921958"/>
                  <a:pt x="0" y="736355"/>
                </a:cubicBezTo>
                <a:cubicBezTo>
                  <a:pt x="-16308" y="550752"/>
                  <a:pt x="-12033" y="347285"/>
                  <a:pt x="0" y="0"/>
                </a:cubicBezTo>
                <a:close/>
              </a:path>
            </a:pathLst>
          </a:custGeom>
          <a:noFill/>
          <a:ln w="38100">
            <a:solidFill>
              <a:srgbClr val="156082"/>
            </a:solidFill>
            <a:extLst>
              <a:ext uri="{C807C97D-BFC1-408E-A445-0C87EB9F89A2}">
                <ask:lineSketchStyleProps xmlns:ask="http://schemas.microsoft.com/office/drawing/2018/sketchyshapes" sd="1208799270">
                  <a:prstGeom prst="rect">
                    <a:avLst/>
                  </a:prstGeom>
                  <ask:type>
                    <ask:lineSketchFreehand/>
                  </ask:type>
                </ask:lineSketchStyleProps>
              </a:ext>
            </a:extLst>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mn-cs"/>
              </a:rPr>
              <a:t>“…in society when we see STEM people automatically, or from my experience, it’s around more technology, design thinking aspect of it. </a:t>
            </a:r>
            <a:r>
              <a:rPr kumimoji="0" lang="en-AU" sz="18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mn-cs"/>
              </a:rPr>
              <a:t>Whereas I also think of STEM as developing empathy and understanding and care for and connection with, rather than just solving a problem</a:t>
            </a:r>
            <a:r>
              <a:rPr kumimoji="0" lang="en-AU"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mn-cs"/>
              </a:rPr>
              <a:t>. And I know design thinking thinks about empathy but I would like to see STEM more broadly based…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Aptos" panose="02110004020202020204"/>
                <a:ea typeface="+mn-ea"/>
                <a:cs typeface="+mn-cs"/>
              </a:rPr>
              <a:t>...I mean, </a:t>
            </a:r>
            <a:r>
              <a:rPr kumimoji="0" lang="en-AU" sz="1800" b="1" i="0" u="none" strike="noStrike" kern="1200" cap="none" spc="0" normalizeH="0" baseline="0" noProof="0" dirty="0">
                <a:ln>
                  <a:noFill/>
                </a:ln>
                <a:solidFill>
                  <a:prstClr val="black"/>
                </a:solidFill>
                <a:effectLst/>
                <a:uLnTx/>
                <a:uFillTx/>
                <a:latin typeface="Aptos" panose="02110004020202020204"/>
                <a:ea typeface="+mn-ea"/>
                <a:cs typeface="+mn-cs"/>
              </a:rPr>
              <a:t>you’ve got literacy and you know, like it’s holistic</a:t>
            </a:r>
            <a:r>
              <a:rPr kumimoji="0" lang="en-AU" sz="1800" b="0" i="0" u="none" strike="noStrike" kern="1200" cap="none" spc="0" normalizeH="0" baseline="0" noProof="0" dirty="0">
                <a:ln>
                  <a:noFill/>
                </a:ln>
                <a:solidFill>
                  <a:prstClr val="black"/>
                </a:solidFill>
                <a:effectLst/>
                <a:uLnTx/>
                <a:uFillTx/>
                <a:latin typeface="Aptos" panose="02110004020202020204"/>
                <a:ea typeface="+mn-ea"/>
                <a:cs typeface="+mn-cs"/>
              </a:rPr>
              <a:t>, so I think the acronym of STEM perhaps is becoming a bit outdated and needs to be thought of in a more holistic way about what education is, not just focusing on STEM.”</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Aptos" panose="02110004020202020204"/>
                <a:ea typeface="+mn-ea"/>
                <a:cs typeface="+mn-cs"/>
              </a:rPr>
              <a:t>“it’s about </a:t>
            </a:r>
            <a:r>
              <a:rPr kumimoji="0" lang="en-AU" sz="1800" b="1" i="0" u="none" strike="noStrike" kern="1200" cap="none" spc="0" normalizeH="0" baseline="0" noProof="0" dirty="0">
                <a:ln>
                  <a:noFill/>
                </a:ln>
                <a:solidFill>
                  <a:prstClr val="black"/>
                </a:solidFill>
                <a:effectLst/>
                <a:uLnTx/>
                <a:uFillTx/>
                <a:latin typeface="Aptos" panose="02110004020202020204"/>
                <a:ea typeface="+mn-ea"/>
                <a:cs typeface="+mn-cs"/>
              </a:rPr>
              <a:t>good teaching and knowing your students </a:t>
            </a:r>
            <a:r>
              <a:rPr kumimoji="0" lang="en-AU" sz="1800" b="0" i="0" u="none" strike="noStrike" kern="1200" cap="none" spc="0" normalizeH="0" baseline="0" noProof="0" dirty="0">
                <a:ln>
                  <a:noFill/>
                </a:ln>
                <a:solidFill>
                  <a:prstClr val="black"/>
                </a:solidFill>
                <a:effectLst/>
                <a:uLnTx/>
                <a:uFillTx/>
                <a:latin typeface="Aptos" panose="02110004020202020204"/>
                <a:ea typeface="+mn-ea"/>
                <a:cs typeface="+mn-cs"/>
              </a:rPr>
              <a:t>and, you know, helping them to </a:t>
            </a:r>
            <a:r>
              <a:rPr kumimoji="0" lang="en-AU" sz="1800" b="1" i="0" u="none" strike="noStrike" kern="1200" cap="none" spc="0" normalizeH="0" baseline="0" noProof="0" dirty="0">
                <a:ln>
                  <a:noFill/>
                </a:ln>
                <a:solidFill>
                  <a:prstClr val="black"/>
                </a:solidFill>
                <a:effectLst/>
                <a:uLnTx/>
                <a:uFillTx/>
                <a:latin typeface="Aptos" panose="02110004020202020204"/>
                <a:ea typeface="+mn-ea"/>
                <a:cs typeface="+mn-cs"/>
              </a:rPr>
              <a:t>be who they want to be </a:t>
            </a:r>
            <a:r>
              <a:rPr kumimoji="0" lang="en-AU" sz="1800" b="0" i="0" u="none" strike="noStrike" kern="1200" cap="none" spc="0" normalizeH="0" baseline="0" noProof="0" dirty="0">
                <a:ln>
                  <a:noFill/>
                </a:ln>
                <a:solidFill>
                  <a:prstClr val="black"/>
                </a:solidFill>
                <a:effectLst/>
                <a:uLnTx/>
                <a:uFillTx/>
                <a:latin typeface="Aptos" panose="02110004020202020204"/>
                <a:ea typeface="+mn-ea"/>
                <a:cs typeface="+mn-cs"/>
              </a:rPr>
              <a:t>and to realise some success.”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Aptos" panose="02110004020202020204"/>
                <a:ea typeface="+mn-ea"/>
                <a:cs typeface="+mn-cs"/>
              </a:rPr>
              <a:t>“I suppose there’s lots of things to consider that’s different to perhaps a traditional classroom that may have students sitting in rows copying notes down. So I think, for me, a STEM activity, which is very different from perhaps a more </a:t>
            </a:r>
            <a:r>
              <a:rPr kumimoji="0" lang="en-AU" sz="1800" b="1" i="0" u="none" strike="noStrike" kern="1200" cap="none" spc="0" normalizeH="0" baseline="0" noProof="0" dirty="0">
                <a:ln>
                  <a:noFill/>
                </a:ln>
                <a:solidFill>
                  <a:prstClr val="black"/>
                </a:solidFill>
                <a:effectLst/>
                <a:uLnTx/>
                <a:uFillTx/>
                <a:latin typeface="Aptos" panose="02110004020202020204"/>
                <a:ea typeface="+mn-ea"/>
                <a:cs typeface="+mn-cs"/>
              </a:rPr>
              <a:t>transmissive</a:t>
            </a:r>
            <a:r>
              <a:rPr kumimoji="0" lang="en-AU" sz="1800" b="0" i="0" u="none" strike="noStrike" kern="1200" cap="none" spc="0" normalizeH="0" baseline="0" noProof="0" dirty="0">
                <a:ln>
                  <a:noFill/>
                </a:ln>
                <a:solidFill>
                  <a:prstClr val="black"/>
                </a:solidFill>
                <a:effectLst/>
                <a:uLnTx/>
                <a:uFillTx/>
                <a:latin typeface="Aptos" panose="02110004020202020204"/>
                <a:ea typeface="+mn-ea"/>
                <a:cs typeface="+mn-cs"/>
              </a:rPr>
              <a:t> approach to teaching.”</a:t>
            </a:r>
          </a:p>
        </p:txBody>
      </p:sp>
      <p:sp>
        <p:nvSpPr>
          <p:cNvPr id="3" name="TextBox 2">
            <a:extLst>
              <a:ext uri="{FF2B5EF4-FFF2-40B4-BE49-F238E27FC236}">
                <a16:creationId xmlns:a16="http://schemas.microsoft.com/office/drawing/2014/main" id="{B71775EE-BEF8-6F64-20B0-B51CCB64B27E}"/>
              </a:ext>
            </a:extLst>
          </p:cNvPr>
          <p:cNvSpPr txBox="1"/>
          <p:nvPr/>
        </p:nvSpPr>
        <p:spPr>
          <a:xfrm>
            <a:off x="594804" y="1970843"/>
            <a:ext cx="2858610" cy="138499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1" i="0" u="none" strike="noStrike" kern="1200" cap="none" spc="0" normalizeH="0" baseline="0" noProof="0" dirty="0">
                <a:ln>
                  <a:noFill/>
                </a:ln>
                <a:solidFill>
                  <a:srgbClr val="C74298"/>
                </a:solidFill>
                <a:effectLst/>
                <a:uLnTx/>
                <a:uFillTx/>
                <a:latin typeface="Aptos" panose="02110004020202020204"/>
                <a:ea typeface="+mn-ea"/>
                <a:cs typeface="+mn-cs"/>
              </a:rPr>
              <a:t>Personal</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dirty="0">
                <a:ln>
                  <a:noFill/>
                </a:ln>
                <a:solidFill>
                  <a:prstClr val="black"/>
                </a:solidFill>
                <a:effectLst/>
                <a:uLnTx/>
                <a:uFillTx/>
                <a:latin typeface="Aptos" panose="02110004020202020204"/>
                <a:ea typeface="+mn-ea"/>
                <a:cs typeface="+mn-cs"/>
              </a:rPr>
              <a:t>“I’m really interested in learning about new things, and it’s what excites me about STEM or other ways of education”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4" name="TextBox 3">
            <a:extLst>
              <a:ext uri="{FF2B5EF4-FFF2-40B4-BE49-F238E27FC236}">
                <a16:creationId xmlns:a16="http://schemas.microsoft.com/office/drawing/2014/main" id="{0CE33D4F-24E1-E372-40B4-A94F7C591C03}"/>
              </a:ext>
            </a:extLst>
          </p:cNvPr>
          <p:cNvSpPr txBox="1"/>
          <p:nvPr/>
        </p:nvSpPr>
        <p:spPr>
          <a:xfrm>
            <a:off x="635652" y="3293615"/>
            <a:ext cx="2702352" cy="230832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1" i="0" u="none" strike="noStrike" kern="1200" cap="none" spc="0" normalizeH="0" baseline="0" noProof="0" dirty="0">
                <a:ln>
                  <a:noFill/>
                </a:ln>
                <a:solidFill>
                  <a:srgbClr val="C74298"/>
                </a:solidFill>
                <a:effectLst/>
                <a:uLnTx/>
                <a:uFillTx/>
                <a:latin typeface="Aptos" panose="02110004020202020204"/>
                <a:ea typeface="+mn-ea"/>
                <a:cs typeface="+mn-cs"/>
              </a:rPr>
              <a:t>Teacher</a:t>
            </a:r>
            <a:br>
              <a:rPr kumimoji="0" lang="en-AU" sz="1800" b="0" i="0" u="none" strike="noStrike" kern="1200" cap="none" spc="0" normalizeH="0" baseline="0" noProof="0" dirty="0">
                <a:ln>
                  <a:noFill/>
                </a:ln>
                <a:solidFill>
                  <a:prstClr val="black"/>
                </a:solidFill>
                <a:effectLst/>
                <a:uLnTx/>
                <a:uFillTx/>
                <a:latin typeface="Aptos" panose="02110004020202020204"/>
                <a:ea typeface="+mn-ea"/>
                <a:cs typeface="+mn-cs"/>
              </a:rPr>
            </a:br>
            <a:endParaRPr kumimoji="0" lang="en-AU" sz="18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dirty="0">
                <a:ln>
                  <a:noFill/>
                </a:ln>
                <a:solidFill>
                  <a:prstClr val="black"/>
                </a:solidFill>
                <a:effectLst/>
                <a:uLnTx/>
                <a:uFillTx/>
                <a:latin typeface="Aptos" panose="02110004020202020204"/>
                <a:ea typeface="+mn-ea"/>
                <a:cs typeface="+mn-cs"/>
              </a:rPr>
              <a:t>“I think we’re a teacher of not just a subject, we’re a teacher of life skills”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dirty="0">
                <a:ln>
                  <a:noFill/>
                </a:ln>
                <a:solidFill>
                  <a:prstClr val="black"/>
                </a:solidFill>
                <a:effectLst/>
                <a:uLnTx/>
                <a:uFillTx/>
                <a:latin typeface="Aptos" panose="02110004020202020204"/>
                <a:ea typeface="+mn-ea"/>
                <a:cs typeface="+mn-cs"/>
              </a:rPr>
              <a:t>“It’s not just about teaching content, it's about these people being good citizens and showing an interest in science and care for their country.”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5" name="TextBox 4">
            <a:extLst>
              <a:ext uri="{FF2B5EF4-FFF2-40B4-BE49-F238E27FC236}">
                <a16:creationId xmlns:a16="http://schemas.microsoft.com/office/drawing/2014/main" id="{A7CA1230-7665-18C5-2A0E-D4131409DA25}"/>
              </a:ext>
            </a:extLst>
          </p:cNvPr>
          <p:cNvSpPr txBox="1"/>
          <p:nvPr/>
        </p:nvSpPr>
        <p:spPr>
          <a:xfrm>
            <a:off x="622095" y="5417273"/>
            <a:ext cx="2715909" cy="129266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1" i="0" u="none" strike="noStrike" kern="1200" cap="none" spc="0" normalizeH="0" baseline="0" noProof="0" dirty="0">
                <a:ln>
                  <a:noFill/>
                </a:ln>
                <a:solidFill>
                  <a:srgbClr val="C74298"/>
                </a:solidFill>
                <a:effectLst/>
                <a:uLnTx/>
                <a:uFillTx/>
                <a:latin typeface="Aptos" panose="02110004020202020204"/>
                <a:ea typeface="+mn-ea"/>
                <a:cs typeface="+mn-cs"/>
              </a:rPr>
              <a:t>Disciplinary</a:t>
            </a:r>
            <a:br>
              <a:rPr kumimoji="0" lang="en-AU" sz="1800" b="0" i="0" u="none" strike="noStrike" kern="1200" cap="none" spc="0" normalizeH="0" baseline="0" noProof="0" dirty="0">
                <a:ln>
                  <a:noFill/>
                </a:ln>
                <a:solidFill>
                  <a:prstClr val="black"/>
                </a:solidFill>
                <a:effectLst/>
                <a:uLnTx/>
                <a:uFillTx/>
                <a:latin typeface="Aptos" panose="02110004020202020204"/>
                <a:ea typeface="+mn-ea"/>
                <a:cs typeface="+mn-cs"/>
              </a:rPr>
            </a:br>
            <a:endParaRPr kumimoji="0" lang="en-AU" sz="18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dirty="0">
                <a:ln>
                  <a:noFill/>
                </a:ln>
                <a:solidFill>
                  <a:prstClr val="black"/>
                </a:solidFill>
                <a:effectLst/>
                <a:uLnTx/>
                <a:uFillTx/>
                <a:latin typeface="Aptos" panose="02110004020202020204"/>
                <a:ea typeface="+mn-ea"/>
                <a:cs typeface="+mn-cs"/>
              </a:rPr>
              <a:t>“what underlies it all is my passion for science”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cxnSp>
        <p:nvCxnSpPr>
          <p:cNvPr id="9" name="Straight Arrow Connector 8">
            <a:extLst>
              <a:ext uri="{FF2B5EF4-FFF2-40B4-BE49-F238E27FC236}">
                <a16:creationId xmlns:a16="http://schemas.microsoft.com/office/drawing/2014/main" id="{DD2C343A-3970-0C46-3AB6-C4A23C5FF0FA}"/>
              </a:ext>
            </a:extLst>
          </p:cNvPr>
          <p:cNvCxnSpPr/>
          <p:nvPr/>
        </p:nvCxnSpPr>
        <p:spPr>
          <a:xfrm>
            <a:off x="3595456" y="2831977"/>
            <a:ext cx="861134" cy="781235"/>
          </a:xfrm>
          <a:prstGeom prst="straightConnector1">
            <a:avLst/>
          </a:prstGeom>
          <a:ln w="76200">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BD5B587D-02F0-58B0-2828-EADBA553AD11}"/>
              </a:ext>
            </a:extLst>
          </p:cNvPr>
          <p:cNvCxnSpPr>
            <a:cxnSpLocks/>
          </p:cNvCxnSpPr>
          <p:nvPr/>
        </p:nvCxnSpPr>
        <p:spPr>
          <a:xfrm>
            <a:off x="3657600" y="4669654"/>
            <a:ext cx="887767" cy="0"/>
          </a:xfrm>
          <a:prstGeom prst="straightConnector1">
            <a:avLst/>
          </a:prstGeom>
          <a:ln w="76200">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7DA0534B-185E-8E7F-6022-27E37281585E}"/>
              </a:ext>
            </a:extLst>
          </p:cNvPr>
          <p:cNvCxnSpPr>
            <a:cxnSpLocks/>
          </p:cNvCxnSpPr>
          <p:nvPr/>
        </p:nvCxnSpPr>
        <p:spPr>
          <a:xfrm flipV="1">
            <a:off x="3710868" y="5417273"/>
            <a:ext cx="648068" cy="628420"/>
          </a:xfrm>
          <a:prstGeom prst="straightConnector1">
            <a:avLst/>
          </a:prstGeom>
          <a:ln w="38100">
            <a:headEnd type="none" w="med" len="med"/>
            <a:tailEnd type="arrow"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40086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F9E4A5-D144-0204-894A-C6D4707AED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4ED93C-62A5-12C1-9556-4AF6E4F43ED2}"/>
              </a:ext>
            </a:extLst>
          </p:cNvPr>
          <p:cNvSpPr>
            <a:spLocks noGrp="1"/>
          </p:cNvSpPr>
          <p:nvPr>
            <p:ph type="ctrTitle"/>
          </p:nvPr>
        </p:nvSpPr>
        <p:spPr>
          <a:xfrm>
            <a:off x="912660" y="1244654"/>
            <a:ext cx="5183340" cy="1944000"/>
          </a:xfrm>
        </p:spPr>
        <p:txBody>
          <a:bodyPr/>
          <a:lstStyle/>
          <a:p>
            <a:r>
              <a:rPr lang="en-US" dirty="0"/>
              <a:t>Deborah de Ridder</a:t>
            </a:r>
            <a:br>
              <a:rPr lang="en-US" dirty="0"/>
            </a:br>
            <a:r>
              <a:rPr lang="en-US" sz="2800" dirty="0"/>
              <a:t>University of Technology, Sydney</a:t>
            </a:r>
            <a:br>
              <a:rPr lang="en-US" dirty="0"/>
            </a:br>
            <a:br>
              <a:rPr lang="en-US" dirty="0"/>
            </a:br>
            <a:r>
              <a:rPr lang="en-US" sz="2800" dirty="0"/>
              <a:t>Expert teachers guiding a Year 12 “Depth Study” in NSW, Australia</a:t>
            </a:r>
            <a:br>
              <a:rPr lang="en-US" dirty="0"/>
            </a:br>
            <a:br>
              <a:rPr lang="en-US" dirty="0"/>
            </a:br>
            <a:br>
              <a:rPr lang="en-US" dirty="0"/>
            </a:br>
            <a:endParaRPr lang="en-US" dirty="0"/>
          </a:p>
        </p:txBody>
      </p:sp>
      <p:sp>
        <p:nvSpPr>
          <p:cNvPr id="3" name="Footer Placeholder 2">
            <a:extLst>
              <a:ext uri="{FF2B5EF4-FFF2-40B4-BE49-F238E27FC236}">
                <a16:creationId xmlns:a16="http://schemas.microsoft.com/office/drawing/2014/main" id="{3EDC19E1-51C3-62E3-13A5-46145D68341F}"/>
              </a:ext>
            </a:extLst>
          </p:cNvPr>
          <p:cNvSpPr>
            <a:spLocks noGrp="1"/>
          </p:cNvSpPr>
          <p:nvPr>
            <p:ph type="ftr" sz="quarter" idx="11"/>
          </p:nvPr>
        </p:nvSpPr>
        <p:spPr/>
        <p:txBody>
          <a:bodyPr/>
          <a:lstStyle/>
          <a:p>
            <a:pPr algn="r"/>
            <a:r>
              <a:rPr lang="en-AU"/>
              <a:t>Deakin University CRICOS Provider Code: 00113B</a:t>
            </a:r>
            <a:endParaRPr lang="en-GB" dirty="0"/>
          </a:p>
        </p:txBody>
      </p:sp>
    </p:spTree>
    <p:extLst>
      <p:ext uri="{BB962C8B-B14F-4D97-AF65-F5344CB8AC3E}">
        <p14:creationId xmlns:p14="http://schemas.microsoft.com/office/powerpoint/2010/main" val="23648435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E939B925-9BB9-9648-5979-888D0C27828B}"/>
              </a:ext>
              <a:ext uri="{C183D7F6-B498-43B3-948B-1728B52AA6E4}">
                <adec:decorative xmlns:adec="http://schemas.microsoft.com/office/drawing/2017/decorative" val="1"/>
              </a:ext>
            </a:extLst>
          </p:cNvPr>
          <p:cNvSpPr/>
          <p:nvPr/>
        </p:nvSpPr>
        <p:spPr>
          <a:xfrm>
            <a:off x="7694309" y="2132659"/>
            <a:ext cx="3968923" cy="3463048"/>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Oval 3">
            <a:extLst>
              <a:ext uri="{FF2B5EF4-FFF2-40B4-BE49-F238E27FC236}">
                <a16:creationId xmlns:a16="http://schemas.microsoft.com/office/drawing/2014/main" id="{FF629B5E-49D9-B146-B398-B1A36C9C2479}"/>
              </a:ext>
              <a:ext uri="{C183D7F6-B498-43B3-948B-1728B52AA6E4}">
                <adec:decorative xmlns:adec="http://schemas.microsoft.com/office/drawing/2017/decorative" val="1"/>
              </a:ext>
            </a:extLst>
          </p:cNvPr>
          <p:cNvSpPr/>
          <p:nvPr/>
        </p:nvSpPr>
        <p:spPr>
          <a:xfrm>
            <a:off x="517079" y="1867709"/>
            <a:ext cx="3968923" cy="346304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5810C7A2-721B-5749-9F55-3D451C949F1A}"/>
              </a:ext>
              <a:ext uri="{C183D7F6-B498-43B3-948B-1728B52AA6E4}">
                <adec:decorative xmlns:adec="http://schemas.microsoft.com/office/drawing/2017/decorative" val="1"/>
              </a:ext>
            </a:extLst>
          </p:cNvPr>
          <p:cNvSpPr/>
          <p:nvPr/>
        </p:nvSpPr>
        <p:spPr>
          <a:xfrm>
            <a:off x="7541909" y="1980259"/>
            <a:ext cx="3968923" cy="346304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FCF4F183-2ADD-724D-8FC6-478D40E5A26E}"/>
              </a:ext>
            </a:extLst>
          </p:cNvPr>
          <p:cNvSpPr txBox="1"/>
          <p:nvPr/>
        </p:nvSpPr>
        <p:spPr>
          <a:xfrm>
            <a:off x="1458132" y="2450016"/>
            <a:ext cx="1958215" cy="646331"/>
          </a:xfrm>
          <a:prstGeom prst="rect">
            <a:avLst/>
          </a:prstGeom>
          <a:noFill/>
        </p:spPr>
        <p:txBody>
          <a:bodyPr wrap="none" lIns="0" tIns="0" rIns="0" bIns="0" rtlCol="0" anchor="ctr">
            <a:noAutofit/>
          </a:bodyPr>
          <a:lstStyle/>
          <a:p>
            <a:pPr algn="ctr"/>
            <a:r>
              <a:rPr lang="en-US" sz="2400" b="1" dirty="0">
                <a:solidFill>
                  <a:schemeClr val="bg1"/>
                </a:solidFill>
              </a:rPr>
              <a:t>Regulation Practices</a:t>
            </a:r>
          </a:p>
        </p:txBody>
      </p:sp>
      <p:sp>
        <p:nvSpPr>
          <p:cNvPr id="8" name="TextBox 7">
            <a:extLst>
              <a:ext uri="{FF2B5EF4-FFF2-40B4-BE49-F238E27FC236}">
                <a16:creationId xmlns:a16="http://schemas.microsoft.com/office/drawing/2014/main" id="{11D5D9A5-F263-8740-8880-0968B99812FF}"/>
              </a:ext>
            </a:extLst>
          </p:cNvPr>
          <p:cNvSpPr txBox="1"/>
          <p:nvPr/>
        </p:nvSpPr>
        <p:spPr>
          <a:xfrm>
            <a:off x="705714" y="3274094"/>
            <a:ext cx="3463048" cy="1878916"/>
          </a:xfrm>
          <a:prstGeom prst="rect">
            <a:avLst/>
          </a:prstGeom>
          <a:noFill/>
        </p:spPr>
        <p:txBody>
          <a:bodyPr wrap="none" lIns="0" tIns="0" rIns="0" bIns="0" rtlCol="0" anchor="t">
            <a:noAutofit/>
          </a:bodyPr>
          <a:lstStyle/>
          <a:p>
            <a:pPr algn="ctr"/>
            <a:r>
              <a:rPr lang="en-AU" dirty="0">
                <a:solidFill>
                  <a:schemeClr val="bg1"/>
                </a:solidFill>
              </a:rPr>
              <a:t>Metacognitive regulation</a:t>
            </a:r>
          </a:p>
          <a:p>
            <a:pPr algn="ctr"/>
            <a:r>
              <a:rPr lang="en-AU" dirty="0">
                <a:solidFill>
                  <a:schemeClr val="bg1"/>
                </a:solidFill>
              </a:rPr>
              <a:t>Social regulation</a:t>
            </a:r>
          </a:p>
          <a:p>
            <a:pPr algn="ctr"/>
            <a:r>
              <a:rPr lang="en-AU" dirty="0">
                <a:solidFill>
                  <a:schemeClr val="bg1"/>
                </a:solidFill>
              </a:rPr>
              <a:t>Conceptual regulation</a:t>
            </a:r>
          </a:p>
        </p:txBody>
      </p:sp>
      <p:sp>
        <p:nvSpPr>
          <p:cNvPr id="10" name="TextBox 9">
            <a:extLst>
              <a:ext uri="{FF2B5EF4-FFF2-40B4-BE49-F238E27FC236}">
                <a16:creationId xmlns:a16="http://schemas.microsoft.com/office/drawing/2014/main" id="{B1E29F5B-A7BA-054F-958B-B73AC016857A}"/>
              </a:ext>
            </a:extLst>
          </p:cNvPr>
          <p:cNvSpPr txBox="1"/>
          <p:nvPr/>
        </p:nvSpPr>
        <p:spPr>
          <a:xfrm>
            <a:off x="8023238" y="3213945"/>
            <a:ext cx="3463048" cy="1878916"/>
          </a:xfrm>
          <a:prstGeom prst="rect">
            <a:avLst/>
          </a:prstGeom>
          <a:noFill/>
        </p:spPr>
        <p:txBody>
          <a:bodyPr wrap="none" lIns="0" tIns="0" rIns="0" bIns="0" rtlCol="0" anchor="t">
            <a:noAutofit/>
          </a:bodyPr>
          <a:lstStyle/>
          <a:p>
            <a:pPr algn="ctr"/>
            <a:endParaRPr lang="en-AU" dirty="0">
              <a:solidFill>
                <a:schemeClr val="bg1"/>
              </a:solidFill>
            </a:endParaRPr>
          </a:p>
        </p:txBody>
      </p:sp>
      <p:sp>
        <p:nvSpPr>
          <p:cNvPr id="11" name="TextBox 10">
            <a:extLst>
              <a:ext uri="{FF2B5EF4-FFF2-40B4-BE49-F238E27FC236}">
                <a16:creationId xmlns:a16="http://schemas.microsoft.com/office/drawing/2014/main" id="{554ECB98-9D54-9446-8896-767FAC392C73}"/>
              </a:ext>
            </a:extLst>
          </p:cNvPr>
          <p:cNvSpPr txBox="1"/>
          <p:nvPr/>
        </p:nvSpPr>
        <p:spPr>
          <a:xfrm>
            <a:off x="8533731" y="2610249"/>
            <a:ext cx="1958215" cy="646331"/>
          </a:xfrm>
          <a:prstGeom prst="rect">
            <a:avLst/>
          </a:prstGeom>
          <a:noFill/>
        </p:spPr>
        <p:txBody>
          <a:bodyPr wrap="none" lIns="0" tIns="0" rIns="0" bIns="0" rtlCol="0" anchor="ctr">
            <a:noAutofit/>
          </a:bodyPr>
          <a:lstStyle/>
          <a:p>
            <a:pPr algn="ctr"/>
            <a:r>
              <a:rPr lang="en-US" sz="2400" b="1" dirty="0"/>
              <a:t>Levels of Guidance</a:t>
            </a:r>
          </a:p>
          <a:p>
            <a:pPr algn="ctr"/>
            <a:endParaRPr lang="en-US" sz="2400" b="1" dirty="0"/>
          </a:p>
        </p:txBody>
      </p:sp>
      <p:sp>
        <p:nvSpPr>
          <p:cNvPr id="12" name="TextBox 11">
            <a:extLst>
              <a:ext uri="{FF2B5EF4-FFF2-40B4-BE49-F238E27FC236}">
                <a16:creationId xmlns:a16="http://schemas.microsoft.com/office/drawing/2014/main" id="{30E88B19-D0C2-0D41-A6CD-F9284AB5C463}"/>
              </a:ext>
            </a:extLst>
          </p:cNvPr>
          <p:cNvSpPr txBox="1"/>
          <p:nvPr/>
        </p:nvSpPr>
        <p:spPr>
          <a:xfrm>
            <a:off x="7172991" y="3349399"/>
            <a:ext cx="3463048" cy="1878916"/>
          </a:xfrm>
          <a:prstGeom prst="rect">
            <a:avLst/>
          </a:prstGeom>
          <a:noFill/>
        </p:spPr>
        <p:txBody>
          <a:bodyPr wrap="none" lIns="0" tIns="0" rIns="0" bIns="0" rtlCol="0" anchor="t">
            <a:noAutofit/>
          </a:bodyPr>
          <a:lstStyle/>
          <a:p>
            <a:pPr algn="ctr"/>
            <a:endParaRPr lang="en-AU" dirty="0">
              <a:solidFill>
                <a:schemeClr val="bg1"/>
              </a:solidFill>
            </a:endParaRPr>
          </a:p>
        </p:txBody>
      </p:sp>
      <p:sp>
        <p:nvSpPr>
          <p:cNvPr id="15" name="Title 1">
            <a:extLst>
              <a:ext uri="{FF2B5EF4-FFF2-40B4-BE49-F238E27FC236}">
                <a16:creationId xmlns:a16="http://schemas.microsoft.com/office/drawing/2014/main" id="{62C8E658-A69F-3146-8D2C-AA2DA579442A}"/>
              </a:ext>
            </a:extLst>
          </p:cNvPr>
          <p:cNvSpPr>
            <a:spLocks noGrp="1"/>
          </p:cNvSpPr>
          <p:nvPr>
            <p:ph type="title"/>
          </p:nvPr>
        </p:nvSpPr>
        <p:spPr>
          <a:xfrm>
            <a:off x="627854" y="589218"/>
            <a:ext cx="10326658" cy="467226"/>
          </a:xfrm>
        </p:spPr>
        <p:txBody>
          <a:bodyPr/>
          <a:lstStyle/>
          <a:p>
            <a:r>
              <a:rPr lang="en-US" dirty="0"/>
              <a:t>Teacher Guidance During </a:t>
            </a:r>
            <a:r>
              <a:rPr lang="en-US" dirty="0" err="1"/>
              <a:t>Conceptualisation</a:t>
            </a:r>
            <a:endParaRPr lang="en-US" dirty="0"/>
          </a:p>
        </p:txBody>
      </p:sp>
      <p:sp>
        <p:nvSpPr>
          <p:cNvPr id="16" name="Text Placeholder 3">
            <a:extLst>
              <a:ext uri="{FF2B5EF4-FFF2-40B4-BE49-F238E27FC236}">
                <a16:creationId xmlns:a16="http://schemas.microsoft.com/office/drawing/2014/main" id="{1E9D0232-8872-0740-9D29-55744B4B28B9}"/>
              </a:ext>
            </a:extLst>
          </p:cNvPr>
          <p:cNvSpPr>
            <a:spLocks noGrp="1"/>
          </p:cNvSpPr>
          <p:nvPr>
            <p:ph type="body" idx="1"/>
          </p:nvPr>
        </p:nvSpPr>
        <p:spPr>
          <a:xfrm>
            <a:off x="636266" y="1137921"/>
            <a:ext cx="10327569" cy="589218"/>
          </a:xfrm>
        </p:spPr>
        <p:txBody>
          <a:bodyPr/>
          <a:lstStyle/>
          <a:p>
            <a:pPr>
              <a:spcAft>
                <a:spcPts val="600"/>
              </a:spcAft>
            </a:pPr>
            <a:r>
              <a:rPr lang="en-US" dirty="0"/>
              <a:t>Regulation Practices </a:t>
            </a:r>
            <a:r>
              <a:rPr lang="en-US" b="0" dirty="0"/>
              <a:t>(</a:t>
            </a:r>
            <a:r>
              <a:rPr lang="en-US" b="0" dirty="0" err="1"/>
              <a:t>Dobber</a:t>
            </a:r>
            <a:r>
              <a:rPr lang="en-US" b="0" dirty="0"/>
              <a:t> et al., 2017)</a:t>
            </a:r>
            <a:r>
              <a:rPr lang="en-US" dirty="0"/>
              <a:t> </a:t>
            </a:r>
          </a:p>
          <a:p>
            <a:pPr>
              <a:spcAft>
                <a:spcPts val="600"/>
              </a:spcAft>
            </a:pPr>
            <a:r>
              <a:rPr lang="en-US" dirty="0"/>
              <a:t>Levels of Guidance </a:t>
            </a:r>
            <a:r>
              <a:rPr lang="en-US" b="0" dirty="0"/>
              <a:t>(</a:t>
            </a:r>
            <a:r>
              <a:rPr lang="en-US" b="0" dirty="0" err="1"/>
              <a:t>Lazonder</a:t>
            </a:r>
            <a:r>
              <a:rPr lang="en-US" b="0" dirty="0"/>
              <a:t> and Harmsen, 2016)</a:t>
            </a:r>
          </a:p>
        </p:txBody>
      </p:sp>
      <p:sp>
        <p:nvSpPr>
          <p:cNvPr id="2" name="Arrow: Left-Right 1">
            <a:extLst>
              <a:ext uri="{FF2B5EF4-FFF2-40B4-BE49-F238E27FC236}">
                <a16:creationId xmlns:a16="http://schemas.microsoft.com/office/drawing/2014/main" id="{B2D8E3B3-F48D-38E8-68AF-B68F5D087B60}"/>
              </a:ext>
            </a:extLst>
          </p:cNvPr>
          <p:cNvSpPr/>
          <p:nvPr/>
        </p:nvSpPr>
        <p:spPr>
          <a:xfrm>
            <a:off x="5019010" y="3096347"/>
            <a:ext cx="1933851" cy="793393"/>
          </a:xfrm>
          <a:prstGeom prst="leftRightArrow">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 name="TextBox 2">
            <a:extLst>
              <a:ext uri="{FF2B5EF4-FFF2-40B4-BE49-F238E27FC236}">
                <a16:creationId xmlns:a16="http://schemas.microsoft.com/office/drawing/2014/main" id="{5A60CFE7-09F2-3CD6-3003-A4E45E0DD918}"/>
              </a:ext>
            </a:extLst>
          </p:cNvPr>
          <p:cNvSpPr txBox="1"/>
          <p:nvPr/>
        </p:nvSpPr>
        <p:spPr>
          <a:xfrm>
            <a:off x="7884261" y="3068869"/>
            <a:ext cx="3284220" cy="1754326"/>
          </a:xfrm>
          <a:prstGeom prst="rect">
            <a:avLst/>
          </a:prstGeom>
          <a:noFill/>
        </p:spPr>
        <p:txBody>
          <a:bodyPr wrap="square" rtlCol="0">
            <a:spAutoFit/>
          </a:bodyPr>
          <a:lstStyle/>
          <a:p>
            <a:pPr algn="ctr"/>
            <a:r>
              <a:rPr lang="en-AU" dirty="0"/>
              <a:t>Explanations</a:t>
            </a:r>
          </a:p>
          <a:p>
            <a:pPr algn="ctr"/>
            <a:r>
              <a:rPr lang="en-AU" dirty="0"/>
              <a:t>Scaffolds</a:t>
            </a:r>
          </a:p>
          <a:p>
            <a:pPr algn="ctr"/>
            <a:r>
              <a:rPr lang="en-AU" dirty="0"/>
              <a:t>Heuristics</a:t>
            </a:r>
          </a:p>
          <a:p>
            <a:pPr algn="ctr"/>
            <a:r>
              <a:rPr lang="en-AU" dirty="0"/>
              <a:t>Prompts</a:t>
            </a:r>
          </a:p>
          <a:p>
            <a:pPr algn="ctr"/>
            <a:r>
              <a:rPr lang="en-AU" dirty="0"/>
              <a:t>Status overviews</a:t>
            </a:r>
          </a:p>
          <a:p>
            <a:pPr algn="ctr"/>
            <a:r>
              <a:rPr lang="en-AU" dirty="0"/>
              <a:t>Process constraints</a:t>
            </a:r>
          </a:p>
        </p:txBody>
      </p:sp>
    </p:spTree>
    <p:extLst>
      <p:ext uri="{BB962C8B-B14F-4D97-AF65-F5344CB8AC3E}">
        <p14:creationId xmlns:p14="http://schemas.microsoft.com/office/powerpoint/2010/main" val="5240819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6A17570-6F0F-A675-1EFA-F316B452F3EC}"/>
              </a:ext>
            </a:extLst>
          </p:cNvPr>
          <p:cNvSpPr>
            <a:spLocks noGrp="1"/>
          </p:cNvSpPr>
          <p:nvPr>
            <p:ph type="title"/>
          </p:nvPr>
        </p:nvSpPr>
        <p:spPr/>
        <p:txBody>
          <a:bodyPr/>
          <a:lstStyle/>
          <a:p>
            <a:r>
              <a:rPr lang="en-AU" dirty="0"/>
              <a:t>Metacognitive Regulation</a:t>
            </a:r>
          </a:p>
        </p:txBody>
      </p:sp>
      <p:sp>
        <p:nvSpPr>
          <p:cNvPr id="8" name="Text Placeholder 7">
            <a:extLst>
              <a:ext uri="{FF2B5EF4-FFF2-40B4-BE49-F238E27FC236}">
                <a16:creationId xmlns:a16="http://schemas.microsoft.com/office/drawing/2014/main" id="{4F3C82B9-5CEF-7362-80F0-965DC0656428}"/>
              </a:ext>
            </a:extLst>
          </p:cNvPr>
          <p:cNvSpPr>
            <a:spLocks noGrp="1"/>
          </p:cNvSpPr>
          <p:nvPr>
            <p:ph type="body" idx="1"/>
          </p:nvPr>
        </p:nvSpPr>
        <p:spPr/>
        <p:txBody>
          <a:bodyPr/>
          <a:lstStyle/>
          <a:p>
            <a:r>
              <a:rPr lang="en-AU" dirty="0"/>
              <a:t>Interrupting student work: </a:t>
            </a:r>
            <a:r>
              <a:rPr lang="en-AU" b="0" dirty="0"/>
              <a:t>How are you going? (Megan)</a:t>
            </a:r>
            <a:endParaRPr lang="en-AU" sz="1800" b="0" i="1" dirty="0"/>
          </a:p>
          <a:p>
            <a:r>
              <a:rPr lang="en-AU" dirty="0"/>
              <a:t> </a:t>
            </a:r>
          </a:p>
        </p:txBody>
      </p:sp>
      <p:sp>
        <p:nvSpPr>
          <p:cNvPr id="15" name="Cloud 14">
            <a:extLst>
              <a:ext uri="{FF2B5EF4-FFF2-40B4-BE49-F238E27FC236}">
                <a16:creationId xmlns:a16="http://schemas.microsoft.com/office/drawing/2014/main" id="{F228ECF0-A35F-2997-9B05-0D6F8B2FDB51}"/>
              </a:ext>
            </a:extLst>
          </p:cNvPr>
          <p:cNvSpPr/>
          <p:nvPr/>
        </p:nvSpPr>
        <p:spPr>
          <a:xfrm>
            <a:off x="963828" y="1727139"/>
            <a:ext cx="3478006" cy="2041672"/>
          </a:xfrm>
          <a:prstGeom prst="cloud">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 name="Cloud 15">
            <a:extLst>
              <a:ext uri="{FF2B5EF4-FFF2-40B4-BE49-F238E27FC236}">
                <a16:creationId xmlns:a16="http://schemas.microsoft.com/office/drawing/2014/main" id="{B0F03F9B-2BF0-84B5-9BE1-8F44D0142FCF}"/>
              </a:ext>
            </a:extLst>
          </p:cNvPr>
          <p:cNvSpPr/>
          <p:nvPr/>
        </p:nvSpPr>
        <p:spPr>
          <a:xfrm>
            <a:off x="7216346" y="4090086"/>
            <a:ext cx="3896498" cy="1803586"/>
          </a:xfrm>
          <a:prstGeom prst="cloud">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8" name="Cloud 17">
            <a:extLst>
              <a:ext uri="{FF2B5EF4-FFF2-40B4-BE49-F238E27FC236}">
                <a16:creationId xmlns:a16="http://schemas.microsoft.com/office/drawing/2014/main" id="{44D260AC-09AE-B83B-6586-C15DFE016960}"/>
              </a:ext>
            </a:extLst>
          </p:cNvPr>
          <p:cNvSpPr/>
          <p:nvPr/>
        </p:nvSpPr>
        <p:spPr>
          <a:xfrm>
            <a:off x="4441834" y="2607184"/>
            <a:ext cx="3719384" cy="2224308"/>
          </a:xfrm>
          <a:prstGeom prst="cloud">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TextBox 18">
            <a:extLst>
              <a:ext uri="{FF2B5EF4-FFF2-40B4-BE49-F238E27FC236}">
                <a16:creationId xmlns:a16="http://schemas.microsoft.com/office/drawing/2014/main" id="{CF96A47C-9BEE-F0D3-37FA-2779C3A7FD72}"/>
              </a:ext>
            </a:extLst>
          </p:cNvPr>
          <p:cNvSpPr txBox="1"/>
          <p:nvPr/>
        </p:nvSpPr>
        <p:spPr>
          <a:xfrm>
            <a:off x="1445741" y="2174789"/>
            <a:ext cx="2619632" cy="1106457"/>
          </a:xfrm>
          <a:prstGeom prst="rect">
            <a:avLst/>
          </a:prstGeom>
          <a:noFill/>
        </p:spPr>
        <p:txBody>
          <a:bodyPr wrap="square" rtlCol="0">
            <a:spAutoFit/>
          </a:bodyPr>
          <a:lstStyle/>
          <a:p>
            <a:pPr>
              <a:lnSpc>
                <a:spcPct val="110000"/>
              </a:lnSpc>
              <a:spcBef>
                <a:spcPts val="1200"/>
              </a:spcBef>
              <a:spcAft>
                <a:spcPts val="600"/>
              </a:spcAft>
            </a:pPr>
            <a:r>
              <a:rPr lang="en-AU" sz="1900" b="1" dirty="0"/>
              <a:t>Heuristic</a:t>
            </a:r>
          </a:p>
          <a:p>
            <a:r>
              <a:rPr lang="en-AU" sz="2000" dirty="0"/>
              <a:t>“Why don’t you try…?” (Megan)</a:t>
            </a:r>
          </a:p>
        </p:txBody>
      </p:sp>
      <p:sp>
        <p:nvSpPr>
          <p:cNvPr id="21" name="TextBox 20">
            <a:extLst>
              <a:ext uri="{FF2B5EF4-FFF2-40B4-BE49-F238E27FC236}">
                <a16:creationId xmlns:a16="http://schemas.microsoft.com/office/drawing/2014/main" id="{2D8E9503-0FC3-FA9B-6571-D71E6942101D}"/>
              </a:ext>
            </a:extLst>
          </p:cNvPr>
          <p:cNvSpPr txBox="1"/>
          <p:nvPr/>
        </p:nvSpPr>
        <p:spPr>
          <a:xfrm>
            <a:off x="4917989" y="3027405"/>
            <a:ext cx="2755557" cy="1691232"/>
          </a:xfrm>
          <a:prstGeom prst="rect">
            <a:avLst/>
          </a:prstGeom>
          <a:noFill/>
        </p:spPr>
        <p:txBody>
          <a:bodyPr wrap="square" rtlCol="0">
            <a:spAutoFit/>
          </a:bodyPr>
          <a:lstStyle/>
          <a:p>
            <a:pPr>
              <a:lnSpc>
                <a:spcPct val="110000"/>
              </a:lnSpc>
              <a:spcBef>
                <a:spcPts val="1200"/>
              </a:spcBef>
              <a:spcAft>
                <a:spcPts val="600"/>
              </a:spcAft>
            </a:pPr>
            <a:r>
              <a:rPr lang="en-AU" sz="1900" b="1" dirty="0"/>
              <a:t>Prompt</a:t>
            </a:r>
          </a:p>
          <a:p>
            <a:r>
              <a:rPr lang="en-AU" sz="2000" dirty="0"/>
              <a:t>“That might work, keep developing that question…” (Erin)</a:t>
            </a:r>
          </a:p>
          <a:p>
            <a:endParaRPr lang="en-AU" dirty="0"/>
          </a:p>
        </p:txBody>
      </p:sp>
      <p:sp>
        <p:nvSpPr>
          <p:cNvPr id="26" name="TextBox 25">
            <a:extLst>
              <a:ext uri="{FF2B5EF4-FFF2-40B4-BE49-F238E27FC236}">
                <a16:creationId xmlns:a16="http://schemas.microsoft.com/office/drawing/2014/main" id="{D6E81DDF-2C02-5978-BAE7-3E59C1CF6BC5}"/>
              </a:ext>
            </a:extLst>
          </p:cNvPr>
          <p:cNvSpPr txBox="1"/>
          <p:nvPr/>
        </p:nvSpPr>
        <p:spPr>
          <a:xfrm>
            <a:off x="7673546" y="4510216"/>
            <a:ext cx="2891481" cy="1383456"/>
          </a:xfrm>
          <a:prstGeom prst="rect">
            <a:avLst/>
          </a:prstGeom>
          <a:noFill/>
        </p:spPr>
        <p:txBody>
          <a:bodyPr wrap="square" rtlCol="0">
            <a:spAutoFit/>
          </a:bodyPr>
          <a:lstStyle/>
          <a:p>
            <a:pPr>
              <a:lnSpc>
                <a:spcPct val="110000"/>
              </a:lnSpc>
              <a:spcBef>
                <a:spcPts val="1200"/>
              </a:spcBef>
              <a:spcAft>
                <a:spcPts val="600"/>
              </a:spcAft>
            </a:pPr>
            <a:r>
              <a:rPr lang="en-AU" sz="1900" b="1" dirty="0"/>
              <a:t>Status overview</a:t>
            </a:r>
          </a:p>
          <a:p>
            <a:r>
              <a:rPr lang="en-AU" sz="2000" dirty="0"/>
              <a:t>A checkpoint of student work (Megan)</a:t>
            </a:r>
          </a:p>
          <a:p>
            <a:endParaRPr lang="en-AU" dirty="0"/>
          </a:p>
        </p:txBody>
      </p:sp>
    </p:spTree>
    <p:extLst>
      <p:ext uri="{BB962C8B-B14F-4D97-AF65-F5344CB8AC3E}">
        <p14:creationId xmlns:p14="http://schemas.microsoft.com/office/powerpoint/2010/main" val="1183308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6DF69-C258-45F8-A4FC-5C8D9C1BFC44}"/>
              </a:ext>
            </a:extLst>
          </p:cNvPr>
          <p:cNvSpPr>
            <a:spLocks noGrp="1"/>
          </p:cNvSpPr>
          <p:nvPr>
            <p:ph type="title"/>
          </p:nvPr>
        </p:nvSpPr>
        <p:spPr/>
        <p:txBody>
          <a:bodyPr/>
          <a:lstStyle/>
          <a:p>
            <a:r>
              <a:rPr lang="en-AU" dirty="0"/>
              <a:t>Conceptual Regulation</a:t>
            </a:r>
          </a:p>
        </p:txBody>
      </p:sp>
      <p:sp>
        <p:nvSpPr>
          <p:cNvPr id="3" name="Text Placeholder 2">
            <a:extLst>
              <a:ext uri="{FF2B5EF4-FFF2-40B4-BE49-F238E27FC236}">
                <a16:creationId xmlns:a16="http://schemas.microsoft.com/office/drawing/2014/main" id="{EC45C2EC-2F6F-47D6-B18F-D59657C0F0CF}"/>
              </a:ext>
            </a:extLst>
          </p:cNvPr>
          <p:cNvSpPr>
            <a:spLocks noGrp="1"/>
          </p:cNvSpPr>
          <p:nvPr>
            <p:ph type="body" idx="12"/>
          </p:nvPr>
        </p:nvSpPr>
        <p:spPr/>
        <p:txBody>
          <a:bodyPr/>
          <a:lstStyle/>
          <a:p>
            <a:pPr lvl="1"/>
            <a:endParaRPr lang="en-AU" dirty="0">
              <a:solidFill>
                <a:schemeClr val="tx1"/>
              </a:solidFill>
            </a:endParaRPr>
          </a:p>
          <a:p>
            <a:endParaRPr lang="en-AU" dirty="0"/>
          </a:p>
        </p:txBody>
      </p:sp>
      <p:sp>
        <p:nvSpPr>
          <p:cNvPr id="10" name="Text Placeholder 9">
            <a:extLst>
              <a:ext uri="{FF2B5EF4-FFF2-40B4-BE49-F238E27FC236}">
                <a16:creationId xmlns:a16="http://schemas.microsoft.com/office/drawing/2014/main" id="{569D0F4E-14F2-3BE4-A539-FCA3AE11CCA4}"/>
              </a:ext>
            </a:extLst>
          </p:cNvPr>
          <p:cNvSpPr>
            <a:spLocks noGrp="1"/>
          </p:cNvSpPr>
          <p:nvPr>
            <p:ph type="body" idx="1"/>
          </p:nvPr>
        </p:nvSpPr>
        <p:spPr/>
        <p:txBody>
          <a:bodyPr/>
          <a:lstStyle/>
          <a:p>
            <a:r>
              <a:rPr lang="en-AU" dirty="0"/>
              <a:t>Procedural Guidance</a:t>
            </a:r>
          </a:p>
          <a:p>
            <a:endParaRPr lang="en-AU" dirty="0"/>
          </a:p>
        </p:txBody>
      </p:sp>
      <p:pic>
        <p:nvPicPr>
          <p:cNvPr id="14" name="Content Placeholder 13" descr="A paper with writing on it&#10;&#10;AI-generated content may be incorrect.">
            <a:extLst>
              <a:ext uri="{FF2B5EF4-FFF2-40B4-BE49-F238E27FC236}">
                <a16:creationId xmlns:a16="http://schemas.microsoft.com/office/drawing/2014/main" id="{10F43E99-D835-2568-E816-A4DCC119B3B7}"/>
              </a:ext>
            </a:extLst>
          </p:cNvPr>
          <p:cNvPicPr>
            <a:picLocks noGrp="1" noChangeAspect="1"/>
          </p:cNvPicPr>
          <p:nvPr>
            <p:ph idx="13"/>
          </p:nvPr>
        </p:nvPicPr>
        <p:blipFill>
          <a:blip r:embed="rId3"/>
          <a:stretch>
            <a:fillRect/>
          </a:stretch>
        </p:blipFill>
        <p:spPr>
          <a:xfrm rot="5400000">
            <a:off x="4851841" y="2466070"/>
            <a:ext cx="3514725" cy="2636043"/>
          </a:xfrm>
        </p:spPr>
      </p:pic>
      <p:pic>
        <p:nvPicPr>
          <p:cNvPr id="15" name="Picture Placeholder 12" descr="A white board with writing on it&#10;&#10;AI-generated content may be incorrect.">
            <a:extLst>
              <a:ext uri="{FF2B5EF4-FFF2-40B4-BE49-F238E27FC236}">
                <a16:creationId xmlns:a16="http://schemas.microsoft.com/office/drawing/2014/main" id="{59AFA9C9-4311-0C9E-7325-8B6A54437608}"/>
              </a:ext>
            </a:extLst>
          </p:cNvPr>
          <p:cNvPicPr>
            <a:picLocks noChangeAspect="1"/>
          </p:cNvPicPr>
          <p:nvPr/>
        </p:nvPicPr>
        <p:blipFill>
          <a:blip r:embed="rId4"/>
          <a:srcRect l="14190" r="10578" b="14385"/>
          <a:stretch/>
        </p:blipFill>
        <p:spPr>
          <a:xfrm>
            <a:off x="636266" y="1541586"/>
            <a:ext cx="4117975" cy="3514725"/>
          </a:xfrm>
          <a:prstGeom prst="rect">
            <a:avLst/>
          </a:prstGeom>
        </p:spPr>
      </p:pic>
      <p:sp>
        <p:nvSpPr>
          <p:cNvPr id="16" name="TextBox 15">
            <a:extLst>
              <a:ext uri="{FF2B5EF4-FFF2-40B4-BE49-F238E27FC236}">
                <a16:creationId xmlns:a16="http://schemas.microsoft.com/office/drawing/2014/main" id="{1EE5794F-5E73-612A-2715-9BB91095EFAD}"/>
              </a:ext>
            </a:extLst>
          </p:cNvPr>
          <p:cNvSpPr txBox="1"/>
          <p:nvPr/>
        </p:nvSpPr>
        <p:spPr>
          <a:xfrm>
            <a:off x="933246" y="5111364"/>
            <a:ext cx="3515604" cy="276999"/>
          </a:xfrm>
          <a:prstGeom prst="rect">
            <a:avLst/>
          </a:prstGeom>
          <a:noFill/>
          <a:ln>
            <a:solidFill>
              <a:schemeClr val="tx1"/>
            </a:solidFill>
          </a:ln>
        </p:spPr>
        <p:txBody>
          <a:bodyPr wrap="square" rtlCol="0">
            <a:spAutoFit/>
          </a:bodyPr>
          <a:lstStyle/>
          <a:p>
            <a:pPr algn="ctr"/>
            <a:r>
              <a:rPr lang="en-AU" sz="1200" dirty="0"/>
              <a:t>Explanation, Cockatoo High School</a:t>
            </a:r>
          </a:p>
        </p:txBody>
      </p:sp>
      <p:sp>
        <p:nvSpPr>
          <p:cNvPr id="17" name="TextBox 16">
            <a:extLst>
              <a:ext uri="{FF2B5EF4-FFF2-40B4-BE49-F238E27FC236}">
                <a16:creationId xmlns:a16="http://schemas.microsoft.com/office/drawing/2014/main" id="{A4207934-A73F-FC0B-F1CF-234A0F54D730}"/>
              </a:ext>
            </a:extLst>
          </p:cNvPr>
          <p:cNvSpPr txBox="1"/>
          <p:nvPr/>
        </p:nvSpPr>
        <p:spPr>
          <a:xfrm>
            <a:off x="5319508" y="5609317"/>
            <a:ext cx="2636043" cy="276999"/>
          </a:xfrm>
          <a:prstGeom prst="rect">
            <a:avLst/>
          </a:prstGeom>
          <a:noFill/>
          <a:ln>
            <a:solidFill>
              <a:schemeClr val="tx1"/>
            </a:solidFill>
          </a:ln>
        </p:spPr>
        <p:txBody>
          <a:bodyPr wrap="square" rtlCol="0">
            <a:spAutoFit/>
          </a:bodyPr>
          <a:lstStyle/>
          <a:p>
            <a:pPr algn="ctr"/>
            <a:r>
              <a:rPr lang="en-AU" sz="1200" dirty="0"/>
              <a:t>Scaffold, Currawong High School</a:t>
            </a:r>
          </a:p>
        </p:txBody>
      </p:sp>
      <p:sp>
        <p:nvSpPr>
          <p:cNvPr id="18" name="TextBox 17">
            <a:extLst>
              <a:ext uri="{FF2B5EF4-FFF2-40B4-BE49-F238E27FC236}">
                <a16:creationId xmlns:a16="http://schemas.microsoft.com/office/drawing/2014/main" id="{D6DA9E99-1880-B3B2-A88B-1E7A00BDF2B3}"/>
              </a:ext>
            </a:extLst>
          </p:cNvPr>
          <p:cNvSpPr txBox="1"/>
          <p:nvPr/>
        </p:nvSpPr>
        <p:spPr>
          <a:xfrm>
            <a:off x="8269845" y="5125955"/>
            <a:ext cx="2636043" cy="830997"/>
          </a:xfrm>
          <a:prstGeom prst="rect">
            <a:avLst/>
          </a:prstGeom>
          <a:noFill/>
          <a:ln>
            <a:solidFill>
              <a:schemeClr val="tx1"/>
            </a:solidFill>
          </a:ln>
        </p:spPr>
        <p:txBody>
          <a:bodyPr wrap="square" rtlCol="0">
            <a:spAutoFit/>
          </a:bodyPr>
          <a:lstStyle/>
          <a:p>
            <a:r>
              <a:rPr lang="en-AU" dirty="0"/>
              <a:t>“What are you going to measure?” (Erin)</a:t>
            </a:r>
          </a:p>
          <a:p>
            <a:r>
              <a:rPr lang="en-AU" sz="1200" dirty="0"/>
              <a:t>Prompt, Currawong High School</a:t>
            </a:r>
          </a:p>
        </p:txBody>
      </p:sp>
    </p:spTree>
    <p:extLst>
      <p:ext uri="{BB962C8B-B14F-4D97-AF65-F5344CB8AC3E}">
        <p14:creationId xmlns:p14="http://schemas.microsoft.com/office/powerpoint/2010/main" val="14700553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63BEF-4FB1-C659-3ACB-CB4CB59BE2FF}"/>
              </a:ext>
            </a:extLst>
          </p:cNvPr>
          <p:cNvSpPr>
            <a:spLocks noGrp="1"/>
          </p:cNvSpPr>
          <p:nvPr>
            <p:ph type="title"/>
          </p:nvPr>
        </p:nvSpPr>
        <p:spPr/>
        <p:txBody>
          <a:bodyPr/>
          <a:lstStyle/>
          <a:p>
            <a:r>
              <a:rPr lang="en-AU" dirty="0"/>
              <a:t>Social Regulation</a:t>
            </a:r>
          </a:p>
        </p:txBody>
      </p:sp>
      <p:sp>
        <p:nvSpPr>
          <p:cNvPr id="4" name="Text Placeholder 3">
            <a:extLst>
              <a:ext uri="{FF2B5EF4-FFF2-40B4-BE49-F238E27FC236}">
                <a16:creationId xmlns:a16="http://schemas.microsoft.com/office/drawing/2014/main" id="{A0E2F288-6756-A692-D7E4-AFF3C8117578}"/>
              </a:ext>
            </a:extLst>
          </p:cNvPr>
          <p:cNvSpPr>
            <a:spLocks noGrp="1"/>
          </p:cNvSpPr>
          <p:nvPr>
            <p:ph type="body" idx="1"/>
          </p:nvPr>
        </p:nvSpPr>
        <p:spPr/>
        <p:txBody>
          <a:bodyPr/>
          <a:lstStyle/>
          <a:p>
            <a:r>
              <a:rPr lang="en-AU" dirty="0"/>
              <a:t>Regulation of the Social Aspects of Learning</a:t>
            </a:r>
          </a:p>
        </p:txBody>
      </p:sp>
      <p:sp>
        <p:nvSpPr>
          <p:cNvPr id="5" name="Cloud 4">
            <a:extLst>
              <a:ext uri="{FF2B5EF4-FFF2-40B4-BE49-F238E27FC236}">
                <a16:creationId xmlns:a16="http://schemas.microsoft.com/office/drawing/2014/main" id="{96453141-D785-285F-23C5-2AAEA8C42337}"/>
              </a:ext>
            </a:extLst>
          </p:cNvPr>
          <p:cNvSpPr/>
          <p:nvPr/>
        </p:nvSpPr>
        <p:spPr>
          <a:xfrm>
            <a:off x="420129" y="1915272"/>
            <a:ext cx="3804896" cy="2557873"/>
          </a:xfrm>
          <a:prstGeom prst="cloud">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Cloud 5">
            <a:extLst>
              <a:ext uri="{FF2B5EF4-FFF2-40B4-BE49-F238E27FC236}">
                <a16:creationId xmlns:a16="http://schemas.microsoft.com/office/drawing/2014/main" id="{2986126C-653F-7962-602A-48ADB7432E60}"/>
              </a:ext>
            </a:extLst>
          </p:cNvPr>
          <p:cNvSpPr/>
          <p:nvPr/>
        </p:nvSpPr>
        <p:spPr>
          <a:xfrm>
            <a:off x="4089690" y="2871998"/>
            <a:ext cx="3804896" cy="2291079"/>
          </a:xfrm>
          <a:prstGeom prst="cloud">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Cloud 6">
            <a:extLst>
              <a:ext uri="{FF2B5EF4-FFF2-40B4-BE49-F238E27FC236}">
                <a16:creationId xmlns:a16="http://schemas.microsoft.com/office/drawing/2014/main" id="{16A94011-74BF-DFAC-6715-5F062EA8259E}"/>
              </a:ext>
            </a:extLst>
          </p:cNvPr>
          <p:cNvSpPr/>
          <p:nvPr/>
        </p:nvSpPr>
        <p:spPr>
          <a:xfrm>
            <a:off x="7759250" y="3429000"/>
            <a:ext cx="3804896" cy="2557873"/>
          </a:xfrm>
          <a:prstGeom prst="cloud">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 name="TextBox 10">
            <a:extLst>
              <a:ext uri="{FF2B5EF4-FFF2-40B4-BE49-F238E27FC236}">
                <a16:creationId xmlns:a16="http://schemas.microsoft.com/office/drawing/2014/main" id="{0A206FD4-90FD-985B-0211-23EE2983F379}"/>
              </a:ext>
            </a:extLst>
          </p:cNvPr>
          <p:cNvSpPr txBox="1"/>
          <p:nvPr/>
        </p:nvSpPr>
        <p:spPr>
          <a:xfrm>
            <a:off x="1074544" y="2323404"/>
            <a:ext cx="2261287" cy="1477328"/>
          </a:xfrm>
          <a:prstGeom prst="rect">
            <a:avLst/>
          </a:prstGeom>
          <a:noFill/>
        </p:spPr>
        <p:txBody>
          <a:bodyPr wrap="square" rtlCol="0">
            <a:spAutoFit/>
          </a:bodyPr>
          <a:lstStyle/>
          <a:p>
            <a:pPr algn="ctr"/>
            <a:r>
              <a:rPr lang="en-AU" b="1" dirty="0"/>
              <a:t>Explanation</a:t>
            </a:r>
          </a:p>
          <a:p>
            <a:pPr algn="ctr"/>
            <a:r>
              <a:rPr lang="en-AU" sz="1800" dirty="0">
                <a:effectLst/>
                <a:latin typeface="Calibri" panose="020F0502020204030204" pitchFamily="34" charset="0"/>
                <a:ea typeface="Calibri" panose="020F0502020204030204" pitchFamily="34" charset="0"/>
              </a:rPr>
              <a:t>communicated expectations about laboratory safety for group work</a:t>
            </a:r>
            <a:endParaRPr lang="en-AU" dirty="0"/>
          </a:p>
        </p:txBody>
      </p:sp>
      <p:sp>
        <p:nvSpPr>
          <p:cNvPr id="12" name="TextBox 11">
            <a:extLst>
              <a:ext uri="{FF2B5EF4-FFF2-40B4-BE49-F238E27FC236}">
                <a16:creationId xmlns:a16="http://schemas.microsoft.com/office/drawing/2014/main" id="{A80E7EB7-422E-44F1-FFF5-BAB154AD2172}"/>
              </a:ext>
            </a:extLst>
          </p:cNvPr>
          <p:cNvSpPr txBox="1"/>
          <p:nvPr/>
        </p:nvSpPr>
        <p:spPr>
          <a:xfrm>
            <a:off x="4707924" y="3429000"/>
            <a:ext cx="2335031" cy="1200329"/>
          </a:xfrm>
          <a:prstGeom prst="rect">
            <a:avLst/>
          </a:prstGeom>
          <a:noFill/>
        </p:spPr>
        <p:txBody>
          <a:bodyPr wrap="square" rtlCol="0">
            <a:spAutoFit/>
          </a:bodyPr>
          <a:lstStyle/>
          <a:p>
            <a:pPr algn="ctr"/>
            <a:r>
              <a:rPr lang="en-AU" b="1" dirty="0"/>
              <a:t>Heuristic</a:t>
            </a:r>
            <a:r>
              <a:rPr lang="en-AU" dirty="0"/>
              <a:t> </a:t>
            </a:r>
            <a:r>
              <a:rPr lang="en-AU" dirty="0">
                <a:latin typeface="Calibri" panose="020F0502020204030204" pitchFamily="34" charset="0"/>
                <a:ea typeface="Calibri" panose="020F0502020204030204" pitchFamily="34" charset="0"/>
              </a:rPr>
              <a:t>Verbal hints relating to group member roles</a:t>
            </a:r>
          </a:p>
          <a:p>
            <a:endParaRPr lang="en-AU" dirty="0"/>
          </a:p>
        </p:txBody>
      </p:sp>
      <p:sp>
        <p:nvSpPr>
          <p:cNvPr id="13" name="TextBox 12">
            <a:extLst>
              <a:ext uri="{FF2B5EF4-FFF2-40B4-BE49-F238E27FC236}">
                <a16:creationId xmlns:a16="http://schemas.microsoft.com/office/drawing/2014/main" id="{E3BC6F75-8476-5C97-FEE6-4332F251EF88}"/>
              </a:ext>
            </a:extLst>
          </p:cNvPr>
          <p:cNvSpPr txBox="1"/>
          <p:nvPr/>
        </p:nvSpPr>
        <p:spPr>
          <a:xfrm>
            <a:off x="8328454" y="4028303"/>
            <a:ext cx="2384061" cy="1200329"/>
          </a:xfrm>
          <a:prstGeom prst="rect">
            <a:avLst/>
          </a:prstGeom>
          <a:noFill/>
        </p:spPr>
        <p:txBody>
          <a:bodyPr wrap="square" rtlCol="0">
            <a:spAutoFit/>
          </a:bodyPr>
          <a:lstStyle/>
          <a:p>
            <a:pPr algn="ctr"/>
            <a:r>
              <a:rPr lang="en-AU" b="1" dirty="0"/>
              <a:t>Prompt</a:t>
            </a:r>
            <a:r>
              <a:rPr lang="en-AU" dirty="0"/>
              <a:t> </a:t>
            </a:r>
            <a:r>
              <a:rPr lang="en-AU" sz="1800" dirty="0">
                <a:effectLst/>
                <a:latin typeface="Calibri" panose="020F0502020204030204" pitchFamily="34" charset="0"/>
                <a:ea typeface="Calibri" panose="020F0502020204030204" pitchFamily="34" charset="0"/>
              </a:rPr>
              <a:t>Robin smiled and nodded at a student group that had organised group roles</a:t>
            </a:r>
          </a:p>
        </p:txBody>
      </p:sp>
    </p:spTree>
    <p:extLst>
      <p:ext uri="{BB962C8B-B14F-4D97-AF65-F5344CB8AC3E}">
        <p14:creationId xmlns:p14="http://schemas.microsoft.com/office/powerpoint/2010/main" val="11274208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FFA188-9C25-CF61-A362-2C9217F06749}"/>
              </a:ext>
            </a:extLst>
          </p:cNvPr>
          <p:cNvSpPr>
            <a:spLocks noGrp="1"/>
          </p:cNvSpPr>
          <p:nvPr>
            <p:ph type="title"/>
          </p:nvPr>
        </p:nvSpPr>
        <p:spPr>
          <a:xfrm>
            <a:off x="627854" y="589218"/>
            <a:ext cx="10326658" cy="467226"/>
          </a:xfrm>
        </p:spPr>
        <p:txBody>
          <a:bodyPr anchor="b">
            <a:normAutofit/>
          </a:bodyPr>
          <a:lstStyle/>
          <a:p>
            <a:r>
              <a:rPr lang="en-AU" dirty="0"/>
              <a:t>Rising to the Challenge</a:t>
            </a:r>
          </a:p>
        </p:txBody>
      </p:sp>
      <p:sp>
        <p:nvSpPr>
          <p:cNvPr id="11" name="Text Placeholder 3">
            <a:extLst>
              <a:ext uri="{FF2B5EF4-FFF2-40B4-BE49-F238E27FC236}">
                <a16:creationId xmlns:a16="http://schemas.microsoft.com/office/drawing/2014/main" id="{4F23B377-6C43-7EBC-998F-27E501B38B14}"/>
              </a:ext>
            </a:extLst>
          </p:cNvPr>
          <p:cNvSpPr>
            <a:spLocks noGrp="1"/>
          </p:cNvSpPr>
          <p:nvPr>
            <p:ph type="body" idx="1"/>
          </p:nvPr>
        </p:nvSpPr>
        <p:spPr>
          <a:xfrm>
            <a:off x="636266" y="1137921"/>
            <a:ext cx="10326658" cy="589218"/>
          </a:xfrm>
        </p:spPr>
        <p:txBody>
          <a:bodyPr/>
          <a:lstStyle/>
          <a:p>
            <a:r>
              <a:rPr lang="en-US" dirty="0"/>
              <a:t>Expert Teachers Approaches to Pedagogical Challenges</a:t>
            </a:r>
          </a:p>
        </p:txBody>
      </p:sp>
      <p:graphicFrame>
        <p:nvGraphicFramePr>
          <p:cNvPr id="5" name="Text Placeholder 2">
            <a:extLst>
              <a:ext uri="{FF2B5EF4-FFF2-40B4-BE49-F238E27FC236}">
                <a16:creationId xmlns:a16="http://schemas.microsoft.com/office/drawing/2014/main" id="{CF00682B-CEC2-8E67-6783-8E0ABF4D8077}"/>
              </a:ext>
            </a:extLst>
          </p:cNvPr>
          <p:cNvGraphicFramePr/>
          <p:nvPr/>
        </p:nvGraphicFramePr>
        <p:xfrm>
          <a:off x="1435858" y="2742522"/>
          <a:ext cx="10756142" cy="31236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346388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1BA6DF-BC3E-8F70-417F-B2BCF07AA8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238C81-77D4-53FF-0FAC-DF7AF128DAD5}"/>
              </a:ext>
            </a:extLst>
          </p:cNvPr>
          <p:cNvSpPr>
            <a:spLocks noGrp="1"/>
          </p:cNvSpPr>
          <p:nvPr>
            <p:ph type="ctrTitle"/>
          </p:nvPr>
        </p:nvSpPr>
        <p:spPr/>
        <p:txBody>
          <a:bodyPr/>
          <a:lstStyle/>
          <a:p>
            <a:r>
              <a:rPr lang="en-US" dirty="0"/>
              <a:t>How does a science degree develop these skills?</a:t>
            </a:r>
            <a:br>
              <a:rPr lang="en-US" dirty="0"/>
            </a:br>
            <a:br>
              <a:rPr lang="en-US" dirty="0"/>
            </a:br>
            <a:r>
              <a:rPr lang="en-US" dirty="0"/>
              <a:t>The case of Deakin</a:t>
            </a:r>
          </a:p>
        </p:txBody>
      </p:sp>
      <p:sp>
        <p:nvSpPr>
          <p:cNvPr id="3" name="Footer Placeholder 2">
            <a:extLst>
              <a:ext uri="{FF2B5EF4-FFF2-40B4-BE49-F238E27FC236}">
                <a16:creationId xmlns:a16="http://schemas.microsoft.com/office/drawing/2014/main" id="{65F56E13-5785-42CD-EBF2-733C60798770}"/>
              </a:ext>
            </a:extLst>
          </p:cNvPr>
          <p:cNvSpPr>
            <a:spLocks noGrp="1"/>
          </p:cNvSpPr>
          <p:nvPr>
            <p:ph type="ftr" sz="quarter" idx="11"/>
          </p:nvPr>
        </p:nvSpPr>
        <p:spPr/>
        <p:txBody>
          <a:bodyPr/>
          <a:lstStyle/>
          <a:p>
            <a:pPr algn="r"/>
            <a:r>
              <a:rPr lang="en-AU"/>
              <a:t>Deakin University CRICOS Provider Code: 00113B</a:t>
            </a:r>
            <a:endParaRPr lang="en-GB" dirty="0"/>
          </a:p>
        </p:txBody>
      </p:sp>
    </p:spTree>
    <p:extLst>
      <p:ext uri="{BB962C8B-B14F-4D97-AF65-F5344CB8AC3E}">
        <p14:creationId xmlns:p14="http://schemas.microsoft.com/office/powerpoint/2010/main" val="36753415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048C5-56C8-2888-6CE8-E1C02DF0970E}"/>
              </a:ext>
            </a:extLst>
          </p:cNvPr>
          <p:cNvSpPr>
            <a:spLocks noGrp="1"/>
          </p:cNvSpPr>
          <p:nvPr>
            <p:ph type="title"/>
          </p:nvPr>
        </p:nvSpPr>
        <p:spPr>
          <a:xfrm>
            <a:off x="801765" y="349790"/>
            <a:ext cx="8217544" cy="936000"/>
          </a:xfrm>
        </p:spPr>
        <p:txBody>
          <a:bodyPr/>
          <a:lstStyle/>
          <a:p>
            <a:r>
              <a:rPr lang="en-US" dirty="0"/>
              <a:t>Evolution toward authenticity in learning, focused on skill development  </a:t>
            </a:r>
          </a:p>
        </p:txBody>
      </p:sp>
      <p:sp>
        <p:nvSpPr>
          <p:cNvPr id="3" name="Content Placeholder 2">
            <a:extLst>
              <a:ext uri="{FF2B5EF4-FFF2-40B4-BE49-F238E27FC236}">
                <a16:creationId xmlns:a16="http://schemas.microsoft.com/office/drawing/2014/main" id="{526BCE12-9BE6-F350-C149-AC9E05232F72}"/>
              </a:ext>
            </a:extLst>
          </p:cNvPr>
          <p:cNvSpPr>
            <a:spLocks noGrp="1"/>
          </p:cNvSpPr>
          <p:nvPr>
            <p:ph sz="quarter" idx="12"/>
          </p:nvPr>
        </p:nvSpPr>
        <p:spPr>
          <a:xfrm>
            <a:off x="818456" y="1928456"/>
            <a:ext cx="9887644" cy="3974666"/>
          </a:xfrm>
        </p:spPr>
        <p:txBody>
          <a:bodyPr/>
          <a:lstStyle/>
          <a:p>
            <a:pPr marL="342900" lvl="0" indent="-342900">
              <a:buFont typeface="Arial" panose="020B0604020202020204" pitchFamily="34" charset="0"/>
              <a:buChar char="•"/>
            </a:pPr>
            <a:r>
              <a:rPr lang="en-US" dirty="0"/>
              <a:t>Significant shift over past two decades to increase work-integrated learning and authentic assessment in science degrees </a:t>
            </a:r>
            <a:endParaRPr lang="en-AU" dirty="0"/>
          </a:p>
          <a:p>
            <a:pPr marL="342900" lvl="0" indent="-342900">
              <a:buFont typeface="Arial" panose="020B0604020202020204" pitchFamily="34" charset="0"/>
              <a:buChar char="•"/>
            </a:pPr>
            <a:r>
              <a:rPr lang="en-US" dirty="0"/>
              <a:t>Push from 2014-2015 toward more hands-on, on-site experiences and tasks students perform outside the university </a:t>
            </a:r>
            <a:endParaRPr lang="en-AU" dirty="0"/>
          </a:p>
          <a:p>
            <a:pPr marL="342900" lvl="0" indent="-342900">
              <a:buFont typeface="Arial" panose="020B0604020202020204" pitchFamily="34" charset="0"/>
              <a:buChar char="•"/>
            </a:pPr>
            <a:r>
              <a:rPr lang="en-US" dirty="0"/>
              <a:t>Accreditation of environmental science courses by peak body, validating industry-relevant skill development </a:t>
            </a:r>
            <a:endParaRPr lang="en-AU" dirty="0"/>
          </a:p>
          <a:p>
            <a:endParaRPr lang="en-US" dirty="0"/>
          </a:p>
        </p:txBody>
      </p:sp>
      <p:sp>
        <p:nvSpPr>
          <p:cNvPr id="4" name="Slide Number Placeholder 3">
            <a:extLst>
              <a:ext uri="{FF2B5EF4-FFF2-40B4-BE49-F238E27FC236}">
                <a16:creationId xmlns:a16="http://schemas.microsoft.com/office/drawing/2014/main" id="{214E73F8-4B80-41D9-CDCD-B9601325FCCD}"/>
              </a:ext>
            </a:extLst>
          </p:cNvPr>
          <p:cNvSpPr>
            <a:spLocks noGrp="1"/>
          </p:cNvSpPr>
          <p:nvPr>
            <p:ph type="sldNum" sz="quarter" idx="15"/>
          </p:nvPr>
        </p:nvSpPr>
        <p:spPr/>
        <p:txBody>
          <a:bodyPr/>
          <a:lstStyle/>
          <a:p>
            <a:fld id="{F5AEA0E0-5CC6-4BD0-905C-A0021E419432}" type="slidenum">
              <a:rPr lang="en-GB" smtClean="0"/>
              <a:pPr/>
              <a:t>15</a:t>
            </a:fld>
            <a:endParaRPr lang="en-GB" dirty="0"/>
          </a:p>
        </p:txBody>
      </p:sp>
      <p:sp>
        <p:nvSpPr>
          <p:cNvPr id="5" name="Footer Placeholder 4">
            <a:extLst>
              <a:ext uri="{FF2B5EF4-FFF2-40B4-BE49-F238E27FC236}">
                <a16:creationId xmlns:a16="http://schemas.microsoft.com/office/drawing/2014/main" id="{94F3782A-B17C-D955-A16F-BD4AEFB650F8}"/>
              </a:ext>
            </a:extLst>
          </p:cNvPr>
          <p:cNvSpPr>
            <a:spLocks noGrp="1"/>
          </p:cNvSpPr>
          <p:nvPr>
            <p:ph type="ftr" sz="quarter" idx="14"/>
          </p:nvPr>
        </p:nvSpPr>
        <p:spPr/>
        <p:txBody>
          <a:bodyPr/>
          <a:lstStyle/>
          <a:p>
            <a:r>
              <a:rPr lang="en-AU"/>
              <a:t>Deakin University CRICOS Provider Code: 00113B</a:t>
            </a:r>
            <a:endParaRPr lang="en-GB" dirty="0"/>
          </a:p>
        </p:txBody>
      </p:sp>
    </p:spTree>
    <p:extLst>
      <p:ext uri="{BB962C8B-B14F-4D97-AF65-F5344CB8AC3E}">
        <p14:creationId xmlns:p14="http://schemas.microsoft.com/office/powerpoint/2010/main" val="35672527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5F9DBDB-8F5D-E0A2-F9F2-E7C5374E5E7E}"/>
              </a:ext>
            </a:extLst>
          </p:cNvPr>
          <p:cNvSpPr>
            <a:spLocks noGrp="1"/>
          </p:cNvSpPr>
          <p:nvPr>
            <p:ph type="title"/>
          </p:nvPr>
        </p:nvSpPr>
        <p:spPr>
          <a:xfrm>
            <a:off x="801764" y="349790"/>
            <a:ext cx="10268017" cy="936000"/>
          </a:xfrm>
        </p:spPr>
        <p:txBody>
          <a:bodyPr/>
          <a:lstStyle/>
          <a:p>
            <a:r>
              <a:rPr lang="en-US" dirty="0"/>
              <a:t>Deakin’s program to develop STEM skills within undergraduate degrees</a:t>
            </a:r>
          </a:p>
        </p:txBody>
      </p:sp>
      <p:sp>
        <p:nvSpPr>
          <p:cNvPr id="5" name="Content Placeholder 4">
            <a:extLst>
              <a:ext uri="{FF2B5EF4-FFF2-40B4-BE49-F238E27FC236}">
                <a16:creationId xmlns:a16="http://schemas.microsoft.com/office/drawing/2014/main" id="{D46B87A2-7092-00D3-D0C5-170605E03321}"/>
              </a:ext>
            </a:extLst>
          </p:cNvPr>
          <p:cNvSpPr>
            <a:spLocks noGrp="1"/>
          </p:cNvSpPr>
          <p:nvPr>
            <p:ph sz="quarter" idx="12"/>
          </p:nvPr>
        </p:nvSpPr>
        <p:spPr/>
        <p:txBody>
          <a:bodyPr/>
          <a:lstStyle/>
          <a:p>
            <a:r>
              <a:rPr lang="en-US" dirty="0"/>
              <a:t>There was a renewed focus on </a:t>
            </a:r>
          </a:p>
          <a:p>
            <a:pPr marL="342900" indent="-342900">
              <a:buFont typeface="Arial" panose="020B0604020202020204" pitchFamily="34" charset="0"/>
              <a:buChar char="•"/>
            </a:pPr>
            <a:r>
              <a:rPr lang="en-US" dirty="0"/>
              <a:t>career and employability outcomes. </a:t>
            </a:r>
          </a:p>
          <a:p>
            <a:pPr marL="342900" indent="-342900">
              <a:buFont typeface="Arial" panose="020B0604020202020204" pitchFamily="34" charset="0"/>
              <a:buChar char="•"/>
            </a:pPr>
            <a:r>
              <a:rPr lang="en-US" dirty="0"/>
              <a:t>work-Integrated Learning and employable skills. </a:t>
            </a:r>
          </a:p>
          <a:p>
            <a:pPr marL="342900" indent="-342900">
              <a:buFont typeface="Arial" panose="020B0604020202020204" pitchFamily="34" charset="0"/>
              <a:buChar char="•"/>
            </a:pPr>
            <a:r>
              <a:rPr lang="en-US" dirty="0"/>
              <a:t>work-related and transferable skills and authentic experience and assessment. </a:t>
            </a:r>
          </a:p>
          <a:p>
            <a:endParaRPr lang="en-AU" dirty="0"/>
          </a:p>
          <a:p>
            <a:r>
              <a:rPr lang="en-AU" dirty="0"/>
              <a:t>Deakin embarked on a program to develop assessments that </a:t>
            </a:r>
          </a:p>
          <a:p>
            <a:r>
              <a:rPr lang="en-AU" dirty="0"/>
              <a:t>1) demonstrated skills that will be used in future workplaces, </a:t>
            </a:r>
          </a:p>
          <a:p>
            <a:r>
              <a:rPr lang="en-AU" dirty="0"/>
              <a:t>2) tested scientific concepts (not memorisation), </a:t>
            </a:r>
          </a:p>
          <a:p>
            <a:r>
              <a:rPr lang="en-AU" dirty="0"/>
              <a:t>3) involved using critical thinking or problem-solving skills, and</a:t>
            </a:r>
          </a:p>
          <a:p>
            <a:r>
              <a:rPr lang="en-AU" dirty="0"/>
              <a:t>4) included student choice or input into the assessment. </a:t>
            </a:r>
          </a:p>
          <a:p>
            <a:endParaRPr lang="en-US" dirty="0"/>
          </a:p>
        </p:txBody>
      </p:sp>
      <p:sp>
        <p:nvSpPr>
          <p:cNvPr id="3" name="Footer Placeholder 2">
            <a:extLst>
              <a:ext uri="{FF2B5EF4-FFF2-40B4-BE49-F238E27FC236}">
                <a16:creationId xmlns:a16="http://schemas.microsoft.com/office/drawing/2014/main" id="{B9193608-30F0-72A9-2ED0-C82E9A8C34E5}"/>
              </a:ext>
            </a:extLst>
          </p:cNvPr>
          <p:cNvSpPr>
            <a:spLocks noGrp="1"/>
          </p:cNvSpPr>
          <p:nvPr>
            <p:ph type="ftr" sz="quarter" idx="14"/>
          </p:nvPr>
        </p:nvSpPr>
        <p:spPr/>
        <p:txBody>
          <a:bodyPr/>
          <a:lstStyle/>
          <a:p>
            <a:pPr algn="r"/>
            <a:r>
              <a:rPr lang="en-AU"/>
              <a:t>Deakin University CRICOS Provider Code: 00113B</a:t>
            </a:r>
            <a:endParaRPr lang="en-GB" dirty="0"/>
          </a:p>
        </p:txBody>
      </p:sp>
    </p:spTree>
    <p:extLst>
      <p:ext uri="{BB962C8B-B14F-4D97-AF65-F5344CB8AC3E}">
        <p14:creationId xmlns:p14="http://schemas.microsoft.com/office/powerpoint/2010/main" val="29908550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5419B-709A-6FAA-DF63-C5ABECA79863}"/>
              </a:ext>
            </a:extLst>
          </p:cNvPr>
          <p:cNvSpPr>
            <a:spLocks noGrp="1"/>
          </p:cNvSpPr>
          <p:nvPr>
            <p:ph type="title"/>
          </p:nvPr>
        </p:nvSpPr>
        <p:spPr/>
        <p:txBody>
          <a:bodyPr/>
          <a:lstStyle/>
          <a:p>
            <a:r>
              <a:rPr lang="en-US" dirty="0"/>
              <a:t>Pattern of units within the faculty</a:t>
            </a:r>
          </a:p>
        </p:txBody>
      </p:sp>
      <p:sp>
        <p:nvSpPr>
          <p:cNvPr id="3" name="Content Placeholder 2">
            <a:extLst>
              <a:ext uri="{FF2B5EF4-FFF2-40B4-BE49-F238E27FC236}">
                <a16:creationId xmlns:a16="http://schemas.microsoft.com/office/drawing/2014/main" id="{CCE8F8F7-B49D-A5BA-E728-44AE4B7DDF82}"/>
              </a:ext>
            </a:extLst>
          </p:cNvPr>
          <p:cNvSpPr>
            <a:spLocks noGrp="1"/>
          </p:cNvSpPr>
          <p:nvPr>
            <p:ph sz="quarter" idx="12"/>
          </p:nvPr>
        </p:nvSpPr>
        <p:spPr>
          <a:xfrm>
            <a:off x="801765" y="1285790"/>
            <a:ext cx="9887644" cy="3974666"/>
          </a:xfrm>
        </p:spPr>
        <p:txBody>
          <a:bodyPr/>
          <a:lstStyle/>
          <a:p>
            <a:r>
              <a:rPr lang="en-US" b="1" dirty="0"/>
              <a:t>Professional practice</a:t>
            </a:r>
          </a:p>
          <a:p>
            <a:pPr marL="342900" indent="-342900">
              <a:buFont typeface="Arial" panose="020B0604020202020204" pitchFamily="34" charset="0"/>
              <a:buChar char="•"/>
            </a:pPr>
            <a:r>
              <a:rPr lang="en-US" dirty="0"/>
              <a:t>Core unit for six of seven science courses requiring students to self-source industry placements aligned with career goals </a:t>
            </a:r>
          </a:p>
          <a:p>
            <a:pPr marL="342900" indent="-342900">
              <a:buFont typeface="Arial" panose="020B0604020202020204" pitchFamily="34" charset="0"/>
              <a:buChar char="•"/>
            </a:pPr>
            <a:r>
              <a:rPr lang="en-US" dirty="0"/>
              <a:t>Students must complete 80+ hours in research institutes, pathology labs, or organizations like CSIRO or Parks Victoria</a:t>
            </a:r>
          </a:p>
          <a:p>
            <a:r>
              <a:rPr lang="en-US" b="1" dirty="0"/>
              <a:t>Community Science project</a:t>
            </a:r>
          </a:p>
          <a:p>
            <a:pPr marL="342900" indent="-342900">
              <a:buFont typeface="Arial" panose="020B0604020202020204" pitchFamily="34" charset="0"/>
              <a:buChar char="•"/>
            </a:pPr>
            <a:r>
              <a:rPr lang="en-US" dirty="0"/>
              <a:t>Students work in multidisciplinary groups on client projects, delivering products like websites, marketing materials, teaching resources, or program evaluations </a:t>
            </a:r>
          </a:p>
          <a:p>
            <a:pPr marL="342900" lvl="0" indent="-342900">
              <a:buFont typeface="Arial" panose="020B0604020202020204" pitchFamily="34" charset="0"/>
              <a:buChar char="•"/>
            </a:pPr>
            <a:r>
              <a:rPr lang="en-US" dirty="0"/>
              <a:t>Assessment includes team goal-setting, individual goals, client communication, and final presentations </a:t>
            </a:r>
            <a:endParaRPr lang="en-AU" dirty="0"/>
          </a:p>
          <a:p>
            <a:pPr marL="342900" lvl="0" indent="-342900">
              <a:buFont typeface="Arial" panose="020B0604020202020204" pitchFamily="34" charset="0"/>
              <a:buChar char="•"/>
            </a:pPr>
            <a:r>
              <a:rPr lang="en-US" dirty="0"/>
              <a:t>Strong emphasis on teamwork, coordination, and professional communication with external clients </a:t>
            </a:r>
            <a:endParaRPr lang="en-AU" dirty="0"/>
          </a:p>
          <a:p>
            <a:endParaRPr lang="en-AU" dirty="0"/>
          </a:p>
          <a:p>
            <a:endParaRPr lang="en-US" b="1" dirty="0"/>
          </a:p>
          <a:p>
            <a:pPr marL="342900" indent="-34290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B12E851B-6090-1F83-3BA6-02F1D1877F7F}"/>
              </a:ext>
            </a:extLst>
          </p:cNvPr>
          <p:cNvSpPr>
            <a:spLocks noGrp="1"/>
          </p:cNvSpPr>
          <p:nvPr>
            <p:ph type="sldNum" sz="quarter" idx="15"/>
          </p:nvPr>
        </p:nvSpPr>
        <p:spPr/>
        <p:txBody>
          <a:bodyPr/>
          <a:lstStyle/>
          <a:p>
            <a:fld id="{F5AEA0E0-5CC6-4BD0-905C-A0021E419432}" type="slidenum">
              <a:rPr lang="en-GB" smtClean="0"/>
              <a:pPr/>
              <a:t>17</a:t>
            </a:fld>
            <a:endParaRPr lang="en-GB" dirty="0"/>
          </a:p>
        </p:txBody>
      </p:sp>
      <p:sp>
        <p:nvSpPr>
          <p:cNvPr id="5" name="Footer Placeholder 4">
            <a:extLst>
              <a:ext uri="{FF2B5EF4-FFF2-40B4-BE49-F238E27FC236}">
                <a16:creationId xmlns:a16="http://schemas.microsoft.com/office/drawing/2014/main" id="{54832850-B727-4E80-F814-B5163DF6CCD3}"/>
              </a:ext>
            </a:extLst>
          </p:cNvPr>
          <p:cNvSpPr>
            <a:spLocks noGrp="1"/>
          </p:cNvSpPr>
          <p:nvPr>
            <p:ph type="ftr" sz="quarter" idx="14"/>
          </p:nvPr>
        </p:nvSpPr>
        <p:spPr/>
        <p:txBody>
          <a:bodyPr/>
          <a:lstStyle/>
          <a:p>
            <a:r>
              <a:rPr lang="en-AU"/>
              <a:t>Deakin University CRICOS Provider Code: 00113B</a:t>
            </a:r>
            <a:endParaRPr lang="en-GB" dirty="0"/>
          </a:p>
        </p:txBody>
      </p:sp>
    </p:spTree>
    <p:extLst>
      <p:ext uri="{BB962C8B-B14F-4D97-AF65-F5344CB8AC3E}">
        <p14:creationId xmlns:p14="http://schemas.microsoft.com/office/powerpoint/2010/main" val="38529049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ABF00-4375-0A00-D3B6-C6A8FCD490B7}"/>
              </a:ext>
            </a:extLst>
          </p:cNvPr>
          <p:cNvSpPr>
            <a:spLocks noGrp="1"/>
          </p:cNvSpPr>
          <p:nvPr>
            <p:ph type="title"/>
          </p:nvPr>
        </p:nvSpPr>
        <p:spPr/>
        <p:txBody>
          <a:bodyPr/>
          <a:lstStyle/>
          <a:p>
            <a:r>
              <a:rPr lang="en-US" dirty="0"/>
              <a:t>Pattern of units within the faculty</a:t>
            </a:r>
          </a:p>
        </p:txBody>
      </p:sp>
      <p:sp>
        <p:nvSpPr>
          <p:cNvPr id="3" name="Content Placeholder 2">
            <a:extLst>
              <a:ext uri="{FF2B5EF4-FFF2-40B4-BE49-F238E27FC236}">
                <a16:creationId xmlns:a16="http://schemas.microsoft.com/office/drawing/2014/main" id="{718396AC-4275-7BAF-6C40-8C79F2B4453A}"/>
              </a:ext>
            </a:extLst>
          </p:cNvPr>
          <p:cNvSpPr>
            <a:spLocks noGrp="1"/>
          </p:cNvSpPr>
          <p:nvPr>
            <p:ph sz="quarter" idx="12"/>
          </p:nvPr>
        </p:nvSpPr>
        <p:spPr>
          <a:xfrm>
            <a:off x="801765" y="1296597"/>
            <a:ext cx="9887644" cy="3974666"/>
          </a:xfrm>
        </p:spPr>
        <p:txBody>
          <a:bodyPr/>
          <a:lstStyle/>
          <a:p>
            <a:r>
              <a:rPr lang="en-US" b="1" dirty="0"/>
              <a:t>Research Methods and Data Analysis </a:t>
            </a:r>
          </a:p>
          <a:p>
            <a:pPr marL="342900" indent="-342900">
              <a:buFont typeface="Arial" panose="020B0604020202020204" pitchFamily="34" charset="0"/>
              <a:buChar char="•"/>
            </a:pPr>
            <a:r>
              <a:rPr lang="en-US" dirty="0"/>
              <a:t>Core unit for five of seven courses teaching statistical methods using contemporary software, coding </a:t>
            </a:r>
            <a:endParaRPr lang="en-AU" dirty="0"/>
          </a:p>
          <a:p>
            <a:pPr marL="342900" lvl="0" indent="-342900">
              <a:buFont typeface="Arial" panose="020B0604020202020204" pitchFamily="34" charset="0"/>
              <a:buChar char="•"/>
            </a:pPr>
            <a:r>
              <a:rPr lang="en-US" dirty="0"/>
              <a:t>Students </a:t>
            </a:r>
            <a:r>
              <a:rPr lang="en-US" dirty="0" err="1"/>
              <a:t>hypothesise</a:t>
            </a:r>
            <a:r>
              <a:rPr lang="en-US" dirty="0"/>
              <a:t>, analyze real or online datasets, form conclusions, and write up findings </a:t>
            </a:r>
            <a:endParaRPr lang="en-AU" dirty="0"/>
          </a:p>
          <a:p>
            <a:r>
              <a:rPr lang="en-US" b="1" dirty="0"/>
              <a:t>Applications of Biomedical Science </a:t>
            </a:r>
          </a:p>
          <a:p>
            <a:pPr marL="342900" indent="-342900">
              <a:buFont typeface="Arial" panose="020B0604020202020204" pitchFamily="34" charset="0"/>
              <a:buChar char="•"/>
            </a:pPr>
            <a:r>
              <a:rPr lang="en-US" dirty="0"/>
              <a:t>Students design and execute their own research projects in groups on assigned topics </a:t>
            </a:r>
          </a:p>
          <a:p>
            <a:r>
              <a:rPr lang="en-US" b="1" dirty="0"/>
              <a:t>Communicating Science</a:t>
            </a:r>
          </a:p>
          <a:p>
            <a:pPr marL="342900" lvl="0" indent="-342900">
              <a:buFont typeface="Arial" panose="020B0604020202020204" pitchFamily="34" charset="0"/>
              <a:buChar char="•"/>
            </a:pPr>
            <a:r>
              <a:rPr lang="en-US" dirty="0"/>
              <a:t>Focuses on science communication through blogs, critiques of articles, and potentially video production </a:t>
            </a:r>
            <a:endParaRPr lang="en-AU" dirty="0"/>
          </a:p>
          <a:p>
            <a:pPr marL="342900" lvl="0" indent="-342900">
              <a:buFont typeface="Arial" panose="020B0604020202020204" pitchFamily="34" charset="0"/>
              <a:buChar char="•"/>
            </a:pPr>
            <a:r>
              <a:rPr lang="en-US" dirty="0"/>
              <a:t>Includes both group and individual work components </a:t>
            </a:r>
            <a:endParaRPr lang="en-AU" dirty="0"/>
          </a:p>
          <a:p>
            <a:endParaRPr lang="en-US" dirty="0"/>
          </a:p>
          <a:p>
            <a:pPr marL="342900" indent="-34290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A6D4E61B-52DA-C924-3011-50B92007A59D}"/>
              </a:ext>
            </a:extLst>
          </p:cNvPr>
          <p:cNvSpPr>
            <a:spLocks noGrp="1"/>
          </p:cNvSpPr>
          <p:nvPr>
            <p:ph type="sldNum" sz="quarter" idx="15"/>
          </p:nvPr>
        </p:nvSpPr>
        <p:spPr/>
        <p:txBody>
          <a:bodyPr/>
          <a:lstStyle/>
          <a:p>
            <a:fld id="{F5AEA0E0-5CC6-4BD0-905C-A0021E419432}" type="slidenum">
              <a:rPr lang="en-GB" smtClean="0"/>
              <a:pPr/>
              <a:t>18</a:t>
            </a:fld>
            <a:endParaRPr lang="en-GB" dirty="0"/>
          </a:p>
        </p:txBody>
      </p:sp>
      <p:sp>
        <p:nvSpPr>
          <p:cNvPr id="5" name="Footer Placeholder 4">
            <a:extLst>
              <a:ext uri="{FF2B5EF4-FFF2-40B4-BE49-F238E27FC236}">
                <a16:creationId xmlns:a16="http://schemas.microsoft.com/office/drawing/2014/main" id="{E51A77A8-4E74-ADA0-D810-5AC61B85ED7C}"/>
              </a:ext>
            </a:extLst>
          </p:cNvPr>
          <p:cNvSpPr>
            <a:spLocks noGrp="1"/>
          </p:cNvSpPr>
          <p:nvPr>
            <p:ph type="ftr" sz="quarter" idx="14"/>
          </p:nvPr>
        </p:nvSpPr>
        <p:spPr/>
        <p:txBody>
          <a:bodyPr/>
          <a:lstStyle/>
          <a:p>
            <a:r>
              <a:rPr lang="en-AU"/>
              <a:t>Deakin University CRICOS Provider Code: 00113B</a:t>
            </a:r>
            <a:endParaRPr lang="en-GB" dirty="0"/>
          </a:p>
        </p:txBody>
      </p:sp>
    </p:spTree>
    <p:extLst>
      <p:ext uri="{BB962C8B-B14F-4D97-AF65-F5344CB8AC3E}">
        <p14:creationId xmlns:p14="http://schemas.microsoft.com/office/powerpoint/2010/main" val="20157589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A84B8-2A71-1CBB-2F66-B455C6B82DB4}"/>
              </a:ext>
            </a:extLst>
          </p:cNvPr>
          <p:cNvSpPr>
            <a:spLocks noGrp="1"/>
          </p:cNvSpPr>
          <p:nvPr>
            <p:ph type="title"/>
          </p:nvPr>
        </p:nvSpPr>
        <p:spPr/>
        <p:txBody>
          <a:bodyPr/>
          <a:lstStyle/>
          <a:p>
            <a:r>
              <a:rPr lang="en-US" dirty="0"/>
              <a:t>Deakin Talent Freelancing Hub</a:t>
            </a:r>
          </a:p>
        </p:txBody>
      </p:sp>
      <p:sp>
        <p:nvSpPr>
          <p:cNvPr id="3" name="Content Placeholder 2">
            <a:extLst>
              <a:ext uri="{FF2B5EF4-FFF2-40B4-BE49-F238E27FC236}">
                <a16:creationId xmlns:a16="http://schemas.microsoft.com/office/drawing/2014/main" id="{17DBCDEE-15C3-B883-E2A6-9D349AF4B2D5}"/>
              </a:ext>
            </a:extLst>
          </p:cNvPr>
          <p:cNvSpPr>
            <a:spLocks noGrp="1"/>
          </p:cNvSpPr>
          <p:nvPr>
            <p:ph sz="quarter" idx="12"/>
          </p:nvPr>
        </p:nvSpPr>
        <p:spPr/>
        <p:txBody>
          <a:bodyPr/>
          <a:lstStyle/>
          <a:p>
            <a:pPr marL="342900" lvl="0" indent="-342900">
              <a:buFont typeface="Arial" panose="020B0604020202020204" pitchFamily="34" charset="0"/>
              <a:buChar char="•"/>
            </a:pPr>
            <a:r>
              <a:rPr lang="en-US" dirty="0"/>
              <a:t>Multidisciplinary student teams are assembled for external client projects over trimester duration </a:t>
            </a:r>
            <a:endParaRPr lang="en-AU" dirty="0"/>
          </a:p>
          <a:p>
            <a:pPr marL="342900" lvl="0" indent="-342900">
              <a:buFont typeface="Arial" panose="020B0604020202020204" pitchFamily="34" charset="0"/>
              <a:buChar char="•"/>
            </a:pPr>
            <a:r>
              <a:rPr lang="en-US" dirty="0"/>
              <a:t>Deakin Talent recruits, screens, and interviews students based on project needs (IT, business, arts, science students) </a:t>
            </a:r>
            <a:endParaRPr lang="en-AU" dirty="0"/>
          </a:p>
          <a:p>
            <a:pPr marL="342900" lvl="0" indent="-342900">
              <a:buFont typeface="Arial" panose="020B0604020202020204" pitchFamily="34" charset="0"/>
              <a:buChar char="•"/>
            </a:pPr>
            <a:r>
              <a:rPr lang="en-US" dirty="0"/>
              <a:t>Professional project managers mentor teams through deliverables; clients attend final presentations </a:t>
            </a:r>
            <a:endParaRPr lang="en-AU" dirty="0"/>
          </a:p>
          <a:p>
            <a:pPr marL="342900" lvl="0" indent="-342900">
              <a:buFont typeface="Arial" panose="020B0604020202020204" pitchFamily="34" charset="0"/>
              <a:buChar char="•"/>
            </a:pPr>
            <a:r>
              <a:rPr lang="en-US" dirty="0"/>
              <a:t>Recently expanded to include Creative Hub for Faculty of Arts</a:t>
            </a:r>
            <a:endParaRPr lang="en-AU" dirty="0"/>
          </a:p>
          <a:p>
            <a:endParaRPr lang="en-US" dirty="0"/>
          </a:p>
        </p:txBody>
      </p:sp>
      <p:sp>
        <p:nvSpPr>
          <p:cNvPr id="4" name="Slide Number Placeholder 3">
            <a:extLst>
              <a:ext uri="{FF2B5EF4-FFF2-40B4-BE49-F238E27FC236}">
                <a16:creationId xmlns:a16="http://schemas.microsoft.com/office/drawing/2014/main" id="{B2863948-4F3E-B742-B6DE-647AF43AABB5}"/>
              </a:ext>
            </a:extLst>
          </p:cNvPr>
          <p:cNvSpPr>
            <a:spLocks noGrp="1"/>
          </p:cNvSpPr>
          <p:nvPr>
            <p:ph type="sldNum" sz="quarter" idx="15"/>
          </p:nvPr>
        </p:nvSpPr>
        <p:spPr/>
        <p:txBody>
          <a:bodyPr/>
          <a:lstStyle/>
          <a:p>
            <a:fld id="{F5AEA0E0-5CC6-4BD0-905C-A0021E419432}" type="slidenum">
              <a:rPr lang="en-GB" smtClean="0"/>
              <a:pPr/>
              <a:t>19</a:t>
            </a:fld>
            <a:endParaRPr lang="en-GB" dirty="0"/>
          </a:p>
        </p:txBody>
      </p:sp>
      <p:sp>
        <p:nvSpPr>
          <p:cNvPr id="5" name="Footer Placeholder 4">
            <a:extLst>
              <a:ext uri="{FF2B5EF4-FFF2-40B4-BE49-F238E27FC236}">
                <a16:creationId xmlns:a16="http://schemas.microsoft.com/office/drawing/2014/main" id="{2732785D-E712-6FC1-1439-84EFD392385D}"/>
              </a:ext>
            </a:extLst>
          </p:cNvPr>
          <p:cNvSpPr>
            <a:spLocks noGrp="1"/>
          </p:cNvSpPr>
          <p:nvPr>
            <p:ph type="ftr" sz="quarter" idx="14"/>
          </p:nvPr>
        </p:nvSpPr>
        <p:spPr/>
        <p:txBody>
          <a:bodyPr/>
          <a:lstStyle/>
          <a:p>
            <a:r>
              <a:rPr lang="en-AU"/>
              <a:t>Deakin University CRICOS Provider Code: 00113B</a:t>
            </a:r>
            <a:endParaRPr lang="en-GB" dirty="0"/>
          </a:p>
        </p:txBody>
      </p:sp>
    </p:spTree>
    <p:extLst>
      <p:ext uri="{BB962C8B-B14F-4D97-AF65-F5344CB8AC3E}">
        <p14:creationId xmlns:p14="http://schemas.microsoft.com/office/powerpoint/2010/main" val="19073302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0EC9AA-C8A3-52F5-0DBE-6A42FEAF4891}"/>
              </a:ext>
            </a:extLst>
          </p:cNvPr>
          <p:cNvSpPr>
            <a:spLocks noGrp="1"/>
          </p:cNvSpPr>
          <p:nvPr>
            <p:ph type="title"/>
          </p:nvPr>
        </p:nvSpPr>
        <p:spPr/>
        <p:txBody>
          <a:bodyPr/>
          <a:lstStyle/>
          <a:p>
            <a:r>
              <a:rPr lang="en-US" dirty="0"/>
              <a:t>Review of STEM skills</a:t>
            </a:r>
          </a:p>
        </p:txBody>
      </p:sp>
      <p:sp>
        <p:nvSpPr>
          <p:cNvPr id="4" name="Slide Number Placeholder 3">
            <a:extLst>
              <a:ext uri="{FF2B5EF4-FFF2-40B4-BE49-F238E27FC236}">
                <a16:creationId xmlns:a16="http://schemas.microsoft.com/office/drawing/2014/main" id="{EEE75967-EBBE-2526-55C8-78DA094C942F}"/>
              </a:ext>
            </a:extLst>
          </p:cNvPr>
          <p:cNvSpPr>
            <a:spLocks noGrp="1"/>
          </p:cNvSpPr>
          <p:nvPr>
            <p:ph type="sldNum" sz="quarter" idx="15"/>
          </p:nvPr>
        </p:nvSpPr>
        <p:spPr/>
        <p:txBody>
          <a:bodyPr/>
          <a:lstStyle/>
          <a:p>
            <a:fld id="{F5AEA0E0-5CC6-4BD0-905C-A0021E419432}" type="slidenum">
              <a:rPr lang="en-GB" smtClean="0"/>
              <a:pPr/>
              <a:t>20</a:t>
            </a:fld>
            <a:endParaRPr lang="en-GB" dirty="0"/>
          </a:p>
        </p:txBody>
      </p:sp>
      <p:sp>
        <p:nvSpPr>
          <p:cNvPr id="5" name="Footer Placeholder 4">
            <a:extLst>
              <a:ext uri="{FF2B5EF4-FFF2-40B4-BE49-F238E27FC236}">
                <a16:creationId xmlns:a16="http://schemas.microsoft.com/office/drawing/2014/main" id="{E285962F-2999-BBFA-49C8-A2D9A094E6E5}"/>
              </a:ext>
            </a:extLst>
          </p:cNvPr>
          <p:cNvSpPr>
            <a:spLocks noGrp="1"/>
          </p:cNvSpPr>
          <p:nvPr>
            <p:ph type="ftr" sz="quarter" idx="14"/>
          </p:nvPr>
        </p:nvSpPr>
        <p:spPr/>
        <p:txBody>
          <a:bodyPr/>
          <a:lstStyle/>
          <a:p>
            <a:r>
              <a:rPr lang="en-AU"/>
              <a:t>Deakin University CRICOS Provider Code: 00113B</a:t>
            </a:r>
            <a:endParaRPr lang="en-GB" dirty="0"/>
          </a:p>
        </p:txBody>
      </p:sp>
      <p:sp>
        <p:nvSpPr>
          <p:cNvPr id="6" name="Rectangle 1">
            <a:extLst>
              <a:ext uri="{FF2B5EF4-FFF2-40B4-BE49-F238E27FC236}">
                <a16:creationId xmlns:a16="http://schemas.microsoft.com/office/drawing/2014/main" id="{1CB845BB-6D1D-AB2E-739A-1EDDEC352110}"/>
              </a:ext>
            </a:extLst>
          </p:cNvPr>
          <p:cNvSpPr>
            <a:spLocks noGrp="1" noChangeArrowheads="1"/>
          </p:cNvSpPr>
          <p:nvPr>
            <p:ph sz="quarter" idx="12"/>
          </p:nvPr>
        </p:nvSpPr>
        <p:spPr bwMode="auto">
          <a:xfrm>
            <a:off x="801764" y="1970090"/>
            <a:ext cx="10226453" cy="3077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R="0" lvl="0" algn="l" defTabSz="914400" rtl="0" eaLnBrk="0" fontAlgn="base" latinLnBrk="0" hangingPunct="0">
              <a:lnSpc>
                <a:spcPct val="100000"/>
              </a:lnSpc>
              <a:spcBef>
                <a:spcPts val="1200"/>
              </a:spcBef>
              <a:spcAft>
                <a:spcPct val="0"/>
              </a:spcAft>
              <a:buClrTx/>
              <a:buSzTx/>
              <a:tabLst/>
            </a:pPr>
            <a:r>
              <a:rPr kumimoji="0" lang="en-US" altLang="en-US" sz="2400" b="1" i="0" u="none" strike="noStrike" cap="none" normalizeH="0" baseline="0" dirty="0">
                <a:ln>
                  <a:noFill/>
                </a:ln>
                <a:solidFill>
                  <a:srgbClr val="000000"/>
                </a:solidFill>
                <a:effectLst/>
                <a:latin typeface="+mn-lt"/>
              </a:rPr>
              <a:t>The main skills: </a:t>
            </a:r>
          </a:p>
          <a:p>
            <a:pPr marL="285750" marR="0" lvl="0" indent="-285750" algn="l" defTabSz="914400" rtl="0" eaLnBrk="0" fontAlgn="base" latinLnBrk="0" hangingPunct="0">
              <a:lnSpc>
                <a:spcPct val="100000"/>
              </a:lnSpc>
              <a:spcBef>
                <a:spcPts val="120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rgbClr val="000000"/>
                </a:solidFill>
                <a:effectLst/>
                <a:latin typeface="+mn-lt"/>
              </a:rPr>
              <a:t>Self-directed learning and lifelong learning; </a:t>
            </a:r>
            <a:endParaRPr kumimoji="0" lang="en-US" altLang="en-US" sz="2400" b="0" i="0" u="none" strike="noStrike" cap="none" normalizeH="0" baseline="0" dirty="0">
              <a:ln>
                <a:noFill/>
              </a:ln>
              <a:solidFill>
                <a:schemeClr val="tx1"/>
              </a:solidFill>
              <a:effectLst/>
              <a:latin typeface="+mn-lt"/>
            </a:endParaRPr>
          </a:p>
          <a:p>
            <a:pPr marL="285750" marR="0" lvl="0" indent="-285750" algn="l" defTabSz="914400" rtl="0" eaLnBrk="0" fontAlgn="base" latinLnBrk="0" hangingPunct="0">
              <a:lnSpc>
                <a:spcPct val="100000"/>
              </a:lnSpc>
              <a:spcBef>
                <a:spcPts val="120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rgbClr val="000000"/>
                </a:solidFill>
                <a:effectLst/>
                <a:latin typeface="+mn-lt"/>
              </a:rPr>
              <a:t>Teamwork, cooperation/collaboration and interpersonal communication;        </a:t>
            </a:r>
            <a:endParaRPr kumimoji="0" lang="en-US" altLang="en-US" sz="2400" b="0" i="0" u="none" strike="noStrike" cap="none" normalizeH="0" baseline="0" dirty="0">
              <a:ln>
                <a:noFill/>
              </a:ln>
              <a:solidFill>
                <a:schemeClr val="tx1"/>
              </a:solidFill>
              <a:effectLst/>
              <a:latin typeface="+mn-lt"/>
            </a:endParaRPr>
          </a:p>
          <a:p>
            <a:pPr marL="285750" marR="0" lvl="0" indent="-285750" algn="l" defTabSz="914400" rtl="0" eaLnBrk="0" fontAlgn="base" latinLnBrk="0" hangingPunct="0">
              <a:lnSpc>
                <a:spcPct val="100000"/>
              </a:lnSpc>
              <a:spcBef>
                <a:spcPts val="120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rgbClr val="000000"/>
                </a:solidFill>
                <a:effectLst/>
                <a:latin typeface="+mn-lt"/>
              </a:rPr>
              <a:t>Complex problem solving and critical thinking.</a:t>
            </a:r>
            <a:endParaRPr kumimoji="0" lang="en-US" altLang="en-US" sz="24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ts val="1200"/>
              </a:spcBef>
              <a:spcAft>
                <a:spcPct val="0"/>
              </a:spcAft>
              <a:buClrTx/>
              <a:buSzTx/>
              <a:buFontTx/>
              <a:buNone/>
              <a:tabLst/>
            </a:pPr>
            <a:r>
              <a:rPr kumimoji="0" lang="en-US" altLang="en-US" sz="2400" b="1" u="none" strike="noStrike" cap="none" normalizeH="0" baseline="0" dirty="0">
                <a:ln>
                  <a:noFill/>
                </a:ln>
                <a:solidFill>
                  <a:srgbClr val="000000"/>
                </a:solidFill>
                <a:effectLst/>
                <a:latin typeface="+mn-lt"/>
              </a:rPr>
              <a:t>Other core generic competencies: </a:t>
            </a:r>
            <a:endParaRPr kumimoji="0" lang="en-US" altLang="en-US" sz="2400" b="1" u="none" strike="noStrike" cap="none" normalizeH="0" baseline="0" dirty="0">
              <a:ln>
                <a:noFill/>
              </a:ln>
              <a:solidFill>
                <a:schemeClr val="tx1"/>
              </a:solidFill>
              <a:effectLst/>
              <a:latin typeface="+mn-lt"/>
            </a:endParaRPr>
          </a:p>
          <a:p>
            <a:pPr marL="285750" marR="0" lvl="0" indent="-285750" algn="l" defTabSz="914400" rtl="0" eaLnBrk="0" fontAlgn="base" latinLnBrk="0" hangingPunct="0">
              <a:lnSpc>
                <a:spcPct val="100000"/>
              </a:lnSpc>
              <a:spcBef>
                <a:spcPts val="120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rgbClr val="000000"/>
                </a:solidFill>
                <a:effectLst/>
                <a:latin typeface="+mn-lt"/>
              </a:rPr>
              <a:t>Innovation, creativity and entrepreneurship;</a:t>
            </a:r>
            <a:endParaRPr kumimoji="0" lang="en-US" altLang="en-US" sz="2400" b="0" i="0" u="none" strike="noStrike" cap="none" normalizeH="0" baseline="0" dirty="0">
              <a:ln>
                <a:noFill/>
              </a:ln>
              <a:solidFill>
                <a:schemeClr val="tx1"/>
              </a:solidFill>
              <a:effectLst/>
              <a:latin typeface="+mn-lt"/>
            </a:endParaRPr>
          </a:p>
        </p:txBody>
      </p:sp>
    </p:spTree>
    <p:extLst>
      <p:ext uri="{BB962C8B-B14F-4D97-AF65-F5344CB8AC3E}">
        <p14:creationId xmlns:p14="http://schemas.microsoft.com/office/powerpoint/2010/main" val="15448384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2001D-3FD9-C87D-80C7-997096509F5F}"/>
              </a:ext>
            </a:extLst>
          </p:cNvPr>
          <p:cNvSpPr>
            <a:spLocks noGrp="1"/>
          </p:cNvSpPr>
          <p:nvPr>
            <p:ph type="ctrTitle"/>
          </p:nvPr>
        </p:nvSpPr>
        <p:spPr>
          <a:xfrm>
            <a:off x="912659" y="1244654"/>
            <a:ext cx="5668249" cy="1944000"/>
          </a:xfrm>
        </p:spPr>
        <p:txBody>
          <a:bodyPr/>
          <a:lstStyle/>
          <a:p>
            <a:r>
              <a:rPr lang="en-US" dirty="0"/>
              <a:t>Teacher Education: Primary Science Education representing Deakin semiotic research</a:t>
            </a:r>
            <a:br>
              <a:rPr lang="en-US" dirty="0"/>
            </a:br>
            <a:br>
              <a:rPr lang="en-US" dirty="0"/>
            </a:br>
            <a:r>
              <a:rPr lang="en-AU" sz="1800" dirty="0"/>
              <a:t>Kirk, M., Tytler, R., &amp; White, P. (2023). Critical thinking in primary science through a guided inquiry pedagogy: A semiotic perspective. </a:t>
            </a:r>
            <a:r>
              <a:rPr lang="en-AU" sz="1800" i="1" dirty="0"/>
              <a:t>Teachers and Teaching</a:t>
            </a:r>
            <a:r>
              <a:rPr lang="en-AU" sz="1800" dirty="0"/>
              <a:t>, </a:t>
            </a:r>
            <a:r>
              <a:rPr lang="en-AU" sz="1800" i="1" dirty="0"/>
              <a:t>29</a:t>
            </a:r>
            <a:r>
              <a:rPr lang="en-AU" sz="1800" dirty="0"/>
              <a:t>(6), 615–637. https://</a:t>
            </a:r>
            <a:r>
              <a:rPr lang="en-AU" sz="1800" dirty="0" err="1"/>
              <a:t>doi.org</a:t>
            </a:r>
            <a:r>
              <a:rPr lang="en-AU" sz="1800" dirty="0"/>
              <a:t>/10.1080/13540602.2023.2191181   </a:t>
            </a:r>
            <a:r>
              <a:rPr lang="en-US" sz="1800" dirty="0"/>
              <a:t> </a:t>
            </a:r>
            <a:endParaRPr lang="en-US" dirty="0"/>
          </a:p>
        </p:txBody>
      </p:sp>
      <p:sp>
        <p:nvSpPr>
          <p:cNvPr id="3" name="Footer Placeholder 2">
            <a:extLst>
              <a:ext uri="{FF2B5EF4-FFF2-40B4-BE49-F238E27FC236}">
                <a16:creationId xmlns:a16="http://schemas.microsoft.com/office/drawing/2014/main" id="{ACD64005-9057-83BB-E53F-814AD31E86A0}"/>
              </a:ext>
            </a:extLst>
          </p:cNvPr>
          <p:cNvSpPr>
            <a:spLocks noGrp="1"/>
          </p:cNvSpPr>
          <p:nvPr>
            <p:ph type="ftr" sz="quarter" idx="11"/>
          </p:nvPr>
        </p:nvSpPr>
        <p:spPr/>
        <p:txBody>
          <a:bodyPr/>
          <a:lstStyle/>
          <a:p>
            <a:pPr algn="r"/>
            <a:r>
              <a:rPr lang="en-AU"/>
              <a:t>Deakin University CRICOS Provider Code: 00113B</a:t>
            </a:r>
            <a:endParaRPr lang="en-GB" dirty="0"/>
          </a:p>
        </p:txBody>
      </p:sp>
    </p:spTree>
    <p:extLst>
      <p:ext uri="{BB962C8B-B14F-4D97-AF65-F5344CB8AC3E}">
        <p14:creationId xmlns:p14="http://schemas.microsoft.com/office/powerpoint/2010/main" val="7574560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09E3A-040F-E15A-AC0C-9EEC66066875}"/>
              </a:ext>
            </a:extLst>
          </p:cNvPr>
          <p:cNvSpPr>
            <a:spLocks noGrp="1"/>
          </p:cNvSpPr>
          <p:nvPr>
            <p:ph type="title"/>
          </p:nvPr>
        </p:nvSpPr>
        <p:spPr>
          <a:xfrm>
            <a:off x="801765" y="349790"/>
            <a:ext cx="8480780" cy="936000"/>
          </a:xfrm>
        </p:spPr>
        <p:txBody>
          <a:bodyPr/>
          <a:lstStyle/>
          <a:p>
            <a:r>
              <a:rPr lang="en-US" dirty="0"/>
              <a:t>Grade 3: Designing a method of slowing down ice melt</a:t>
            </a:r>
          </a:p>
        </p:txBody>
      </p:sp>
      <p:sp>
        <p:nvSpPr>
          <p:cNvPr id="4" name="Slide Number Placeholder 3">
            <a:extLst>
              <a:ext uri="{FF2B5EF4-FFF2-40B4-BE49-F238E27FC236}">
                <a16:creationId xmlns:a16="http://schemas.microsoft.com/office/drawing/2014/main" id="{066F57F0-3070-26B6-7BAA-A1DE959FDF7E}"/>
              </a:ext>
            </a:extLst>
          </p:cNvPr>
          <p:cNvSpPr>
            <a:spLocks noGrp="1"/>
          </p:cNvSpPr>
          <p:nvPr>
            <p:ph type="sldNum" sz="quarter" idx="15"/>
          </p:nvPr>
        </p:nvSpPr>
        <p:spPr/>
        <p:txBody>
          <a:bodyPr/>
          <a:lstStyle/>
          <a:p>
            <a:fld id="{F5AEA0E0-5CC6-4BD0-905C-A0021E419432}" type="slidenum">
              <a:rPr lang="en-GB" smtClean="0"/>
              <a:pPr/>
              <a:t>22</a:t>
            </a:fld>
            <a:endParaRPr lang="en-GB" dirty="0"/>
          </a:p>
        </p:txBody>
      </p:sp>
      <p:sp>
        <p:nvSpPr>
          <p:cNvPr id="5" name="Footer Placeholder 4">
            <a:extLst>
              <a:ext uri="{FF2B5EF4-FFF2-40B4-BE49-F238E27FC236}">
                <a16:creationId xmlns:a16="http://schemas.microsoft.com/office/drawing/2014/main" id="{D63C25BB-F4C1-2461-351B-6A71D891F16F}"/>
              </a:ext>
            </a:extLst>
          </p:cNvPr>
          <p:cNvSpPr>
            <a:spLocks noGrp="1"/>
          </p:cNvSpPr>
          <p:nvPr>
            <p:ph type="ftr" sz="quarter" idx="14"/>
          </p:nvPr>
        </p:nvSpPr>
        <p:spPr/>
        <p:txBody>
          <a:bodyPr/>
          <a:lstStyle/>
          <a:p>
            <a:r>
              <a:rPr lang="en-AU"/>
              <a:t>Deakin University CRICOS Provider Code: 00113B</a:t>
            </a:r>
            <a:endParaRPr lang="en-GB" dirty="0"/>
          </a:p>
        </p:txBody>
      </p:sp>
      <p:pic>
        <p:nvPicPr>
          <p:cNvPr id="10" name="Content Placeholder 9">
            <a:extLst>
              <a:ext uri="{FF2B5EF4-FFF2-40B4-BE49-F238E27FC236}">
                <a16:creationId xmlns:a16="http://schemas.microsoft.com/office/drawing/2014/main" id="{58623E09-AD3E-2235-AC05-4E6D5747117D}"/>
              </a:ext>
            </a:extLst>
          </p:cNvPr>
          <p:cNvPicPr>
            <a:picLocks noGrp="1" noChangeAspect="1"/>
          </p:cNvPicPr>
          <p:nvPr>
            <p:ph sz="quarter" idx="12"/>
          </p:nvPr>
        </p:nvPicPr>
        <p:blipFill>
          <a:blip r:embed="rId2">
            <a:extLst>
              <a:ext uri="{28A0092B-C50C-407E-A947-70E740481C1C}">
                <a14:useLocalDpi xmlns:a14="http://schemas.microsoft.com/office/drawing/2010/main" val="0"/>
              </a:ext>
            </a:extLst>
          </a:blip>
          <a:stretch>
            <a:fillRect/>
          </a:stretch>
        </p:blipFill>
        <p:spPr bwMode="auto">
          <a:xfrm>
            <a:off x="818457" y="1166282"/>
            <a:ext cx="6047999" cy="3669119"/>
          </a:xfrm>
          <a:prstGeom prst="rect">
            <a:avLst/>
          </a:prstGeom>
          <a:noFill/>
          <a:extLst>
            <a:ext uri="{909E8E84-426E-40DD-AFC4-6F175D3DCCD1}">
              <a14:hiddenFill xmlns:a14="http://schemas.microsoft.com/office/drawing/2010/main">
                <a:solidFill>
                  <a:srgbClr val="FFFFFF"/>
                </a:solidFill>
              </a14:hiddenFill>
            </a:ext>
          </a:extLst>
        </p:spPr>
      </p:pic>
      <p:sp>
        <p:nvSpPr>
          <p:cNvPr id="7" name="AutoShape 4" descr="Figure 1.  IMS Learning pedagogy model (Tytler et al., Citation2022).">
            <a:extLst>
              <a:ext uri="{FF2B5EF4-FFF2-40B4-BE49-F238E27FC236}">
                <a16:creationId xmlns:a16="http://schemas.microsoft.com/office/drawing/2014/main" id="{C95EAC18-81BB-27FC-AAE6-9108B36B8D8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6" descr="Figure 1.  IMS Learning pedagogy model (Tytler et al., Citation2022).">
            <a:extLst>
              <a:ext uri="{FF2B5EF4-FFF2-40B4-BE49-F238E27FC236}">
                <a16:creationId xmlns:a16="http://schemas.microsoft.com/office/drawing/2014/main" id="{FB3E0F47-BA05-2896-3FCF-EECABF0DB7FB}"/>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2" name="Picture 11">
            <a:extLst>
              <a:ext uri="{FF2B5EF4-FFF2-40B4-BE49-F238E27FC236}">
                <a16:creationId xmlns:a16="http://schemas.microsoft.com/office/drawing/2014/main" id="{500199FB-F1CE-1B52-DFDB-31A67786CA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13031" y="1160599"/>
            <a:ext cx="3978568" cy="5374382"/>
          </a:xfrm>
          <a:prstGeom prst="rect">
            <a:avLst/>
          </a:prstGeom>
        </p:spPr>
      </p:pic>
      <p:pic>
        <p:nvPicPr>
          <p:cNvPr id="15" name="Picture 14">
            <a:extLst>
              <a:ext uri="{FF2B5EF4-FFF2-40B4-BE49-F238E27FC236}">
                <a16:creationId xmlns:a16="http://schemas.microsoft.com/office/drawing/2014/main" id="{76628C90-927D-2AB7-DA3C-DF8F5E79E1E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46764" y="4915789"/>
            <a:ext cx="4332071" cy="1942211"/>
          </a:xfrm>
          <a:prstGeom prst="rect">
            <a:avLst/>
          </a:prstGeom>
        </p:spPr>
      </p:pic>
    </p:spTree>
    <p:extLst>
      <p:ext uri="{BB962C8B-B14F-4D97-AF65-F5344CB8AC3E}">
        <p14:creationId xmlns:p14="http://schemas.microsoft.com/office/powerpoint/2010/main" val="15582899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722118-69C7-BDE1-5C20-9B4A879A1094}"/>
              </a:ext>
            </a:extLst>
          </p:cNvPr>
          <p:cNvSpPr>
            <a:spLocks noGrp="1"/>
          </p:cNvSpPr>
          <p:nvPr>
            <p:ph type="title"/>
          </p:nvPr>
        </p:nvSpPr>
        <p:spPr>
          <a:xfrm>
            <a:off x="801765" y="349790"/>
            <a:ext cx="2615203" cy="1751726"/>
          </a:xfrm>
        </p:spPr>
        <p:txBody>
          <a:bodyPr/>
          <a:lstStyle/>
          <a:p>
            <a:r>
              <a:rPr lang="en-US" dirty="0"/>
              <a:t>Embodied and visual modes, collaboration</a:t>
            </a:r>
          </a:p>
        </p:txBody>
      </p:sp>
      <p:pic>
        <p:nvPicPr>
          <p:cNvPr id="7" name="Content Placeholder 6">
            <a:extLst>
              <a:ext uri="{FF2B5EF4-FFF2-40B4-BE49-F238E27FC236}">
                <a16:creationId xmlns:a16="http://schemas.microsoft.com/office/drawing/2014/main" id="{28EB1F6A-C85C-5A61-54DA-A35F1F7C5B5E}"/>
              </a:ext>
            </a:extLst>
          </p:cNvPr>
          <p:cNvPicPr>
            <a:picLocks noGrp="1" noChangeAspect="1"/>
          </p:cNvPicPr>
          <p:nvPr>
            <p:ph sz="quarter" idx="12"/>
          </p:nvPr>
        </p:nvPicPr>
        <p:blipFill>
          <a:blip r:embed="rId2">
            <a:extLst>
              <a:ext uri="{28A0092B-C50C-407E-A947-70E740481C1C}">
                <a14:useLocalDpi xmlns:a14="http://schemas.microsoft.com/office/drawing/2010/main" val="0"/>
              </a:ext>
            </a:extLst>
          </a:blip>
          <a:stretch>
            <a:fillRect/>
          </a:stretch>
        </p:blipFill>
        <p:spPr>
          <a:xfrm>
            <a:off x="1035673" y="2871456"/>
            <a:ext cx="6408890" cy="3973512"/>
          </a:xfrm>
          <a:prstGeom prst="rect">
            <a:avLst/>
          </a:prstGeom>
          <a:noFill/>
        </p:spPr>
      </p:pic>
      <p:sp>
        <p:nvSpPr>
          <p:cNvPr id="4" name="Slide Number Placeholder 3">
            <a:extLst>
              <a:ext uri="{FF2B5EF4-FFF2-40B4-BE49-F238E27FC236}">
                <a16:creationId xmlns:a16="http://schemas.microsoft.com/office/drawing/2014/main" id="{CFC9AE7D-DD1E-B90A-D1A3-6D9E1FE78D10}"/>
              </a:ext>
            </a:extLst>
          </p:cNvPr>
          <p:cNvSpPr>
            <a:spLocks noGrp="1"/>
          </p:cNvSpPr>
          <p:nvPr>
            <p:ph type="sldNum" sz="quarter" idx="15"/>
          </p:nvPr>
        </p:nvSpPr>
        <p:spPr/>
        <p:txBody>
          <a:bodyPr/>
          <a:lstStyle/>
          <a:p>
            <a:fld id="{F5AEA0E0-5CC6-4BD0-905C-A0021E419432}" type="slidenum">
              <a:rPr lang="en-GB" smtClean="0"/>
              <a:pPr/>
              <a:t>23</a:t>
            </a:fld>
            <a:endParaRPr lang="en-GB" dirty="0"/>
          </a:p>
        </p:txBody>
      </p:sp>
      <p:sp>
        <p:nvSpPr>
          <p:cNvPr id="5" name="Footer Placeholder 4">
            <a:extLst>
              <a:ext uri="{FF2B5EF4-FFF2-40B4-BE49-F238E27FC236}">
                <a16:creationId xmlns:a16="http://schemas.microsoft.com/office/drawing/2014/main" id="{480F8A0A-7D2C-994D-5A6C-47B03408ACA8}"/>
              </a:ext>
            </a:extLst>
          </p:cNvPr>
          <p:cNvSpPr>
            <a:spLocks noGrp="1"/>
          </p:cNvSpPr>
          <p:nvPr>
            <p:ph type="ftr" sz="quarter" idx="14"/>
          </p:nvPr>
        </p:nvSpPr>
        <p:spPr/>
        <p:txBody>
          <a:bodyPr/>
          <a:lstStyle/>
          <a:p>
            <a:r>
              <a:rPr lang="en-AU"/>
              <a:t>Deakin University CRICOS Provider Code: 00113B</a:t>
            </a:r>
            <a:endParaRPr lang="en-GB" dirty="0"/>
          </a:p>
        </p:txBody>
      </p:sp>
      <p:pic>
        <p:nvPicPr>
          <p:cNvPr id="9" name="Picture 8">
            <a:extLst>
              <a:ext uri="{FF2B5EF4-FFF2-40B4-BE49-F238E27FC236}">
                <a16:creationId xmlns:a16="http://schemas.microsoft.com/office/drawing/2014/main" id="{9892A9C3-4F0B-3F1B-C0B9-10FBA170BE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61780" y="2286609"/>
            <a:ext cx="4287764" cy="4259179"/>
          </a:xfrm>
          <a:prstGeom prst="rect">
            <a:avLst/>
          </a:prstGeom>
        </p:spPr>
      </p:pic>
      <p:pic>
        <p:nvPicPr>
          <p:cNvPr id="12" name="Picture 11">
            <a:extLst>
              <a:ext uri="{FF2B5EF4-FFF2-40B4-BE49-F238E27FC236}">
                <a16:creationId xmlns:a16="http://schemas.microsoft.com/office/drawing/2014/main" id="{97C54776-EC99-9A79-61F5-40A77EA3DD1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0369" y="4098477"/>
            <a:ext cx="7772400" cy="2668524"/>
          </a:xfrm>
          <a:prstGeom prst="rect">
            <a:avLst/>
          </a:prstGeom>
        </p:spPr>
      </p:pic>
    </p:spTree>
    <p:extLst>
      <p:ext uri="{BB962C8B-B14F-4D97-AF65-F5344CB8AC3E}">
        <p14:creationId xmlns:p14="http://schemas.microsoft.com/office/powerpoint/2010/main" val="601016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30D3F0-57E3-EBC6-94E4-0FB7F3230D59}"/>
              </a:ext>
            </a:extLst>
          </p:cNvPr>
          <p:cNvSpPr>
            <a:spLocks noGrp="1"/>
          </p:cNvSpPr>
          <p:nvPr>
            <p:ph type="title"/>
          </p:nvPr>
        </p:nvSpPr>
        <p:spPr/>
        <p:txBody>
          <a:bodyPr/>
          <a:lstStyle/>
          <a:p>
            <a:r>
              <a:rPr lang="en-US" dirty="0"/>
              <a:t>Visual, written explanatory text</a:t>
            </a:r>
          </a:p>
        </p:txBody>
      </p:sp>
      <p:pic>
        <p:nvPicPr>
          <p:cNvPr id="7" name="Content Placeholder 6">
            <a:extLst>
              <a:ext uri="{FF2B5EF4-FFF2-40B4-BE49-F238E27FC236}">
                <a16:creationId xmlns:a16="http://schemas.microsoft.com/office/drawing/2014/main" id="{3F71DACC-62FE-8116-333A-D669F9283715}"/>
              </a:ext>
            </a:extLst>
          </p:cNvPr>
          <p:cNvPicPr>
            <a:picLocks noGrp="1" noChangeAspect="1"/>
          </p:cNvPicPr>
          <p:nvPr>
            <p:ph sz="quarter" idx="12"/>
          </p:nvPr>
        </p:nvPicPr>
        <p:blipFill>
          <a:blip r:embed="rId2">
            <a:extLst>
              <a:ext uri="{28A0092B-C50C-407E-A947-70E740481C1C}">
                <a14:useLocalDpi xmlns:a14="http://schemas.microsoft.com/office/drawing/2010/main" val="0"/>
              </a:ext>
            </a:extLst>
          </a:blip>
          <a:stretch>
            <a:fillRect/>
          </a:stretch>
        </p:blipFill>
        <p:spPr>
          <a:xfrm>
            <a:off x="370793" y="905038"/>
            <a:ext cx="4512107" cy="3075753"/>
          </a:xfrm>
          <a:prstGeom prst="rect">
            <a:avLst/>
          </a:prstGeom>
          <a:noFill/>
        </p:spPr>
      </p:pic>
      <p:sp>
        <p:nvSpPr>
          <p:cNvPr id="4" name="Slide Number Placeholder 3">
            <a:extLst>
              <a:ext uri="{FF2B5EF4-FFF2-40B4-BE49-F238E27FC236}">
                <a16:creationId xmlns:a16="http://schemas.microsoft.com/office/drawing/2014/main" id="{292AD205-DFB6-B2D2-5558-E56C3BCF9BD3}"/>
              </a:ext>
            </a:extLst>
          </p:cNvPr>
          <p:cNvSpPr>
            <a:spLocks noGrp="1"/>
          </p:cNvSpPr>
          <p:nvPr>
            <p:ph type="sldNum" sz="quarter" idx="15"/>
          </p:nvPr>
        </p:nvSpPr>
        <p:spPr/>
        <p:txBody>
          <a:bodyPr/>
          <a:lstStyle/>
          <a:p>
            <a:fld id="{F5AEA0E0-5CC6-4BD0-905C-A0021E419432}" type="slidenum">
              <a:rPr lang="en-GB" smtClean="0"/>
              <a:pPr/>
              <a:t>24</a:t>
            </a:fld>
            <a:endParaRPr lang="en-GB" dirty="0"/>
          </a:p>
        </p:txBody>
      </p:sp>
      <p:sp>
        <p:nvSpPr>
          <p:cNvPr id="5" name="Footer Placeholder 4">
            <a:extLst>
              <a:ext uri="{FF2B5EF4-FFF2-40B4-BE49-F238E27FC236}">
                <a16:creationId xmlns:a16="http://schemas.microsoft.com/office/drawing/2014/main" id="{E1BD8530-4B91-8A3F-54E3-D9A6805D9C0B}"/>
              </a:ext>
            </a:extLst>
          </p:cNvPr>
          <p:cNvSpPr>
            <a:spLocks noGrp="1"/>
          </p:cNvSpPr>
          <p:nvPr>
            <p:ph type="ftr" sz="quarter" idx="14"/>
          </p:nvPr>
        </p:nvSpPr>
        <p:spPr/>
        <p:txBody>
          <a:bodyPr/>
          <a:lstStyle/>
          <a:p>
            <a:r>
              <a:rPr lang="en-AU"/>
              <a:t>Deakin University CRICOS Provider Code: 00113B</a:t>
            </a:r>
            <a:endParaRPr lang="en-GB" dirty="0"/>
          </a:p>
        </p:txBody>
      </p:sp>
      <p:pic>
        <p:nvPicPr>
          <p:cNvPr id="9" name="Picture 8">
            <a:extLst>
              <a:ext uri="{FF2B5EF4-FFF2-40B4-BE49-F238E27FC236}">
                <a16:creationId xmlns:a16="http://schemas.microsoft.com/office/drawing/2014/main" id="{8B83C48A-FC0F-10AD-528B-5B85DF5542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24452" y="73902"/>
            <a:ext cx="4512107" cy="4275221"/>
          </a:xfrm>
          <a:prstGeom prst="rect">
            <a:avLst/>
          </a:prstGeom>
        </p:spPr>
      </p:pic>
      <p:pic>
        <p:nvPicPr>
          <p:cNvPr id="11" name="Picture 10">
            <a:extLst>
              <a:ext uri="{FF2B5EF4-FFF2-40B4-BE49-F238E27FC236}">
                <a16:creationId xmlns:a16="http://schemas.microsoft.com/office/drawing/2014/main" id="{109EE407-6119-BACF-A026-7BBF07A687B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12345" y="3137234"/>
            <a:ext cx="4869051" cy="3720766"/>
          </a:xfrm>
          <a:prstGeom prst="rect">
            <a:avLst/>
          </a:prstGeom>
        </p:spPr>
      </p:pic>
      <p:pic>
        <p:nvPicPr>
          <p:cNvPr id="15" name="Picture 14">
            <a:extLst>
              <a:ext uri="{FF2B5EF4-FFF2-40B4-BE49-F238E27FC236}">
                <a16:creationId xmlns:a16="http://schemas.microsoft.com/office/drawing/2014/main" id="{794E7C6B-B4CD-4D92-E157-D2039A07791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653661" y="3357813"/>
            <a:ext cx="3565795" cy="3601453"/>
          </a:xfrm>
          <a:prstGeom prst="rect">
            <a:avLst/>
          </a:prstGeom>
        </p:spPr>
      </p:pic>
    </p:spTree>
    <p:extLst>
      <p:ext uri="{BB962C8B-B14F-4D97-AF65-F5344CB8AC3E}">
        <p14:creationId xmlns:p14="http://schemas.microsoft.com/office/powerpoint/2010/main" val="8076948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2EB7EF3-6AD4-5A07-3723-F9887F3BD852}"/>
              </a:ext>
            </a:extLst>
          </p:cNvPr>
          <p:cNvSpPr>
            <a:spLocks noGrp="1"/>
          </p:cNvSpPr>
          <p:nvPr>
            <p:ph type="title"/>
          </p:nvPr>
        </p:nvSpPr>
        <p:spPr>
          <a:xfrm>
            <a:off x="801765" y="349790"/>
            <a:ext cx="9547580" cy="936000"/>
          </a:xfrm>
        </p:spPr>
        <p:txBody>
          <a:bodyPr/>
          <a:lstStyle/>
          <a:p>
            <a:r>
              <a:rPr lang="en-US" dirty="0"/>
              <a:t>Critical thinking is grounded in the disciplinary specific semiotic systems of the discipline</a:t>
            </a:r>
          </a:p>
        </p:txBody>
      </p:sp>
      <p:sp>
        <p:nvSpPr>
          <p:cNvPr id="5" name="Content Placeholder 4">
            <a:extLst>
              <a:ext uri="{FF2B5EF4-FFF2-40B4-BE49-F238E27FC236}">
                <a16:creationId xmlns:a16="http://schemas.microsoft.com/office/drawing/2014/main" id="{96765E0A-B5F5-C1BD-A838-145EAEDAA42F}"/>
              </a:ext>
            </a:extLst>
          </p:cNvPr>
          <p:cNvSpPr>
            <a:spLocks noGrp="1"/>
          </p:cNvSpPr>
          <p:nvPr>
            <p:ph sz="quarter" idx="12"/>
          </p:nvPr>
        </p:nvSpPr>
        <p:spPr/>
        <p:txBody>
          <a:bodyPr/>
          <a:lstStyle/>
          <a:p>
            <a:r>
              <a:rPr lang="en-AU" dirty="0"/>
              <a:t>In this learning sequence a range of representational tools specific to science are evident; annotated diagrams with arrows representing heat exchange, spatial visualisations of the sun in relation to the models, causal statements with evidence grounded in material observation, structural models following engineering principles, sequenced diagrams showing the process of ice melting, and tables showing patterns of measures. Thus, </a:t>
            </a:r>
            <a:r>
              <a:rPr lang="en-AU" dirty="0">
                <a:solidFill>
                  <a:srgbClr val="0070C0"/>
                </a:solidFill>
              </a:rPr>
              <a:t>while the critical thinking literature is cast in general terms implying logical relations such as analysis, evaluation, synthesis, inference, and explanation, inevitably it must draw on the disciplinary specific semiotic systems through which reasoning proceeds</a:t>
            </a:r>
            <a:r>
              <a:rPr lang="en-AU" dirty="0"/>
              <a:t>, and evidence is related to ideas. While critical thinking can be characterised as a general capability, its educative expression must lead to competence with the specific representational forms of the discipline.</a:t>
            </a:r>
            <a:endParaRPr lang="en-US" dirty="0"/>
          </a:p>
        </p:txBody>
      </p:sp>
      <p:sp>
        <p:nvSpPr>
          <p:cNvPr id="3" name="Footer Placeholder 2">
            <a:extLst>
              <a:ext uri="{FF2B5EF4-FFF2-40B4-BE49-F238E27FC236}">
                <a16:creationId xmlns:a16="http://schemas.microsoft.com/office/drawing/2014/main" id="{1502ED4E-935A-1895-2002-DD108E7A8349}"/>
              </a:ext>
            </a:extLst>
          </p:cNvPr>
          <p:cNvSpPr>
            <a:spLocks noGrp="1"/>
          </p:cNvSpPr>
          <p:nvPr>
            <p:ph type="ftr" sz="quarter" idx="14"/>
          </p:nvPr>
        </p:nvSpPr>
        <p:spPr/>
        <p:txBody>
          <a:bodyPr/>
          <a:lstStyle/>
          <a:p>
            <a:pPr algn="r"/>
            <a:r>
              <a:rPr lang="en-AU"/>
              <a:t>Deakin University CRICOS Provider Code: 00113B</a:t>
            </a:r>
            <a:endParaRPr lang="en-GB" dirty="0"/>
          </a:p>
        </p:txBody>
      </p:sp>
    </p:spTree>
    <p:extLst>
      <p:ext uri="{BB962C8B-B14F-4D97-AF65-F5344CB8AC3E}">
        <p14:creationId xmlns:p14="http://schemas.microsoft.com/office/powerpoint/2010/main" val="41582519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Background Sample image" descr="Looking up at some interesting wooden and reflective window archtecture at the Burwood Campus">
            <a:extLst>
              <a:ext uri="{FF2B5EF4-FFF2-40B4-BE49-F238E27FC236}">
                <a16:creationId xmlns:a16="http://schemas.microsoft.com/office/drawing/2014/main" id="{61827517-A219-4383-93EC-2102AE035AB7}"/>
              </a:ext>
            </a:extLst>
          </p:cNvPr>
          <p:cNvPicPr>
            <a:picLocks noGrp="1" noChangeAspect="1"/>
          </p:cNvPicPr>
          <p:nvPr>
            <p:ph type="pic" sz="quarter" idx="17"/>
          </p:nvPr>
        </p:nvPicPr>
        <p:blipFill>
          <a:blip r:embed="rId3">
            <a:extLst>
              <a:ext uri="{28A0092B-C50C-407E-A947-70E740481C1C}">
                <a14:useLocalDpi xmlns:a14="http://schemas.microsoft.com/office/drawing/2010/main" val="0"/>
              </a:ext>
            </a:extLst>
          </a:blip>
          <a:srcRect t="7812" b="7812"/>
          <a:stretch/>
        </p:blipFill>
        <p:spPr>
          <a:xfrm>
            <a:off x="0" y="14067"/>
            <a:ext cx="12192000" cy="6858000"/>
          </a:xfrm>
        </p:spPr>
      </p:pic>
      <p:sp>
        <p:nvSpPr>
          <p:cNvPr id="15" name="Title">
            <a:extLst>
              <a:ext uri="{FF2B5EF4-FFF2-40B4-BE49-F238E27FC236}">
                <a16:creationId xmlns:a16="http://schemas.microsoft.com/office/drawing/2014/main" id="{A1D80CFB-E925-4313-9382-6418B3B61728}"/>
              </a:ext>
            </a:extLst>
          </p:cNvPr>
          <p:cNvSpPr>
            <a:spLocks noGrp="1"/>
          </p:cNvSpPr>
          <p:nvPr>
            <p:ph type="title"/>
          </p:nvPr>
        </p:nvSpPr>
        <p:spPr/>
        <p:txBody>
          <a:bodyPr/>
          <a:lstStyle/>
          <a:p>
            <a:r>
              <a:rPr lang="en-AU" dirty="0">
                <a:solidFill>
                  <a:schemeClr val="tx1"/>
                </a:solidFill>
              </a:rPr>
              <a:t>Thank you</a:t>
            </a:r>
          </a:p>
        </p:txBody>
      </p:sp>
      <p:sp>
        <p:nvSpPr>
          <p:cNvPr id="16" name="Subtitle">
            <a:extLst>
              <a:ext uri="{FF2B5EF4-FFF2-40B4-BE49-F238E27FC236}">
                <a16:creationId xmlns:a16="http://schemas.microsoft.com/office/drawing/2014/main" id="{1385350A-CEC3-4A97-95E0-24E1442E6DA0}"/>
              </a:ext>
            </a:extLst>
          </p:cNvPr>
          <p:cNvSpPr>
            <a:spLocks noGrp="1"/>
          </p:cNvSpPr>
          <p:nvPr>
            <p:ph type="body" sz="quarter" idx="13"/>
          </p:nvPr>
        </p:nvSpPr>
        <p:spPr/>
        <p:txBody>
          <a:bodyPr/>
          <a:lstStyle/>
          <a:p>
            <a:endParaRPr lang="en-AU" dirty="0">
              <a:solidFill>
                <a:schemeClr val="tx1"/>
              </a:solidFill>
            </a:endParaRPr>
          </a:p>
        </p:txBody>
      </p:sp>
      <p:sp>
        <p:nvSpPr>
          <p:cNvPr id="7" name="Deakin Logo" descr="Deakin University Logo">
            <a:extLst>
              <a:ext uri="{FF2B5EF4-FFF2-40B4-BE49-F238E27FC236}">
                <a16:creationId xmlns:a16="http://schemas.microsoft.com/office/drawing/2014/main" id="{ABCFE23E-847A-42B6-B22C-78A2A76627C6}"/>
              </a:ext>
            </a:extLst>
          </p:cNvPr>
          <p:cNvSpPr>
            <a:spLocks noGrp="1"/>
          </p:cNvSpPr>
          <p:nvPr>
            <p:ph type="body" sz="quarter" idx="18"/>
          </p:nvPr>
        </p:nvSpPr>
        <p:spPr>
          <a:xfrm>
            <a:off x="10887544" y="5297337"/>
            <a:ext cx="1062000" cy="1062000"/>
          </a:xfrm>
        </p:spPr>
        <p:txBody>
          <a:bodyPr/>
          <a:lstStyle/>
          <a:p>
            <a:r>
              <a:rPr lang="en-AU" dirty="0"/>
              <a:t> </a:t>
            </a:r>
          </a:p>
        </p:txBody>
      </p:sp>
      <p:sp>
        <p:nvSpPr>
          <p:cNvPr id="4" name="Footer/CRICOS">
            <a:extLst>
              <a:ext uri="{FF2B5EF4-FFF2-40B4-BE49-F238E27FC236}">
                <a16:creationId xmlns:a16="http://schemas.microsoft.com/office/drawing/2014/main" id="{0E990A6E-351A-41FA-8268-48BE49A7A6EE}"/>
              </a:ext>
            </a:extLst>
          </p:cNvPr>
          <p:cNvSpPr>
            <a:spLocks noGrp="1"/>
          </p:cNvSpPr>
          <p:nvPr>
            <p:ph type="ftr" sz="quarter" idx="20"/>
          </p:nvPr>
        </p:nvSpPr>
        <p:spPr>
          <a:xfrm>
            <a:off x="5325544" y="6545788"/>
            <a:ext cx="6624000" cy="180000"/>
          </a:xfrm>
        </p:spPr>
        <p:txBody>
          <a:bodyPr/>
          <a:lstStyle/>
          <a:p>
            <a:pPr algn="r"/>
            <a:r>
              <a:rPr lang="en-AU" dirty="0"/>
              <a:t>Deakin University CRICOS Provider Code: 00113B</a:t>
            </a:r>
            <a:endParaRPr lang="en-GB" dirty="0"/>
          </a:p>
        </p:txBody>
      </p:sp>
    </p:spTree>
    <p:extLst>
      <p:ext uri="{BB962C8B-B14F-4D97-AF65-F5344CB8AC3E}">
        <p14:creationId xmlns:p14="http://schemas.microsoft.com/office/powerpoint/2010/main" val="1184633005"/>
      </p:ext>
    </p:extLst>
  </p:cSld>
  <p:clrMapOvr>
    <a:masterClrMapping/>
  </p:clrMapOvr>
</p:sld>
</file>

<file path=ppt/theme/theme1.xml><?xml version="1.0" encoding="utf-8"?>
<a:theme xmlns:a="http://schemas.openxmlformats.org/drawingml/2006/main" name="Deakin Theme">
  <a:themeElements>
    <a:clrScheme name="Deakin - Teal">
      <a:dk1>
        <a:sysClr val="windowText" lastClr="000000"/>
      </a:dk1>
      <a:lt1>
        <a:sysClr val="window" lastClr="FFFFFF"/>
      </a:lt1>
      <a:dk2>
        <a:srgbClr val="58BCAF"/>
      </a:dk2>
      <a:lt2>
        <a:srgbClr val="FFFFFF"/>
      </a:lt2>
      <a:accent1>
        <a:srgbClr val="007D98"/>
      </a:accent1>
      <a:accent2>
        <a:srgbClr val="FFD923"/>
      </a:accent2>
      <a:accent3>
        <a:srgbClr val="FF9300"/>
      </a:accent3>
      <a:accent4>
        <a:srgbClr val="58BCAF"/>
      </a:accent4>
      <a:accent5>
        <a:srgbClr val="C74298"/>
      </a:accent5>
      <a:accent6>
        <a:srgbClr val="E1E1E1"/>
      </a:accent6>
      <a:hlink>
        <a:srgbClr val="000000"/>
      </a:hlink>
      <a:folHlink>
        <a:srgbClr val="00000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7" id="{41AF18BE-130F-1F49-A2C4-F5BA5EB0CBD1}" vid="{CCCD6A35-BD4A-5C4C-B8D2-9428211EE00B}"/>
    </a:ext>
  </a:extLst>
</a:theme>
</file>

<file path=ppt/theme/theme2.xml><?xml version="1.0" encoding="utf-8"?>
<a:theme xmlns:a="http://schemas.openxmlformats.org/drawingml/2006/main" name="Deakin - New Slides">
  <a:themeElements>
    <a:clrScheme name="Deakin - Teal">
      <a:dk1>
        <a:sysClr val="windowText" lastClr="000000"/>
      </a:dk1>
      <a:lt1>
        <a:sysClr val="window" lastClr="FFFFFF"/>
      </a:lt1>
      <a:dk2>
        <a:srgbClr val="58BCAF"/>
      </a:dk2>
      <a:lt2>
        <a:srgbClr val="FFFFFF"/>
      </a:lt2>
      <a:accent1>
        <a:srgbClr val="007D98"/>
      </a:accent1>
      <a:accent2>
        <a:srgbClr val="FFD923"/>
      </a:accent2>
      <a:accent3>
        <a:srgbClr val="FF9300"/>
      </a:accent3>
      <a:accent4>
        <a:srgbClr val="58BCAF"/>
      </a:accent4>
      <a:accent5>
        <a:srgbClr val="C74298"/>
      </a:accent5>
      <a:accent6>
        <a:srgbClr val="E1E1E1"/>
      </a:accent6>
      <a:hlink>
        <a:srgbClr val="000000"/>
      </a:hlink>
      <a:folHlink>
        <a:srgbClr val="00000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7" id="{41AF18BE-130F-1F49-A2C4-F5BA5EB0CBD1}" vid="{71016BCB-91C6-E74A-93E8-75E01AC71D9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DBCC0738EEC624F9D360D04B21611FC" ma:contentTypeVersion="10" ma:contentTypeDescription="Create a new document." ma:contentTypeScope="" ma:versionID="828c8b696262cda1c9af7fd274053cec">
  <xsd:schema xmlns:xsd="http://www.w3.org/2001/XMLSchema" xmlns:xs="http://www.w3.org/2001/XMLSchema" xmlns:p="http://schemas.microsoft.com/office/2006/metadata/properties" xmlns:ns2="26245dc9-15bf-457b-b339-f3659df4a572" targetNamespace="http://schemas.microsoft.com/office/2006/metadata/properties" ma:root="true" ma:fieldsID="1df3aaf0a6983d0b626bd5c79f38f90f" ns2:_="">
    <xsd:import namespace="26245dc9-15bf-457b-b339-f3659df4a572"/>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SearchProperties" minOccurs="0"/>
                <xsd:element ref="ns2:MediaServiceDateTaken" minOccurs="0"/>
                <xsd:element ref="ns2:MediaLengthInSeconds" minOccurs="0"/>
                <xsd:element ref="ns2:MediaServiceObjectDetectorVersions"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245dc9-15bf-457b-b339-f3659df4a57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87EAB6A-73FE-4A7F-BCAD-4179747EE169}"/>
</file>

<file path=customXml/itemProps2.xml><?xml version="1.0" encoding="utf-8"?>
<ds:datastoreItem xmlns:ds="http://schemas.openxmlformats.org/officeDocument/2006/customXml" ds:itemID="{C32A07D4-4A32-4CAB-9C0F-BCBB0B92DF0F}"/>
</file>

<file path=customXml/itemProps3.xml><?xml version="1.0" encoding="utf-8"?>
<ds:datastoreItem xmlns:ds="http://schemas.openxmlformats.org/officeDocument/2006/customXml" ds:itemID="{A44694B3-0EB9-4AF7-83A5-EF6B51C7822A}"/>
</file>

<file path=docProps/app.xml><?xml version="1.0" encoding="utf-8"?>
<Properties xmlns="http://schemas.openxmlformats.org/officeDocument/2006/extended-properties" xmlns:vt="http://schemas.openxmlformats.org/officeDocument/2006/docPropsVTypes">
  <Template>Deakin Theme</Template>
  <TotalTime>5673</TotalTime>
  <Words>2668</Words>
  <Application>Microsoft Macintosh PowerPoint</Application>
  <PresentationFormat>Widescreen</PresentationFormat>
  <Paragraphs>229</Paragraphs>
  <Slides>26</Slides>
  <Notes>9</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26</vt:i4>
      </vt:variant>
    </vt:vector>
  </HeadingPairs>
  <TitlesOfParts>
    <vt:vector size="35" baseType="lpstr">
      <vt:lpstr>Aptos</vt:lpstr>
      <vt:lpstr>Arial</vt:lpstr>
      <vt:lpstr>Calibri</vt:lpstr>
      <vt:lpstr>Calibri Light</vt:lpstr>
      <vt:lpstr>Helvetica</vt:lpstr>
      <vt:lpstr>Symbol</vt:lpstr>
      <vt:lpstr>Wingdings 3</vt:lpstr>
      <vt:lpstr>Deakin Theme</vt:lpstr>
      <vt:lpstr>Deakin - New Slides</vt:lpstr>
      <vt:lpstr>STEM skills for teachers </vt:lpstr>
      <vt:lpstr>The STEM skills I will focus on</vt:lpstr>
      <vt:lpstr>The argument</vt:lpstr>
      <vt:lpstr>Characterising and developing teachers’ STEM skills</vt:lpstr>
      <vt:lpstr>Dimensions of STEM Teacher Identity</vt:lpstr>
      <vt:lpstr>Teachers teaching integrated STEM subjects</vt:lpstr>
      <vt:lpstr>Amelia</vt:lpstr>
      <vt:lpstr>Deborah de Ridder University of Technology, Sydney  Expert teachers guiding a Year 12 “Depth Study” in NSW, Australia   </vt:lpstr>
      <vt:lpstr>Teacher Guidance During Conceptualisation</vt:lpstr>
      <vt:lpstr>Metacognitive Regulation</vt:lpstr>
      <vt:lpstr>Conceptual Regulation</vt:lpstr>
      <vt:lpstr>Social Regulation</vt:lpstr>
      <vt:lpstr>Rising to the Challenge</vt:lpstr>
      <vt:lpstr>How does a science degree develop these skills?  The case of Deakin</vt:lpstr>
      <vt:lpstr>Evolution toward authenticity in learning, focused on skill development  </vt:lpstr>
      <vt:lpstr>Deakin’s program to develop STEM skills within undergraduate degrees</vt:lpstr>
      <vt:lpstr>Pattern of units within the faculty</vt:lpstr>
      <vt:lpstr>Pattern of units within the faculty</vt:lpstr>
      <vt:lpstr>Deakin Talent Freelancing Hub</vt:lpstr>
      <vt:lpstr>Review of STEM skills</vt:lpstr>
      <vt:lpstr>Teacher Education: Primary Science Education representing Deakin semiotic research  Kirk, M., Tytler, R., &amp; White, P. (2023). Critical thinking in primary science through a guided inquiry pedagogy: A semiotic perspective. Teachers and Teaching, 29(6), 615–637. https://doi.org/10.1080/13540602.2023.2191181    </vt:lpstr>
      <vt:lpstr>Grade 3: Designing a method of slowing down ice melt</vt:lpstr>
      <vt:lpstr>Embodied and visual modes, collaboration</vt:lpstr>
      <vt:lpstr>Visual, written explanatory text</vt:lpstr>
      <vt:lpstr>Critical thinking is grounded in the disciplinary specific semiotic systems of the discipline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Russell Tytler</dc:creator>
  <cp:lastModifiedBy>Russell Tytler</cp:lastModifiedBy>
  <cp:revision>4</cp:revision>
  <dcterms:created xsi:type="dcterms:W3CDTF">2024-06-14T05:54:48Z</dcterms:created>
  <dcterms:modified xsi:type="dcterms:W3CDTF">2026-06-09T11:32:07Z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93f03cc5-3878-4373-b7ae-5f590edc56b2_Enabled">
    <vt:lpwstr>true</vt:lpwstr>
  </property>
  <property fmtid="{D5CDD505-2E9C-101B-9397-08002B2CF9AE}" pid="3" name="MSIP_Label_93f03cc5-3878-4373-b7ae-5f590edc56b2_SetDate">
    <vt:lpwstr>2026-06-09T08:32:45Z</vt:lpwstr>
  </property>
  <property fmtid="{D5CDD505-2E9C-101B-9397-08002B2CF9AE}" pid="4" name="MSIP_Label_93f03cc5-3878-4373-b7ae-5f590edc56b2_Method">
    <vt:lpwstr>Privileged</vt:lpwstr>
  </property>
  <property fmtid="{D5CDD505-2E9C-101B-9397-08002B2CF9AE}" pid="5" name="MSIP_Label_93f03cc5-3878-4373-b7ae-5f590edc56b2_Name">
    <vt:lpwstr>Restricted to Staff and Students</vt:lpwstr>
  </property>
  <property fmtid="{D5CDD505-2E9C-101B-9397-08002B2CF9AE}" pid="6" name="MSIP_Label_93f03cc5-3878-4373-b7ae-5f590edc56b2_SiteId">
    <vt:lpwstr>d02378ec-1688-46d5-8540-1c28b5f470f6</vt:lpwstr>
  </property>
  <property fmtid="{D5CDD505-2E9C-101B-9397-08002B2CF9AE}" pid="7" name="MSIP_Label_93f03cc5-3878-4373-b7ae-5f590edc56b2_ActionId">
    <vt:lpwstr>15227e10-d5c9-4351-a734-0313a63facc9</vt:lpwstr>
  </property>
  <property fmtid="{D5CDD505-2E9C-101B-9397-08002B2CF9AE}" pid="8" name="MSIP_Label_93f03cc5-3878-4373-b7ae-5f590edc56b2_ContentBits">
    <vt:lpwstr>0</vt:lpwstr>
  </property>
  <property fmtid="{D5CDD505-2E9C-101B-9397-08002B2CF9AE}" pid="9" name="MSIP_Label_93f03cc5-3878-4373-b7ae-5f590edc56b2_Tag">
    <vt:lpwstr>50, 0, 1, 1</vt:lpwstr>
  </property>
  <property fmtid="{D5CDD505-2E9C-101B-9397-08002B2CF9AE}" pid="10" name="ContentTypeId">
    <vt:lpwstr>0x0101004DBCC0738EEC624F9D360D04B21611FC</vt:lpwstr>
  </property>
</Properties>
</file>